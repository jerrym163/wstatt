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5"/>
  </p:notesMasterIdLst>
  <p:sldIdLst>
    <p:sldId id="276" r:id="rId2"/>
    <p:sldId id="277" r:id="rId3"/>
    <p:sldId id="278" r:id="rId4"/>
    <p:sldId id="279" r:id="rId5"/>
    <p:sldId id="280" r:id="rId6"/>
    <p:sldId id="281" r:id="rId7"/>
    <p:sldId id="282" r:id="rId8"/>
    <p:sldId id="283" r:id="rId9"/>
    <p:sldId id="284" r:id="rId10"/>
    <p:sldId id="285" r:id="rId11"/>
    <p:sldId id="337" r:id="rId12"/>
    <p:sldId id="287" r:id="rId13"/>
    <p:sldId id="288" r:id="rId14"/>
    <p:sldId id="301" r:id="rId15"/>
    <p:sldId id="291" r:id="rId16"/>
    <p:sldId id="313" r:id="rId17"/>
    <p:sldId id="305" r:id="rId18"/>
    <p:sldId id="308" r:id="rId19"/>
    <p:sldId id="294" r:id="rId20"/>
    <p:sldId id="295" r:id="rId21"/>
    <p:sldId id="296" r:id="rId22"/>
    <p:sldId id="307" r:id="rId23"/>
    <p:sldId id="298" r:id="rId24"/>
    <p:sldId id="274" r:id="rId25"/>
    <p:sldId id="318" r:id="rId26"/>
    <p:sldId id="317" r:id="rId27"/>
    <p:sldId id="320" r:id="rId28"/>
    <p:sldId id="327" r:id="rId29"/>
    <p:sldId id="333" r:id="rId30"/>
    <p:sldId id="329" r:id="rId31"/>
    <p:sldId id="330" r:id="rId32"/>
    <p:sldId id="322" r:id="rId33"/>
    <p:sldId id="328" r:id="rId34"/>
    <p:sldId id="324" r:id="rId35"/>
    <p:sldId id="325" r:id="rId36"/>
    <p:sldId id="334" r:id="rId37"/>
    <p:sldId id="331" r:id="rId38"/>
    <p:sldId id="336" r:id="rId39"/>
    <p:sldId id="323" r:id="rId40"/>
    <p:sldId id="309" r:id="rId41"/>
    <p:sldId id="310" r:id="rId42"/>
    <p:sldId id="326" r:id="rId43"/>
    <p:sldId id="31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B30"/>
    <a:srgbClr val="F7C9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40F36-6A3E-427B-B3A3-12D340DFA9C1}" v="1147" dt="2026-07-31T17:38:20.345"/>
    <p1510:client id="{248E2D8E-D6BF-8B96-9E7A-722C2D7D86A8}" v="47" dt="2026-07-31T15:10:19.040"/>
    <p1510:client id="{751C2601-DE8A-3E0A-A92A-CEDF5CE7FF76}" v="1585" dt="2026-07-30T23:01:44.807"/>
    <p1510:client id="{8B3884EE-C192-A524-35BC-799B07571A9D}" v="1348" dt="2026-07-30T19:31:11.133"/>
    <p1510:client id="{8FB9D615-953E-DF2F-6CA9-979CE9B1DE18}" v="322" dt="2026-07-30T19:41:27.393"/>
    <p1510:client id="{94714744-FD58-5610-04FE-B42868090F34}" v="2911" dt="2026-07-31T03:35:58.863"/>
    <p1510:client id="{B05855CB-7C0D-1086-824E-CD3442D5E335}" v="73" dt="2026-07-31T16:19:29.387"/>
    <p1510:client id="{E6870668-7638-B747-BE07-2EEB1B03674E}" v="8413" dt="2026-07-31T17:42:40.7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E9B911-5E9A-914F-B75D-CEDCD6FBD098}" type="doc">
      <dgm:prSet loTypeId="urn:microsoft.com/office/officeart/2005/8/layout/lProcess2" loCatId="" qsTypeId="urn:microsoft.com/office/officeart/2005/8/quickstyle/simple1" qsCatId="simple" csTypeId="urn:microsoft.com/office/officeart/2005/8/colors/accent1_2" csCatId="accent1" phldr="1"/>
      <dgm:spPr/>
      <dgm:t>
        <a:bodyPr/>
        <a:lstStyle/>
        <a:p>
          <a:endParaRPr lang="es-MX"/>
        </a:p>
      </dgm:t>
    </dgm:pt>
    <dgm:pt modelId="{F814B61D-DA81-2342-B188-74C29290D82F}">
      <dgm:prSet phldrT="[Texto]" custT="1"/>
      <dgm:spPr>
        <a:solidFill>
          <a:schemeClr val="bg1">
            <a:alpha val="37000"/>
          </a:schemeClr>
        </a:solidFill>
        <a:ln>
          <a:solidFill>
            <a:schemeClr val="tx1"/>
          </a:solidFill>
        </a:ln>
      </dgm:spPr>
      <dgm:t>
        <a:bodyPr/>
        <a:lstStyle/>
        <a:p>
          <a:r>
            <a:rPr lang="es-MX" sz="2200" b="1">
              <a:solidFill>
                <a:schemeClr val="tx1"/>
              </a:solidFill>
              <a:latin typeface="Aldhabi" pitchFamily="2" charset="-78"/>
              <a:cs typeface="Aldhabi" pitchFamily="2" charset="-78"/>
            </a:rPr>
            <a:t>6, 12, 18, 24 timestamps</a:t>
          </a:r>
        </a:p>
      </dgm:t>
    </dgm:pt>
    <dgm:pt modelId="{20250525-E95E-2046-93A7-8D24063801EE}">
      <dgm:prSet phldrT="[Texto]" custT="1"/>
      <dgm:spPr>
        <a:solidFill>
          <a:schemeClr val="accent3">
            <a:lumMod val="75000"/>
            <a:alpha val="0"/>
          </a:schemeClr>
        </a:solidFill>
        <a:ln>
          <a:solidFill>
            <a:schemeClr val="tx1"/>
          </a:solidFill>
        </a:ln>
      </dgm:spPr>
      <dgm:t>
        <a:bodyPr/>
        <a:lstStyle/>
        <a:p>
          <a:r>
            <a:rPr lang="es-MX" sz="2800" b="1">
              <a:solidFill>
                <a:schemeClr val="tx1"/>
              </a:solidFill>
              <a:effectLst/>
              <a:latin typeface="Copperplate"/>
            </a:rPr>
            <a:t>Satellite</a:t>
          </a:r>
        </a:p>
      </dgm:t>
    </dgm:pt>
    <dgm:pt modelId="{B8B4F38E-DA22-7A40-8230-D953A72EE43F}" type="sibTrans" cxnId="{3254BB05-3371-8F4E-A177-8F109B1BACC8}">
      <dgm:prSet/>
      <dgm:spPr/>
      <dgm:t>
        <a:bodyPr/>
        <a:lstStyle/>
        <a:p>
          <a:endParaRPr lang="es-MX"/>
        </a:p>
      </dgm:t>
    </dgm:pt>
    <dgm:pt modelId="{8673C295-C66E-A341-AB41-E3962E4464C7}" type="parTrans" cxnId="{3254BB05-3371-8F4E-A177-8F109B1BACC8}">
      <dgm:prSet/>
      <dgm:spPr/>
      <dgm:t>
        <a:bodyPr/>
        <a:lstStyle/>
        <a:p>
          <a:endParaRPr lang="es-MX"/>
        </a:p>
      </dgm:t>
    </dgm:pt>
    <dgm:pt modelId="{DA146F5A-3862-094D-A9F7-CF4736CC3AD2}" type="sibTrans" cxnId="{12AA9E4E-6B20-2F45-9546-E5FF66720A2A}">
      <dgm:prSet/>
      <dgm:spPr/>
      <dgm:t>
        <a:bodyPr/>
        <a:lstStyle/>
        <a:p>
          <a:endParaRPr lang="es-MX"/>
        </a:p>
      </dgm:t>
    </dgm:pt>
    <dgm:pt modelId="{45F8BAE6-94CB-864F-95CF-ACD7844A2BDE}" type="parTrans" cxnId="{12AA9E4E-6B20-2F45-9546-E5FF66720A2A}">
      <dgm:prSet/>
      <dgm:spPr/>
      <dgm:t>
        <a:bodyPr/>
        <a:lstStyle/>
        <a:p>
          <a:endParaRPr lang="es-MX"/>
        </a:p>
      </dgm:t>
    </dgm:pt>
    <dgm:pt modelId="{A6EB91BA-A629-B846-983B-6E810AD37595}">
      <dgm:prSet phldrT="[Texto]" custT="1"/>
      <dgm:spPr>
        <a:solidFill>
          <a:schemeClr val="bg1">
            <a:alpha val="37000"/>
          </a:schemeClr>
        </a:solidFill>
        <a:ln>
          <a:solidFill>
            <a:schemeClr val="tx1"/>
          </a:solidFill>
        </a:ln>
      </dgm:spPr>
      <dgm:t>
        <a:bodyPr/>
        <a:lstStyle/>
        <a:p>
          <a:r>
            <a:rPr lang="es-MX" sz="2200" b="1">
              <a:solidFill>
                <a:schemeClr val="tx1"/>
              </a:solidFill>
              <a:latin typeface="Aldhabi" pitchFamily="2" charset="-78"/>
              <a:cs typeface="Aldhabi" pitchFamily="2" charset="-78"/>
            </a:rPr>
            <a:t>Water Bands – prcrp, swe, vp</a:t>
          </a:r>
        </a:p>
      </dgm:t>
    </dgm:pt>
    <dgm:pt modelId="{42DD47D0-2B23-B748-A698-66F761DD5057}">
      <dgm:prSet phldrT="[Texto]" custT="1"/>
      <dgm:spPr>
        <a:solidFill>
          <a:schemeClr val="bg1">
            <a:alpha val="36775"/>
          </a:schemeClr>
        </a:solidFill>
        <a:ln>
          <a:solidFill>
            <a:schemeClr val="tx1"/>
          </a:solidFill>
        </a:ln>
      </dgm:spPr>
      <dgm:t>
        <a:bodyPr/>
        <a:lstStyle/>
        <a:p>
          <a:r>
            <a:rPr lang="es-MX" sz="2200" b="1">
              <a:solidFill>
                <a:schemeClr val="tx1"/>
              </a:solidFill>
              <a:latin typeface="Aldhabi" pitchFamily="2" charset="-78"/>
              <a:cs typeface="Aldhabi" pitchFamily="2" charset="-78"/>
            </a:rPr>
            <a:t>All 7 bands</a:t>
          </a:r>
        </a:p>
      </dgm:t>
    </dgm:pt>
    <dgm:pt modelId="{981CAED0-299E-F440-9E3C-017104A0CCBB}">
      <dgm:prSet phldrT="[Texto]" custT="1"/>
      <dgm:spPr>
        <a:solidFill>
          <a:schemeClr val="accent3">
            <a:lumMod val="75000"/>
            <a:alpha val="0"/>
          </a:schemeClr>
        </a:solidFill>
        <a:ln>
          <a:solidFill>
            <a:schemeClr val="tx1"/>
          </a:solidFill>
        </a:ln>
      </dgm:spPr>
      <dgm:t>
        <a:bodyPr/>
        <a:lstStyle/>
        <a:p>
          <a:r>
            <a:rPr lang="es-MX" sz="2800" b="1">
              <a:solidFill>
                <a:schemeClr val="tx1"/>
              </a:solidFill>
              <a:effectLst/>
              <a:latin typeface="Copperplate"/>
            </a:rPr>
            <a:t>Weather</a:t>
          </a:r>
        </a:p>
      </dgm:t>
    </dgm:pt>
    <dgm:pt modelId="{E7383D64-D2E9-144B-A892-5545C221AF7B}" type="sibTrans" cxnId="{E86015E8-209D-A648-9EE6-508C97DB4262}">
      <dgm:prSet/>
      <dgm:spPr/>
      <dgm:t>
        <a:bodyPr/>
        <a:lstStyle/>
        <a:p>
          <a:endParaRPr lang="es-MX"/>
        </a:p>
      </dgm:t>
    </dgm:pt>
    <dgm:pt modelId="{93567F31-FEDB-F843-BBC1-F5D18FA609E6}" type="parTrans" cxnId="{E86015E8-209D-A648-9EE6-508C97DB4262}">
      <dgm:prSet/>
      <dgm:spPr/>
      <dgm:t>
        <a:bodyPr/>
        <a:lstStyle/>
        <a:p>
          <a:endParaRPr lang="es-MX"/>
        </a:p>
      </dgm:t>
    </dgm:pt>
    <dgm:pt modelId="{E44EAA83-28FC-4A44-A053-17C1908599D6}" type="sibTrans" cxnId="{20CA0830-741B-DD4E-9CC3-53AF0BCEF593}">
      <dgm:prSet/>
      <dgm:spPr/>
      <dgm:t>
        <a:bodyPr/>
        <a:lstStyle/>
        <a:p>
          <a:endParaRPr lang="es-MX"/>
        </a:p>
      </dgm:t>
    </dgm:pt>
    <dgm:pt modelId="{B3A6B673-3571-7C46-93A9-C924ED702B5A}" type="parTrans" cxnId="{20CA0830-741B-DD4E-9CC3-53AF0BCEF593}">
      <dgm:prSet/>
      <dgm:spPr/>
      <dgm:t>
        <a:bodyPr/>
        <a:lstStyle/>
        <a:p>
          <a:endParaRPr lang="es-MX"/>
        </a:p>
      </dgm:t>
    </dgm:pt>
    <dgm:pt modelId="{4A046338-2F43-EE4D-8A6A-B3A4EEA4F9F9}" type="sibTrans" cxnId="{5F26ACD0-6B12-754A-9728-031996F37673}">
      <dgm:prSet/>
      <dgm:spPr/>
      <dgm:t>
        <a:bodyPr/>
        <a:lstStyle/>
        <a:p>
          <a:endParaRPr lang="es-MX"/>
        </a:p>
      </dgm:t>
    </dgm:pt>
    <dgm:pt modelId="{42FE64D1-66AB-2443-AF6B-72EDEC279C36}" type="parTrans" cxnId="{5F26ACD0-6B12-754A-9728-031996F37673}">
      <dgm:prSet/>
      <dgm:spPr/>
      <dgm:t>
        <a:bodyPr/>
        <a:lstStyle/>
        <a:p>
          <a:endParaRPr lang="es-MX"/>
        </a:p>
      </dgm:t>
    </dgm:pt>
    <dgm:pt modelId="{95E4FE62-7C8B-1A47-B8C8-2F66DD123E67}">
      <dgm:prSet phldrT="[Texto]" custT="1"/>
      <dgm:spPr>
        <a:solidFill>
          <a:schemeClr val="bg1">
            <a:alpha val="37000"/>
          </a:schemeClr>
        </a:solidFill>
        <a:ln>
          <a:solidFill>
            <a:schemeClr val="tx1"/>
          </a:solidFill>
        </a:ln>
      </dgm:spPr>
      <dgm:t>
        <a:bodyPr/>
        <a:lstStyle/>
        <a:p>
          <a:r>
            <a:rPr lang="es-MX" sz="2200" b="1">
              <a:solidFill>
                <a:schemeClr val="tx1"/>
              </a:solidFill>
              <a:latin typeface="Aldhabi" pitchFamily="2" charset="-78"/>
              <a:cs typeface="Aldhabi" pitchFamily="2" charset="-78"/>
            </a:rPr>
            <a:t>Sun Bands – dayl, srad, tmax, tmin</a:t>
          </a:r>
        </a:p>
      </dgm:t>
    </dgm:pt>
    <dgm:pt modelId="{A155492B-CA39-ED4B-8D84-67E47ABD0E39}" type="parTrans" cxnId="{85094E0E-2AAE-BB44-8F8A-F4E05DCFA7E9}">
      <dgm:prSet/>
      <dgm:spPr/>
      <dgm:t>
        <a:bodyPr/>
        <a:lstStyle/>
        <a:p>
          <a:endParaRPr lang="es-MX"/>
        </a:p>
      </dgm:t>
    </dgm:pt>
    <dgm:pt modelId="{79FE24F1-7D87-AC4D-AC47-C0ED2DBCE12D}" type="sibTrans" cxnId="{85094E0E-2AAE-BB44-8F8A-F4E05DCFA7E9}">
      <dgm:prSet/>
      <dgm:spPr/>
      <dgm:t>
        <a:bodyPr/>
        <a:lstStyle/>
        <a:p>
          <a:endParaRPr lang="es-MX"/>
        </a:p>
      </dgm:t>
    </dgm:pt>
    <dgm:pt modelId="{116C1B53-B81D-FE4F-8D51-6FCC0663C054}" type="pres">
      <dgm:prSet presAssocID="{F9E9B911-5E9A-914F-B75D-CEDCD6FBD098}" presName="theList" presStyleCnt="0">
        <dgm:presLayoutVars>
          <dgm:dir/>
          <dgm:animLvl val="lvl"/>
          <dgm:resizeHandles val="exact"/>
        </dgm:presLayoutVars>
      </dgm:prSet>
      <dgm:spPr/>
    </dgm:pt>
    <dgm:pt modelId="{F52425FC-CF95-6248-95C8-189A12EB32C7}" type="pres">
      <dgm:prSet presAssocID="{981CAED0-299E-F440-9E3C-017104A0CCBB}" presName="compNode" presStyleCnt="0"/>
      <dgm:spPr/>
    </dgm:pt>
    <dgm:pt modelId="{54888142-025A-3D40-99DE-F8ACEB086AC3}" type="pres">
      <dgm:prSet presAssocID="{981CAED0-299E-F440-9E3C-017104A0CCBB}" presName="aNode" presStyleLbl="bgShp" presStyleIdx="0" presStyleCnt="2" custLinFactNeighborX="-45059" custLinFactNeighborY="-17161"/>
      <dgm:spPr/>
    </dgm:pt>
    <dgm:pt modelId="{81F82324-0F89-834C-A2A2-EFD9B2ABDAB8}" type="pres">
      <dgm:prSet presAssocID="{981CAED0-299E-F440-9E3C-017104A0CCBB}" presName="textNode" presStyleLbl="bgShp" presStyleIdx="0" presStyleCnt="2"/>
      <dgm:spPr/>
    </dgm:pt>
    <dgm:pt modelId="{DD5CC15B-3989-9546-99C8-35C707ACF661}" type="pres">
      <dgm:prSet presAssocID="{981CAED0-299E-F440-9E3C-017104A0CCBB}" presName="compChildNode" presStyleCnt="0"/>
      <dgm:spPr/>
    </dgm:pt>
    <dgm:pt modelId="{C8511ACB-5311-664E-9A24-94C607DEE373}" type="pres">
      <dgm:prSet presAssocID="{981CAED0-299E-F440-9E3C-017104A0CCBB}" presName="theInnerList" presStyleCnt="0"/>
      <dgm:spPr/>
    </dgm:pt>
    <dgm:pt modelId="{6CB3CAB4-5010-EF47-B495-92A13EB485C9}" type="pres">
      <dgm:prSet presAssocID="{42DD47D0-2B23-B748-A698-66F761DD5057}" presName="childNode" presStyleLbl="node1" presStyleIdx="0" presStyleCnt="4">
        <dgm:presLayoutVars>
          <dgm:bulletEnabled val="1"/>
        </dgm:presLayoutVars>
      </dgm:prSet>
      <dgm:spPr/>
    </dgm:pt>
    <dgm:pt modelId="{EFB73908-B2F3-A04A-BFBF-5EB84CD3147D}" type="pres">
      <dgm:prSet presAssocID="{42DD47D0-2B23-B748-A698-66F761DD5057}" presName="aSpace2" presStyleCnt="0"/>
      <dgm:spPr/>
    </dgm:pt>
    <dgm:pt modelId="{7FB052BF-6963-E446-97BC-A49FF3F09A35}" type="pres">
      <dgm:prSet presAssocID="{95E4FE62-7C8B-1A47-B8C8-2F66DD123E67}" presName="childNode" presStyleLbl="node1" presStyleIdx="1" presStyleCnt="4">
        <dgm:presLayoutVars>
          <dgm:bulletEnabled val="1"/>
        </dgm:presLayoutVars>
      </dgm:prSet>
      <dgm:spPr/>
    </dgm:pt>
    <dgm:pt modelId="{30F8A64B-2A1A-0542-A888-D5ADEA8E9CD4}" type="pres">
      <dgm:prSet presAssocID="{95E4FE62-7C8B-1A47-B8C8-2F66DD123E67}" presName="aSpace2" presStyleCnt="0"/>
      <dgm:spPr/>
    </dgm:pt>
    <dgm:pt modelId="{175EC0ED-A789-0143-A311-C2BB4DEB88F1}" type="pres">
      <dgm:prSet presAssocID="{A6EB91BA-A629-B846-983B-6E810AD37595}" presName="childNode" presStyleLbl="node1" presStyleIdx="2" presStyleCnt="4">
        <dgm:presLayoutVars>
          <dgm:bulletEnabled val="1"/>
        </dgm:presLayoutVars>
      </dgm:prSet>
      <dgm:spPr/>
    </dgm:pt>
    <dgm:pt modelId="{AFA03B7E-E32D-DF40-AFA6-B04E3008002A}" type="pres">
      <dgm:prSet presAssocID="{981CAED0-299E-F440-9E3C-017104A0CCBB}" presName="aSpace" presStyleCnt="0"/>
      <dgm:spPr/>
    </dgm:pt>
    <dgm:pt modelId="{C03530B7-DFBE-5049-8EE5-1C3A9BF8E70F}" type="pres">
      <dgm:prSet presAssocID="{20250525-E95E-2046-93A7-8D24063801EE}" presName="compNode" presStyleCnt="0"/>
      <dgm:spPr/>
    </dgm:pt>
    <dgm:pt modelId="{642DE877-FA44-E743-BDD9-FA41BC983121}" type="pres">
      <dgm:prSet presAssocID="{20250525-E95E-2046-93A7-8D24063801EE}" presName="aNode" presStyleLbl="bgShp" presStyleIdx="1" presStyleCnt="2"/>
      <dgm:spPr/>
    </dgm:pt>
    <dgm:pt modelId="{1D9594C8-8695-0848-9EC5-3DF5A70217EA}" type="pres">
      <dgm:prSet presAssocID="{20250525-E95E-2046-93A7-8D24063801EE}" presName="textNode" presStyleLbl="bgShp" presStyleIdx="1" presStyleCnt="2"/>
      <dgm:spPr/>
    </dgm:pt>
    <dgm:pt modelId="{9BFBA2E4-E462-7A40-8CC9-3D1C6734C248}" type="pres">
      <dgm:prSet presAssocID="{20250525-E95E-2046-93A7-8D24063801EE}" presName="compChildNode" presStyleCnt="0"/>
      <dgm:spPr/>
    </dgm:pt>
    <dgm:pt modelId="{0880C13F-A13F-1B42-9EAB-31AA74793701}" type="pres">
      <dgm:prSet presAssocID="{20250525-E95E-2046-93A7-8D24063801EE}" presName="theInnerList" presStyleCnt="0"/>
      <dgm:spPr/>
    </dgm:pt>
    <dgm:pt modelId="{D56D0F74-172B-D649-8575-F6564DE52303}" type="pres">
      <dgm:prSet presAssocID="{F814B61D-DA81-2342-B188-74C29290D82F}" presName="childNode" presStyleLbl="node1" presStyleIdx="3" presStyleCnt="4">
        <dgm:presLayoutVars>
          <dgm:bulletEnabled val="1"/>
        </dgm:presLayoutVars>
      </dgm:prSet>
      <dgm:spPr/>
    </dgm:pt>
  </dgm:ptLst>
  <dgm:cxnLst>
    <dgm:cxn modelId="{3254BB05-3371-8F4E-A177-8F109B1BACC8}" srcId="{F9E9B911-5E9A-914F-B75D-CEDCD6FBD098}" destId="{20250525-E95E-2046-93A7-8D24063801EE}" srcOrd="1" destOrd="0" parTransId="{8673C295-C66E-A341-AB41-E3962E4464C7}" sibTransId="{B8B4F38E-DA22-7A40-8230-D953A72EE43F}"/>
    <dgm:cxn modelId="{85094E0E-2AAE-BB44-8F8A-F4E05DCFA7E9}" srcId="{981CAED0-299E-F440-9E3C-017104A0CCBB}" destId="{95E4FE62-7C8B-1A47-B8C8-2F66DD123E67}" srcOrd="1" destOrd="0" parTransId="{A155492B-CA39-ED4B-8D84-67E47ABD0E39}" sibTransId="{79FE24F1-7D87-AC4D-AC47-C0ED2DBCE12D}"/>
    <dgm:cxn modelId="{0063831A-6E04-D641-9A32-E24626E77160}" type="presOf" srcId="{981CAED0-299E-F440-9E3C-017104A0CCBB}" destId="{81F82324-0F89-834C-A2A2-EFD9B2ABDAB8}" srcOrd="1" destOrd="0" presId="urn:microsoft.com/office/officeart/2005/8/layout/lProcess2"/>
    <dgm:cxn modelId="{20CA0830-741B-DD4E-9CC3-53AF0BCEF593}" srcId="{981CAED0-299E-F440-9E3C-017104A0CCBB}" destId="{A6EB91BA-A629-B846-983B-6E810AD37595}" srcOrd="2" destOrd="0" parTransId="{B3A6B673-3571-7C46-93A9-C924ED702B5A}" sibTransId="{E44EAA83-28FC-4A44-A053-17C1908599D6}"/>
    <dgm:cxn modelId="{7142BF60-DE05-184C-983B-216F73556DB6}" type="presOf" srcId="{A6EB91BA-A629-B846-983B-6E810AD37595}" destId="{175EC0ED-A789-0143-A311-C2BB4DEB88F1}" srcOrd="0" destOrd="0" presId="urn:microsoft.com/office/officeart/2005/8/layout/lProcess2"/>
    <dgm:cxn modelId="{1C5ACD41-CC60-1348-80C0-989331B6EA77}" type="presOf" srcId="{20250525-E95E-2046-93A7-8D24063801EE}" destId="{1D9594C8-8695-0848-9EC5-3DF5A70217EA}" srcOrd="1" destOrd="0" presId="urn:microsoft.com/office/officeart/2005/8/layout/lProcess2"/>
    <dgm:cxn modelId="{12AA9E4E-6B20-2F45-9546-E5FF66720A2A}" srcId="{20250525-E95E-2046-93A7-8D24063801EE}" destId="{F814B61D-DA81-2342-B188-74C29290D82F}" srcOrd="0" destOrd="0" parTransId="{45F8BAE6-94CB-864F-95CF-ACD7844A2BDE}" sibTransId="{DA146F5A-3862-094D-A9F7-CF4736CC3AD2}"/>
    <dgm:cxn modelId="{A3364A8D-DDA6-1B4B-9473-06AE4A84CE03}" type="presOf" srcId="{F814B61D-DA81-2342-B188-74C29290D82F}" destId="{D56D0F74-172B-D649-8575-F6564DE52303}" srcOrd="0" destOrd="0" presId="urn:microsoft.com/office/officeart/2005/8/layout/lProcess2"/>
    <dgm:cxn modelId="{E95A0AB9-B986-834E-A225-F145E98C9E0A}" type="presOf" srcId="{20250525-E95E-2046-93A7-8D24063801EE}" destId="{642DE877-FA44-E743-BDD9-FA41BC983121}" srcOrd="0" destOrd="0" presId="urn:microsoft.com/office/officeart/2005/8/layout/lProcess2"/>
    <dgm:cxn modelId="{162716D0-E835-2649-9B7D-5D1F84AF3FEB}" type="presOf" srcId="{95E4FE62-7C8B-1A47-B8C8-2F66DD123E67}" destId="{7FB052BF-6963-E446-97BC-A49FF3F09A35}" srcOrd="0" destOrd="0" presId="urn:microsoft.com/office/officeart/2005/8/layout/lProcess2"/>
    <dgm:cxn modelId="{5F26ACD0-6B12-754A-9728-031996F37673}" srcId="{981CAED0-299E-F440-9E3C-017104A0CCBB}" destId="{42DD47D0-2B23-B748-A698-66F761DD5057}" srcOrd="0" destOrd="0" parTransId="{42FE64D1-66AB-2443-AF6B-72EDEC279C36}" sibTransId="{4A046338-2F43-EE4D-8A6A-B3A4EEA4F9F9}"/>
    <dgm:cxn modelId="{09563CE5-829A-A742-969F-DDE36705DACA}" type="presOf" srcId="{F9E9B911-5E9A-914F-B75D-CEDCD6FBD098}" destId="{116C1B53-B81D-FE4F-8D51-6FCC0663C054}" srcOrd="0" destOrd="0" presId="urn:microsoft.com/office/officeart/2005/8/layout/lProcess2"/>
    <dgm:cxn modelId="{E86015E8-209D-A648-9EE6-508C97DB4262}" srcId="{F9E9B911-5E9A-914F-B75D-CEDCD6FBD098}" destId="{981CAED0-299E-F440-9E3C-017104A0CCBB}" srcOrd="0" destOrd="0" parTransId="{93567F31-FEDB-F843-BBC1-F5D18FA609E6}" sibTransId="{E7383D64-D2E9-144B-A892-5545C221AF7B}"/>
    <dgm:cxn modelId="{C7DFC1F3-83BD-9E44-A18D-154DF67B6D2A}" type="presOf" srcId="{981CAED0-299E-F440-9E3C-017104A0CCBB}" destId="{54888142-025A-3D40-99DE-F8ACEB086AC3}" srcOrd="0" destOrd="0" presId="urn:microsoft.com/office/officeart/2005/8/layout/lProcess2"/>
    <dgm:cxn modelId="{0ED69CFF-7529-2648-BECB-EBB949C3359C}" type="presOf" srcId="{42DD47D0-2B23-B748-A698-66F761DD5057}" destId="{6CB3CAB4-5010-EF47-B495-92A13EB485C9}" srcOrd="0" destOrd="0" presId="urn:microsoft.com/office/officeart/2005/8/layout/lProcess2"/>
    <dgm:cxn modelId="{17775C6D-09BE-3141-B580-0C29396455E8}" type="presParOf" srcId="{116C1B53-B81D-FE4F-8D51-6FCC0663C054}" destId="{F52425FC-CF95-6248-95C8-189A12EB32C7}" srcOrd="0" destOrd="0" presId="urn:microsoft.com/office/officeart/2005/8/layout/lProcess2"/>
    <dgm:cxn modelId="{B6FDE934-8AFC-9341-B6C0-E5A2B461E8AC}" type="presParOf" srcId="{F52425FC-CF95-6248-95C8-189A12EB32C7}" destId="{54888142-025A-3D40-99DE-F8ACEB086AC3}" srcOrd="0" destOrd="0" presId="urn:microsoft.com/office/officeart/2005/8/layout/lProcess2"/>
    <dgm:cxn modelId="{9D90C7C0-4D74-BF46-9E85-C644EC20960D}" type="presParOf" srcId="{F52425FC-CF95-6248-95C8-189A12EB32C7}" destId="{81F82324-0F89-834C-A2A2-EFD9B2ABDAB8}" srcOrd="1" destOrd="0" presId="urn:microsoft.com/office/officeart/2005/8/layout/lProcess2"/>
    <dgm:cxn modelId="{63B4E31D-F7D2-CB46-B625-434D7BA1A38E}" type="presParOf" srcId="{F52425FC-CF95-6248-95C8-189A12EB32C7}" destId="{DD5CC15B-3989-9546-99C8-35C707ACF661}" srcOrd="2" destOrd="0" presId="urn:microsoft.com/office/officeart/2005/8/layout/lProcess2"/>
    <dgm:cxn modelId="{16DD6CF4-38C0-EB41-ABE1-53F69ECBAD93}" type="presParOf" srcId="{DD5CC15B-3989-9546-99C8-35C707ACF661}" destId="{C8511ACB-5311-664E-9A24-94C607DEE373}" srcOrd="0" destOrd="0" presId="urn:microsoft.com/office/officeart/2005/8/layout/lProcess2"/>
    <dgm:cxn modelId="{CDEE56D0-DFBE-0E44-AAAD-51AA1AD3A7F4}" type="presParOf" srcId="{C8511ACB-5311-664E-9A24-94C607DEE373}" destId="{6CB3CAB4-5010-EF47-B495-92A13EB485C9}" srcOrd="0" destOrd="0" presId="urn:microsoft.com/office/officeart/2005/8/layout/lProcess2"/>
    <dgm:cxn modelId="{C4C87471-1CE2-C345-A548-4D80B1962786}" type="presParOf" srcId="{C8511ACB-5311-664E-9A24-94C607DEE373}" destId="{EFB73908-B2F3-A04A-BFBF-5EB84CD3147D}" srcOrd="1" destOrd="0" presId="urn:microsoft.com/office/officeart/2005/8/layout/lProcess2"/>
    <dgm:cxn modelId="{ECF2FC53-E15D-2447-967E-906F48FE36B2}" type="presParOf" srcId="{C8511ACB-5311-664E-9A24-94C607DEE373}" destId="{7FB052BF-6963-E446-97BC-A49FF3F09A35}" srcOrd="2" destOrd="0" presId="urn:microsoft.com/office/officeart/2005/8/layout/lProcess2"/>
    <dgm:cxn modelId="{979F2B0A-9E10-E549-B88C-1E36A2E9E4C4}" type="presParOf" srcId="{C8511ACB-5311-664E-9A24-94C607DEE373}" destId="{30F8A64B-2A1A-0542-A888-D5ADEA8E9CD4}" srcOrd="3" destOrd="0" presId="urn:microsoft.com/office/officeart/2005/8/layout/lProcess2"/>
    <dgm:cxn modelId="{27B828D5-6E06-E04F-8940-A098CB411EE6}" type="presParOf" srcId="{C8511ACB-5311-664E-9A24-94C607DEE373}" destId="{175EC0ED-A789-0143-A311-C2BB4DEB88F1}" srcOrd="4" destOrd="0" presId="urn:microsoft.com/office/officeart/2005/8/layout/lProcess2"/>
    <dgm:cxn modelId="{3BDCDBBA-6D64-9744-998B-ED0946651342}" type="presParOf" srcId="{116C1B53-B81D-FE4F-8D51-6FCC0663C054}" destId="{AFA03B7E-E32D-DF40-AFA6-B04E3008002A}" srcOrd="1" destOrd="0" presId="urn:microsoft.com/office/officeart/2005/8/layout/lProcess2"/>
    <dgm:cxn modelId="{9233C33D-5A51-D34A-9D17-205C0C804C42}" type="presParOf" srcId="{116C1B53-B81D-FE4F-8D51-6FCC0663C054}" destId="{C03530B7-DFBE-5049-8EE5-1C3A9BF8E70F}" srcOrd="2" destOrd="0" presId="urn:microsoft.com/office/officeart/2005/8/layout/lProcess2"/>
    <dgm:cxn modelId="{0ACFA318-4E25-DD4E-80EB-631BCABF275E}" type="presParOf" srcId="{C03530B7-DFBE-5049-8EE5-1C3A9BF8E70F}" destId="{642DE877-FA44-E743-BDD9-FA41BC983121}" srcOrd="0" destOrd="0" presId="urn:microsoft.com/office/officeart/2005/8/layout/lProcess2"/>
    <dgm:cxn modelId="{C4498F87-940F-E746-B069-83E6BD6DBBAF}" type="presParOf" srcId="{C03530B7-DFBE-5049-8EE5-1C3A9BF8E70F}" destId="{1D9594C8-8695-0848-9EC5-3DF5A70217EA}" srcOrd="1" destOrd="0" presId="urn:microsoft.com/office/officeart/2005/8/layout/lProcess2"/>
    <dgm:cxn modelId="{2FBF2A96-1873-FE40-BC99-D131EEEB121E}" type="presParOf" srcId="{C03530B7-DFBE-5049-8EE5-1C3A9BF8E70F}" destId="{9BFBA2E4-E462-7A40-8CC9-3D1C6734C248}" srcOrd="2" destOrd="0" presId="urn:microsoft.com/office/officeart/2005/8/layout/lProcess2"/>
    <dgm:cxn modelId="{019FAAD0-2EBB-C642-96D6-4588F1CA882A}" type="presParOf" srcId="{9BFBA2E4-E462-7A40-8CC9-3D1C6734C248}" destId="{0880C13F-A13F-1B42-9EAB-31AA74793701}" srcOrd="0" destOrd="0" presId="urn:microsoft.com/office/officeart/2005/8/layout/lProcess2"/>
    <dgm:cxn modelId="{44D928A6-9B2A-E342-A278-CF3E96CB7915}" type="presParOf" srcId="{0880C13F-A13F-1B42-9EAB-31AA74793701}" destId="{D56D0F74-172B-D649-8575-F6564DE52303}" srcOrd="0" destOrd="0" presId="urn:microsoft.com/office/officeart/2005/8/layout/lProcess2"/>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888142-025A-3D40-99DE-F8ACEB086AC3}">
      <dsp:nvSpPr>
        <dsp:cNvPr id="0" name=""/>
        <dsp:cNvSpPr/>
      </dsp:nvSpPr>
      <dsp:spPr>
        <a:xfrm>
          <a:off x="0" y="0"/>
          <a:ext cx="3868341" cy="3711844"/>
        </a:xfrm>
        <a:prstGeom prst="roundRect">
          <a:avLst>
            <a:gd name="adj" fmla="val 10000"/>
          </a:avLst>
        </a:prstGeom>
        <a:solidFill>
          <a:schemeClr val="accent3">
            <a:lumMod val="75000"/>
            <a:alpha val="0"/>
          </a:scheme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b="1" kern="1200">
              <a:solidFill>
                <a:schemeClr val="tx1"/>
              </a:solidFill>
              <a:effectLst/>
              <a:latin typeface="Copperplate"/>
            </a:rPr>
            <a:t>Weather</a:t>
          </a:r>
        </a:p>
      </dsp:txBody>
      <dsp:txXfrm>
        <a:off x="0" y="0"/>
        <a:ext cx="3868341" cy="1113553"/>
      </dsp:txXfrm>
    </dsp:sp>
    <dsp:sp modelId="{6CB3CAB4-5010-EF47-B495-92A13EB485C9}">
      <dsp:nvSpPr>
        <dsp:cNvPr id="0" name=""/>
        <dsp:cNvSpPr/>
      </dsp:nvSpPr>
      <dsp:spPr>
        <a:xfrm>
          <a:off x="390855" y="1113870"/>
          <a:ext cx="3094673" cy="729228"/>
        </a:xfrm>
        <a:prstGeom prst="roundRect">
          <a:avLst>
            <a:gd name="adj" fmla="val 10000"/>
          </a:avLst>
        </a:prstGeom>
        <a:solidFill>
          <a:schemeClr val="bg1">
            <a:alpha val="36775"/>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marL="0" lvl="0" indent="0" algn="ctr" defTabSz="977900">
            <a:lnSpc>
              <a:spcPct val="90000"/>
            </a:lnSpc>
            <a:spcBef>
              <a:spcPct val="0"/>
            </a:spcBef>
            <a:spcAft>
              <a:spcPct val="35000"/>
            </a:spcAft>
            <a:buNone/>
          </a:pPr>
          <a:r>
            <a:rPr lang="es-MX" sz="2200" b="1" kern="1200">
              <a:solidFill>
                <a:schemeClr val="tx1"/>
              </a:solidFill>
              <a:latin typeface="Aldhabi" pitchFamily="2" charset="-78"/>
              <a:cs typeface="Aldhabi" pitchFamily="2" charset="-78"/>
            </a:rPr>
            <a:t>All 7 bands</a:t>
          </a:r>
        </a:p>
      </dsp:txBody>
      <dsp:txXfrm>
        <a:off x="412213" y="1135228"/>
        <a:ext cx="3051957" cy="686512"/>
      </dsp:txXfrm>
    </dsp:sp>
    <dsp:sp modelId="{7FB052BF-6963-E446-97BC-A49FF3F09A35}">
      <dsp:nvSpPr>
        <dsp:cNvPr id="0" name=""/>
        <dsp:cNvSpPr/>
      </dsp:nvSpPr>
      <dsp:spPr>
        <a:xfrm>
          <a:off x="390855" y="1955288"/>
          <a:ext cx="3094673" cy="729228"/>
        </a:xfrm>
        <a:prstGeom prst="roundRect">
          <a:avLst>
            <a:gd name="adj" fmla="val 10000"/>
          </a:avLst>
        </a:prstGeom>
        <a:solidFill>
          <a:schemeClr val="bg1">
            <a:alpha val="37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marL="0" lvl="0" indent="0" algn="ctr" defTabSz="977900">
            <a:lnSpc>
              <a:spcPct val="90000"/>
            </a:lnSpc>
            <a:spcBef>
              <a:spcPct val="0"/>
            </a:spcBef>
            <a:spcAft>
              <a:spcPct val="35000"/>
            </a:spcAft>
            <a:buNone/>
          </a:pPr>
          <a:r>
            <a:rPr lang="es-MX" sz="2200" b="1" kern="1200">
              <a:solidFill>
                <a:schemeClr val="tx1"/>
              </a:solidFill>
              <a:latin typeface="Aldhabi" pitchFamily="2" charset="-78"/>
              <a:cs typeface="Aldhabi" pitchFamily="2" charset="-78"/>
            </a:rPr>
            <a:t>Sun Bands – dayl, srad, tmax, tmin</a:t>
          </a:r>
        </a:p>
      </dsp:txBody>
      <dsp:txXfrm>
        <a:off x="412213" y="1976646"/>
        <a:ext cx="3051957" cy="686512"/>
      </dsp:txXfrm>
    </dsp:sp>
    <dsp:sp modelId="{175EC0ED-A789-0143-A311-C2BB4DEB88F1}">
      <dsp:nvSpPr>
        <dsp:cNvPr id="0" name=""/>
        <dsp:cNvSpPr/>
      </dsp:nvSpPr>
      <dsp:spPr>
        <a:xfrm>
          <a:off x="390855" y="2796705"/>
          <a:ext cx="3094673" cy="729228"/>
        </a:xfrm>
        <a:prstGeom prst="roundRect">
          <a:avLst>
            <a:gd name="adj" fmla="val 10000"/>
          </a:avLst>
        </a:prstGeom>
        <a:solidFill>
          <a:schemeClr val="bg1">
            <a:alpha val="37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marL="0" lvl="0" indent="0" algn="ctr" defTabSz="977900">
            <a:lnSpc>
              <a:spcPct val="90000"/>
            </a:lnSpc>
            <a:spcBef>
              <a:spcPct val="0"/>
            </a:spcBef>
            <a:spcAft>
              <a:spcPct val="35000"/>
            </a:spcAft>
            <a:buNone/>
          </a:pPr>
          <a:r>
            <a:rPr lang="es-MX" sz="2200" b="1" kern="1200">
              <a:solidFill>
                <a:schemeClr val="tx1"/>
              </a:solidFill>
              <a:latin typeface="Aldhabi" pitchFamily="2" charset="-78"/>
              <a:cs typeface="Aldhabi" pitchFamily="2" charset="-78"/>
            </a:rPr>
            <a:t>Water Bands – prcrp, swe, vp</a:t>
          </a:r>
        </a:p>
      </dsp:txBody>
      <dsp:txXfrm>
        <a:off x="412213" y="2818063"/>
        <a:ext cx="3051957" cy="686512"/>
      </dsp:txXfrm>
    </dsp:sp>
    <dsp:sp modelId="{642DE877-FA44-E743-BDD9-FA41BC983121}">
      <dsp:nvSpPr>
        <dsp:cNvPr id="0" name=""/>
        <dsp:cNvSpPr/>
      </dsp:nvSpPr>
      <dsp:spPr>
        <a:xfrm>
          <a:off x="4162488" y="0"/>
          <a:ext cx="3868341" cy="3711844"/>
        </a:xfrm>
        <a:prstGeom prst="roundRect">
          <a:avLst>
            <a:gd name="adj" fmla="val 10000"/>
          </a:avLst>
        </a:prstGeom>
        <a:solidFill>
          <a:schemeClr val="accent3">
            <a:lumMod val="75000"/>
            <a:alpha val="0"/>
          </a:schemeClr>
        </a:solidFill>
        <a:ln>
          <a:solidFill>
            <a:schemeClr val="tx1"/>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MX" sz="2800" b="1" kern="1200">
              <a:solidFill>
                <a:schemeClr val="tx1"/>
              </a:solidFill>
              <a:effectLst/>
              <a:latin typeface="Copperplate"/>
            </a:rPr>
            <a:t>Satellite</a:t>
          </a:r>
        </a:p>
      </dsp:txBody>
      <dsp:txXfrm>
        <a:off x="4162488" y="0"/>
        <a:ext cx="3868341" cy="1113553"/>
      </dsp:txXfrm>
    </dsp:sp>
    <dsp:sp modelId="{D56D0F74-172B-D649-8575-F6564DE52303}">
      <dsp:nvSpPr>
        <dsp:cNvPr id="0" name=""/>
        <dsp:cNvSpPr/>
      </dsp:nvSpPr>
      <dsp:spPr>
        <a:xfrm>
          <a:off x="4549323" y="1113553"/>
          <a:ext cx="3094673" cy="2412698"/>
        </a:xfrm>
        <a:prstGeom prst="roundRect">
          <a:avLst>
            <a:gd name="adj" fmla="val 10000"/>
          </a:avLst>
        </a:prstGeom>
        <a:solidFill>
          <a:schemeClr val="bg1">
            <a:alpha val="37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marL="0" lvl="0" indent="0" algn="ctr" defTabSz="977900">
            <a:lnSpc>
              <a:spcPct val="90000"/>
            </a:lnSpc>
            <a:spcBef>
              <a:spcPct val="0"/>
            </a:spcBef>
            <a:spcAft>
              <a:spcPct val="35000"/>
            </a:spcAft>
            <a:buNone/>
          </a:pPr>
          <a:r>
            <a:rPr lang="es-MX" sz="2200" b="1" kern="1200">
              <a:solidFill>
                <a:schemeClr val="tx1"/>
              </a:solidFill>
              <a:latin typeface="Aldhabi" pitchFamily="2" charset="-78"/>
              <a:cs typeface="Aldhabi" pitchFamily="2" charset="-78"/>
            </a:rPr>
            <a:t>6, 12, 18, 24 timestamps</a:t>
          </a:r>
        </a:p>
      </dsp:txBody>
      <dsp:txXfrm>
        <a:off x="4619989" y="1184219"/>
        <a:ext cx="2953341" cy="227136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A5A000-3CA1-D143-8C4D-F75675D13A22}" type="datetimeFigureOut">
              <a:rPr lang="es-US" smtClean="0"/>
              <a:t>7/31/2026</a:t>
            </a:fld>
            <a:endParaRPr lang="es-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37491-A240-DF44-8ADD-18563A46C82D}" type="slidenum">
              <a:rPr lang="es-US" smtClean="0"/>
              <a:t>‹#›</a:t>
            </a:fld>
            <a:endParaRPr lang="es-US"/>
          </a:p>
        </p:txBody>
      </p:sp>
    </p:spTree>
    <p:extLst>
      <p:ext uri="{BB962C8B-B14F-4D97-AF65-F5344CB8AC3E}">
        <p14:creationId xmlns:p14="http://schemas.microsoft.com/office/powerpoint/2010/main" val="2914626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1</a:t>
            </a:fld>
            <a:endParaRPr lang="es-US"/>
          </a:p>
        </p:txBody>
      </p:sp>
    </p:spTree>
    <p:extLst>
      <p:ext uri="{BB962C8B-B14F-4D97-AF65-F5344CB8AC3E}">
        <p14:creationId xmlns:p14="http://schemas.microsoft.com/office/powerpoint/2010/main" val="3208847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r>
              <a:rPr lang="es-US"/>
              <a:t>Jerry</a:t>
            </a:r>
          </a:p>
        </p:txBody>
      </p:sp>
      <p:sp>
        <p:nvSpPr>
          <p:cNvPr id="4" name="Marcador de número de diapositiva 3"/>
          <p:cNvSpPr>
            <a:spLocks noGrp="1"/>
          </p:cNvSpPr>
          <p:nvPr>
            <p:ph type="sldNum" sz="quarter" idx="5"/>
          </p:nvPr>
        </p:nvSpPr>
        <p:spPr/>
        <p:txBody>
          <a:bodyPr/>
          <a:lstStyle/>
          <a:p>
            <a:fld id="{48737491-A240-DF44-8ADD-18563A46C82D}" type="slidenum">
              <a:rPr lang="es-US" smtClean="0"/>
              <a:t>2</a:t>
            </a:fld>
            <a:endParaRPr lang="es-US"/>
          </a:p>
        </p:txBody>
      </p:sp>
    </p:spTree>
    <p:extLst>
      <p:ext uri="{BB962C8B-B14F-4D97-AF65-F5344CB8AC3E}">
        <p14:creationId xmlns:p14="http://schemas.microsoft.com/office/powerpoint/2010/main" val="684934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3</a:t>
            </a:fld>
            <a:endParaRPr lang="es-US"/>
          </a:p>
        </p:txBody>
      </p:sp>
    </p:spTree>
    <p:extLst>
      <p:ext uri="{BB962C8B-B14F-4D97-AF65-F5344CB8AC3E}">
        <p14:creationId xmlns:p14="http://schemas.microsoft.com/office/powerpoint/2010/main" val="420362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pPr rtl="0"/>
            <a:r>
              <a:rPr lang="en-US" sz="1200" b="0" i="0" u="none" strike="noStrike" kern="1200">
                <a:solidFill>
                  <a:schemeClr val="tx1"/>
                </a:solidFill>
                <a:effectLst/>
                <a:latin typeface="+mn-lt"/>
                <a:ea typeface="+mn-ea"/>
                <a:cs typeface="+mn-cs"/>
              </a:rPr>
              <a:t>Accurate crop classification helps to monitor agriculture activities, allows us to make predictions on how much food is being produced, and identify the types of crops being grown in a large area. </a:t>
            </a:r>
          </a:p>
          <a:p>
            <a:pPr rtl="0"/>
            <a:r>
              <a:rPr lang="en-US" sz="1200" b="0" i="0" u="none" strike="noStrike" kern="1200">
                <a:solidFill>
                  <a:schemeClr val="tx1"/>
                </a:solidFill>
                <a:effectLst/>
                <a:latin typeface="+mn-lt"/>
                <a:ea typeface="+mn-ea"/>
                <a:cs typeface="+mn-cs"/>
              </a:rPr>
              <a:t>This information can allow farmers to make better management decisions and help policy makers to monitor food supplies and plan agriculture activities.</a:t>
            </a:r>
            <a:endParaRPr lang="en-US" b="0">
              <a:effectLst/>
            </a:endParaRPr>
          </a:p>
          <a:p>
            <a:pPr rtl="0"/>
            <a:r>
              <a:rPr lang="en-US" sz="1200" b="0" i="0" u="none" strike="noStrike" kern="1200">
                <a:solidFill>
                  <a:schemeClr val="tx1"/>
                </a:solidFill>
                <a:effectLst/>
                <a:latin typeface="+mn-lt"/>
                <a:ea typeface="+mn-ea"/>
                <a:cs typeface="+mn-cs"/>
              </a:rPr>
              <a:t>We can also monitor precipitation conditions and plant health, allowing farmers to monitor soil moisture and take early actions in diseased crops to reduce economic loss.</a:t>
            </a:r>
            <a:endParaRPr lang="en-US" b="0">
              <a:effectLst/>
            </a:endParaRPr>
          </a:p>
          <a:p>
            <a:br>
              <a:rPr lang="en-US"/>
            </a:br>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4</a:t>
            </a:fld>
            <a:endParaRPr lang="es-US"/>
          </a:p>
        </p:txBody>
      </p:sp>
    </p:spTree>
    <p:extLst>
      <p:ext uri="{BB962C8B-B14F-4D97-AF65-F5344CB8AC3E}">
        <p14:creationId xmlns:p14="http://schemas.microsoft.com/office/powerpoint/2010/main" val="1038691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n-US" sz="1200" b="0" i="0" u="none" strike="noStrike" kern="1200">
                <a:solidFill>
                  <a:schemeClr val="tx1"/>
                </a:solidFill>
                <a:effectLst/>
                <a:latin typeface="+mn-lt"/>
                <a:ea typeface="+mn-ea"/>
                <a:cs typeface="+mn-cs"/>
              </a:rPr>
              <a:t>Although satellite imagery provides many useful information, it has its limitations. Many crop types appear similar during parts of the growing season. </a:t>
            </a:r>
          </a:p>
          <a:p>
            <a:pPr rtl="0"/>
            <a:endParaRPr lang="en-US" sz="1200" b="0" i="0" u="none" strike="noStrike" kern="1200">
              <a:solidFill>
                <a:schemeClr val="tx1"/>
              </a:solidFill>
              <a:effectLst/>
              <a:latin typeface="+mn-lt"/>
              <a:ea typeface="+mn-ea"/>
              <a:cs typeface="+mn-cs"/>
            </a:endParaRPr>
          </a:p>
          <a:p>
            <a:pPr rtl="0"/>
            <a:r>
              <a:rPr lang="en-US" sz="1200" b="0" i="0" u="none" strike="noStrike" kern="1200">
                <a:solidFill>
                  <a:schemeClr val="tx1"/>
                </a:solidFill>
                <a:effectLst/>
                <a:latin typeface="+mn-lt"/>
                <a:ea typeface="+mn-ea"/>
                <a:cs typeface="+mn-cs"/>
              </a:rPr>
              <a:t>For example, corn and soybean look virtually identical during early spring emergence.</a:t>
            </a:r>
          </a:p>
          <a:p>
            <a:pPr rtl="0"/>
            <a:endParaRPr lang="en-US" b="0">
              <a:effectLst/>
            </a:endParaRPr>
          </a:p>
          <a:p>
            <a:pPr rtl="0"/>
            <a:r>
              <a:rPr lang="en-US" sz="1200" b="0" i="0" u="none" strike="noStrike" kern="1200">
                <a:solidFill>
                  <a:schemeClr val="tx1"/>
                </a:solidFill>
                <a:effectLst/>
                <a:latin typeface="+mn-lt"/>
                <a:ea typeface="+mn-ea"/>
                <a:cs typeface="+mn-cs"/>
              </a:rPr>
              <a:t>This challenge motivates the integration of additional information like weather data to improve crop classification accuracy.  </a:t>
            </a:r>
            <a:endParaRPr lang="en-US" b="0">
              <a:effectLst/>
            </a:endParaRPr>
          </a:p>
          <a:p>
            <a:br>
              <a:rPr lang="en-US"/>
            </a:br>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5</a:t>
            </a:fld>
            <a:endParaRPr lang="es-US"/>
          </a:p>
        </p:txBody>
      </p:sp>
    </p:spTree>
    <p:extLst>
      <p:ext uri="{BB962C8B-B14F-4D97-AF65-F5344CB8AC3E}">
        <p14:creationId xmlns:p14="http://schemas.microsoft.com/office/powerpoint/2010/main" val="1443823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a:solidFill>
                  <a:schemeClr val="tx1"/>
                </a:solidFill>
                <a:effectLst/>
                <a:latin typeface="+mn-lt"/>
                <a:ea typeface="+mn-ea"/>
                <a:cs typeface="+mn-cs"/>
              </a:rPr>
              <a:t>Here we show a series of satellite images of the same crop area over 12 timestamps. We can see how the area changes as crops are planted, grow, and harvest.</a:t>
            </a:r>
            <a:endParaRPr lang="en-US" b="0">
              <a:effectLst/>
            </a:endParaRPr>
          </a:p>
          <a:p>
            <a:br>
              <a:rPr lang="en-US"/>
            </a:br>
            <a:endParaRPr lang="es-US"/>
          </a:p>
        </p:txBody>
      </p:sp>
      <p:sp>
        <p:nvSpPr>
          <p:cNvPr id="4" name="Slide Number Placeholder 3"/>
          <p:cNvSpPr>
            <a:spLocks noGrp="1"/>
          </p:cNvSpPr>
          <p:nvPr>
            <p:ph type="sldNum" sz="quarter" idx="5"/>
          </p:nvPr>
        </p:nvSpPr>
        <p:spPr/>
        <p:txBody>
          <a:bodyPr/>
          <a:lstStyle/>
          <a:p>
            <a:fld id="{48737491-A240-DF44-8ADD-18563A46C82D}" type="slidenum">
              <a:rPr lang="es-US" smtClean="0"/>
              <a:t>6</a:t>
            </a:fld>
            <a:endParaRPr lang="es-US"/>
          </a:p>
        </p:txBody>
      </p:sp>
    </p:spTree>
    <p:extLst>
      <p:ext uri="{BB962C8B-B14F-4D97-AF65-F5344CB8AC3E}">
        <p14:creationId xmlns:p14="http://schemas.microsoft.com/office/powerpoint/2010/main" val="3441672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Here we show a series of satellite images of the same crop area over 12 timestamps. We can see how the area changes as crops are planted, grow, and harvest.</a:t>
            </a:r>
            <a:endParaRPr lang="en-US" b="0">
              <a:effectLst/>
            </a:endParaRPr>
          </a:p>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7</a:t>
            </a:fld>
            <a:endParaRPr lang="es-US"/>
          </a:p>
        </p:txBody>
      </p:sp>
    </p:spTree>
    <p:extLst>
      <p:ext uri="{BB962C8B-B14F-4D97-AF65-F5344CB8AC3E}">
        <p14:creationId xmlns:p14="http://schemas.microsoft.com/office/powerpoint/2010/main" val="2484390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Here we show a series of satellite images of the same crop area over 12 timestamps. We can see how the area changes as crops are planted, grow, and harvest.</a:t>
            </a:r>
            <a:endParaRPr lang="en-US" b="0">
              <a:effectLst/>
            </a:endParaRPr>
          </a:p>
          <a:p>
            <a:endParaRPr lang="en-US"/>
          </a:p>
        </p:txBody>
      </p:sp>
      <p:sp>
        <p:nvSpPr>
          <p:cNvPr id="4" name="Slide Number Placeholder 3"/>
          <p:cNvSpPr>
            <a:spLocks noGrp="1"/>
          </p:cNvSpPr>
          <p:nvPr>
            <p:ph type="sldNum" sz="quarter" idx="5"/>
          </p:nvPr>
        </p:nvSpPr>
        <p:spPr/>
        <p:txBody>
          <a:bodyPr/>
          <a:lstStyle/>
          <a:p>
            <a:fld id="{48737491-A240-DF44-8ADD-18563A46C82D}" type="slidenum">
              <a:rPr lang="es-US" smtClean="0"/>
              <a:t>8</a:t>
            </a:fld>
            <a:endParaRPr lang="es-US"/>
          </a:p>
        </p:txBody>
      </p:sp>
    </p:spTree>
    <p:extLst>
      <p:ext uri="{BB962C8B-B14F-4D97-AF65-F5344CB8AC3E}">
        <p14:creationId xmlns:p14="http://schemas.microsoft.com/office/powerpoint/2010/main" val="3513245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a:solidFill>
                  <a:schemeClr val="tx1"/>
                </a:solidFill>
                <a:effectLst/>
                <a:latin typeface="+mn-lt"/>
                <a:ea typeface="+mn-ea"/>
                <a:cs typeface="+mn-cs"/>
              </a:rPr>
              <a:t>This is a </a:t>
            </a:r>
            <a:r>
              <a:rPr lang="en-US" altLang="zh-CN" sz="1200" b="0" i="0" u="none" strike="noStrike" kern="1200">
                <a:solidFill>
                  <a:schemeClr val="tx1"/>
                </a:solidFill>
                <a:effectLst/>
                <a:latin typeface="+mn-lt"/>
                <a:ea typeface="+mn-ea"/>
                <a:cs typeface="+mn-cs"/>
              </a:rPr>
              <a:t>blown up</a:t>
            </a:r>
            <a:r>
              <a:rPr lang="en-US" sz="1200" b="0" i="0" u="none" strike="noStrike" kern="1200">
                <a:solidFill>
                  <a:schemeClr val="tx1"/>
                </a:solidFill>
                <a:effectLst/>
                <a:latin typeface="+mn-lt"/>
                <a:ea typeface="+mn-ea"/>
                <a:cs typeface="+mn-cs"/>
              </a:rPr>
              <a:t> image of a single time stamp. </a:t>
            </a:r>
          </a:p>
          <a:p>
            <a:br>
              <a:rPr lang="en-US"/>
            </a:br>
            <a:endParaRPr lang="en-US"/>
          </a:p>
        </p:txBody>
      </p:sp>
      <p:sp>
        <p:nvSpPr>
          <p:cNvPr id="4" name="Slide Number Placeholder 3"/>
          <p:cNvSpPr>
            <a:spLocks noGrp="1"/>
          </p:cNvSpPr>
          <p:nvPr>
            <p:ph type="sldNum" sz="quarter" idx="5"/>
          </p:nvPr>
        </p:nvSpPr>
        <p:spPr/>
        <p:txBody>
          <a:bodyPr/>
          <a:lstStyle/>
          <a:p>
            <a:fld id="{48737491-A240-DF44-8ADD-18563A46C82D}" type="slidenum">
              <a:rPr lang="es-US" smtClean="0"/>
              <a:t>9</a:t>
            </a:fld>
            <a:endParaRPr lang="es-US"/>
          </a:p>
        </p:txBody>
      </p:sp>
    </p:spTree>
    <p:extLst>
      <p:ext uri="{BB962C8B-B14F-4D97-AF65-F5344CB8AC3E}">
        <p14:creationId xmlns:p14="http://schemas.microsoft.com/office/powerpoint/2010/main" val="2134104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a:solidFill>
                  <a:schemeClr val="tx1"/>
                </a:solidFill>
                <a:effectLst/>
                <a:latin typeface="+mn-lt"/>
                <a:ea typeface="+mn-ea"/>
                <a:cs typeface="+mn-cs"/>
              </a:rPr>
              <a:t>The main objective of this project is to develop a deep learning model that combines both satellite imagery and weather information to generate more accurate crop classification. </a:t>
            </a:r>
            <a:endParaRPr lang="en-US" b="0">
              <a:effectLst/>
            </a:endParaRPr>
          </a:p>
          <a:p>
            <a:br>
              <a:rPr lang="en-US"/>
            </a:br>
            <a:endParaRPr lang="es-US"/>
          </a:p>
        </p:txBody>
      </p:sp>
      <p:sp>
        <p:nvSpPr>
          <p:cNvPr id="4" name="Slide Number Placeholder 3"/>
          <p:cNvSpPr>
            <a:spLocks noGrp="1"/>
          </p:cNvSpPr>
          <p:nvPr>
            <p:ph type="sldNum" sz="quarter" idx="5"/>
          </p:nvPr>
        </p:nvSpPr>
        <p:spPr/>
        <p:txBody>
          <a:bodyPr/>
          <a:lstStyle/>
          <a:p>
            <a:fld id="{48737491-A240-DF44-8ADD-18563A46C82D}" type="slidenum">
              <a:rPr lang="es-US" smtClean="0"/>
              <a:t>10</a:t>
            </a:fld>
            <a:endParaRPr lang="es-US"/>
          </a:p>
        </p:txBody>
      </p:sp>
    </p:spTree>
    <p:extLst>
      <p:ext uri="{BB962C8B-B14F-4D97-AF65-F5344CB8AC3E}">
        <p14:creationId xmlns:p14="http://schemas.microsoft.com/office/powerpoint/2010/main" val="3446310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74780-75C6-EA9E-ED9B-07A16C8E4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E2630-D93B-BC98-99D1-421DFE584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45387-D2C1-BF8A-AB81-3FACEABDA8CC}"/>
              </a:ext>
            </a:extLst>
          </p:cNvPr>
          <p:cNvSpPr>
            <a:spLocks noGrp="1"/>
          </p:cNvSpPr>
          <p:nvPr>
            <p:ph type="body" idx="1"/>
          </p:nvPr>
        </p:nvSpPr>
        <p:spPr/>
        <p:txBody>
          <a:bodyPr/>
          <a:lstStyle/>
          <a:p>
            <a:pPr rtl="0"/>
            <a:r>
              <a:rPr lang="en-US" sz="1200" b="0" i="0" u="none" strike="noStrike" kern="1200">
                <a:solidFill>
                  <a:schemeClr val="tx1"/>
                </a:solidFill>
                <a:effectLst/>
                <a:latin typeface="+mn-lt"/>
                <a:ea typeface="+mn-ea"/>
                <a:cs typeface="+mn-cs"/>
              </a:rPr>
              <a:t>Beyond building the model, we also wanted to answer some additional questions:</a:t>
            </a:r>
          </a:p>
          <a:p>
            <a:pPr rtl="0"/>
            <a:endParaRPr lang="en-US" b="0">
              <a:effectLst/>
            </a:endParaRPr>
          </a:p>
          <a:p>
            <a:pPr rtl="0"/>
            <a:r>
              <a:rPr lang="en-US" sz="1200" b="0" i="0" u="none" strike="noStrike" kern="1200">
                <a:solidFill>
                  <a:schemeClr val="tx1"/>
                </a:solidFill>
                <a:effectLst/>
                <a:latin typeface="+mn-lt"/>
                <a:ea typeface="+mn-ea"/>
                <a:cs typeface="+mn-cs"/>
              </a:rPr>
              <a:t>How do different combinations of time stamps and weather variables affect the result? </a:t>
            </a:r>
          </a:p>
          <a:p>
            <a:pPr rtl="0"/>
            <a:endParaRPr lang="en-US" b="0">
              <a:effectLst/>
            </a:endParaRPr>
          </a:p>
          <a:p>
            <a:pPr rtl="0"/>
            <a:r>
              <a:rPr lang="en-US" sz="1200" b="0" i="0" u="none" strike="noStrike" kern="1200">
                <a:solidFill>
                  <a:schemeClr val="tx1"/>
                </a:solidFill>
                <a:effectLst/>
                <a:latin typeface="+mn-lt"/>
                <a:ea typeface="+mn-ea"/>
                <a:cs typeface="+mn-cs"/>
              </a:rPr>
              <a:t>Which weather variables contribute the most? </a:t>
            </a:r>
          </a:p>
          <a:p>
            <a:pPr rtl="0"/>
            <a:endParaRPr lang="en-US" b="0">
              <a:effectLst/>
            </a:endParaRPr>
          </a:p>
          <a:p>
            <a:pPr rtl="0"/>
            <a:r>
              <a:rPr lang="en-US" sz="1200" b="0" i="0" u="none" strike="noStrike" kern="1200">
                <a:solidFill>
                  <a:schemeClr val="tx1"/>
                </a:solidFill>
                <a:effectLst/>
                <a:latin typeface="+mn-lt"/>
                <a:ea typeface="+mn-ea"/>
                <a:cs typeface="+mn-cs"/>
              </a:rPr>
              <a:t>And how the transformer base model compares to model based on CNN and LSTM in prediction at sparse time stamps.</a:t>
            </a:r>
            <a:endParaRPr lang="en-US" b="0">
              <a:effectLst/>
            </a:endParaRPr>
          </a:p>
          <a:p>
            <a:br>
              <a:rPr lang="en-US"/>
            </a:br>
            <a:endParaRPr lang="es-US"/>
          </a:p>
        </p:txBody>
      </p:sp>
      <p:sp>
        <p:nvSpPr>
          <p:cNvPr id="4" name="Slide Number Placeholder 3">
            <a:extLst>
              <a:ext uri="{FF2B5EF4-FFF2-40B4-BE49-F238E27FC236}">
                <a16:creationId xmlns:a16="http://schemas.microsoft.com/office/drawing/2014/main" id="{7011411A-EDAE-4177-05C8-AEA4E3AE6FBC}"/>
              </a:ext>
            </a:extLst>
          </p:cNvPr>
          <p:cNvSpPr>
            <a:spLocks noGrp="1"/>
          </p:cNvSpPr>
          <p:nvPr>
            <p:ph type="sldNum" sz="quarter" idx="5"/>
          </p:nvPr>
        </p:nvSpPr>
        <p:spPr/>
        <p:txBody>
          <a:bodyPr/>
          <a:lstStyle/>
          <a:p>
            <a:fld id="{48737491-A240-DF44-8ADD-18563A46C82D}" type="slidenum">
              <a:rPr lang="es-US" smtClean="0"/>
              <a:t>11</a:t>
            </a:fld>
            <a:endParaRPr lang="es-US"/>
          </a:p>
        </p:txBody>
      </p:sp>
    </p:spTree>
    <p:extLst>
      <p:ext uri="{BB962C8B-B14F-4D97-AF65-F5344CB8AC3E}">
        <p14:creationId xmlns:p14="http://schemas.microsoft.com/office/powerpoint/2010/main" val="704817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r>
              <a:rPr lang="es-US"/>
              <a:t>Cindy </a:t>
            </a:r>
          </a:p>
        </p:txBody>
      </p:sp>
      <p:sp>
        <p:nvSpPr>
          <p:cNvPr id="4" name="Marcador de número de diapositiva 3"/>
          <p:cNvSpPr>
            <a:spLocks noGrp="1"/>
          </p:cNvSpPr>
          <p:nvPr>
            <p:ph type="sldNum" sz="quarter" idx="5"/>
          </p:nvPr>
        </p:nvSpPr>
        <p:spPr/>
        <p:txBody>
          <a:bodyPr/>
          <a:lstStyle/>
          <a:p>
            <a:fld id="{48737491-A240-DF44-8ADD-18563A46C82D}" type="slidenum">
              <a:rPr lang="es-US" smtClean="0"/>
              <a:t>12</a:t>
            </a:fld>
            <a:endParaRPr lang="es-US"/>
          </a:p>
        </p:txBody>
      </p:sp>
    </p:spTree>
    <p:extLst>
      <p:ext uri="{BB962C8B-B14F-4D97-AF65-F5344CB8AC3E}">
        <p14:creationId xmlns:p14="http://schemas.microsoft.com/office/powerpoint/2010/main" val="2027706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US" sz="1200" b="0" i="0" u="none" strike="noStrike" kern="1200">
                <a:solidFill>
                  <a:schemeClr val="tx1"/>
                </a:solidFill>
                <a:effectLst/>
                <a:latin typeface="+mn-lt"/>
                <a:ea typeface="+mn-ea"/>
                <a:cs typeface="+mn-cs"/>
              </a:rPr>
              <a:t>Our satellite imagery comes from the Sentinel-2 mission, which provides high-resolution multispectral images of the Earth's surface.</a:t>
            </a:r>
            <a:endParaRPr lang="es-US" b="0">
              <a:effectLst/>
            </a:endParaRP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The dataset contains 24 timestamps captured throughout the year, allowing us to observe crop development over time.</a:t>
            </a:r>
            <a:endParaRPr lang="es-US" b="0">
              <a:effectLst/>
            </a:endParaRP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Each image contains 10 spectral bands and has a spatial resolution of 1098 by 1098 pixels.</a:t>
            </a:r>
            <a:endParaRPr lang="es-US" b="0">
              <a:effectLst/>
            </a:endParaRP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Alongside the satellite imagery, we use 365 daily measurements for seven weather variables, including daylight and precipitation, etc, providing environmental context that may explain crop growth patterns not directly visible in the imagery.</a:t>
            </a:r>
            <a:endParaRPr lang="es-US" b="0">
              <a:effectLst/>
            </a:endParaRPr>
          </a:p>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13</a:t>
            </a:fld>
            <a:endParaRPr lang="es-US"/>
          </a:p>
        </p:txBody>
      </p:sp>
    </p:spTree>
    <p:extLst>
      <p:ext uri="{BB962C8B-B14F-4D97-AF65-F5344CB8AC3E}">
        <p14:creationId xmlns:p14="http://schemas.microsoft.com/office/powerpoint/2010/main" val="448192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US" sz="1200" b="0" i="0" u="none" strike="noStrike" kern="1200">
                <a:solidFill>
                  <a:schemeClr val="tx1"/>
                </a:solidFill>
                <a:effectLst/>
                <a:latin typeface="+mn-lt"/>
                <a:ea typeface="+mn-ea"/>
                <a:cs typeface="+mn-cs"/>
              </a:rPr>
              <a:t>The crop labels originate from the USDA Cropland Data Layer.</a:t>
            </a:r>
            <a:endParaRPr lang="es-US" b="0">
              <a:effectLst/>
            </a:endParaRP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There are 30 major crop classes, where each pixel is assigned one</a:t>
            </a:r>
            <a:endParaRPr lang="es-US" b="0">
              <a:effectLst/>
            </a:endParaRP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The dataset also provides an eroded version of the labels, where it removes pixels located along field boundaries, where neighboring crop types often mix together, reducing ambiguity and noise.</a:t>
            </a:r>
            <a:endParaRPr lang="es-US" b="0">
              <a:effectLst/>
            </a:endParaRPr>
          </a:p>
          <a:p>
            <a:br>
              <a:rPr lang="es-US"/>
            </a:br>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15</a:t>
            </a:fld>
            <a:endParaRPr lang="es-US"/>
          </a:p>
        </p:txBody>
      </p:sp>
    </p:spTree>
    <p:extLst>
      <p:ext uri="{BB962C8B-B14F-4D97-AF65-F5344CB8AC3E}">
        <p14:creationId xmlns:p14="http://schemas.microsoft.com/office/powerpoint/2010/main" val="624150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41AD0-04CE-BB8C-2550-0BB109E62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45422-4104-75A4-2DCE-245FCEE28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0FB31-56A6-A9E4-977A-F021E8C2AF81}"/>
              </a:ext>
            </a:extLst>
          </p:cNvPr>
          <p:cNvSpPr>
            <a:spLocks noGrp="1"/>
          </p:cNvSpPr>
          <p:nvPr>
            <p:ph type="body" idx="1"/>
          </p:nvPr>
        </p:nvSpPr>
        <p:spPr/>
        <p:txBody>
          <a:bodyPr/>
          <a:lstStyle/>
          <a:p>
            <a:pPr rtl="0"/>
            <a:r>
              <a:rPr lang="es-US" sz="1200" b="0" i="0" u="none" strike="noStrike" kern="1200">
                <a:solidFill>
                  <a:schemeClr val="tx1"/>
                </a:solidFill>
                <a:effectLst/>
                <a:latin typeface="+mn-lt"/>
                <a:ea typeface="+mn-ea"/>
                <a:cs typeface="+mn-cs"/>
              </a:rPr>
              <a:t>The </a:t>
            </a:r>
            <a:r>
              <a:rPr lang="en-US" sz="1200" b="0" i="0" u="none" strike="noStrike" kern="1200" noProof="0">
                <a:solidFill>
                  <a:schemeClr val="tx1"/>
                </a:solidFill>
                <a:effectLst/>
                <a:latin typeface="+mn-lt"/>
                <a:ea typeface="+mn-ea"/>
                <a:cs typeface="+mn-cs"/>
              </a:rPr>
              <a:t>combined</a:t>
            </a:r>
            <a:r>
              <a:rPr lang="es-US" sz="1200" b="0" i="0" u="none" strike="noStrike" kern="1200">
                <a:solidFill>
                  <a:schemeClr val="tx1"/>
                </a:solidFill>
                <a:effectLst/>
                <a:latin typeface="+mn-lt"/>
                <a:ea typeface="+mn-ea"/>
                <a:cs typeface="+mn-cs"/>
              </a:rPr>
              <a:t> labels preserve the complete field boundaries, while the eroded labels intentionally remove edge pixels, allowing the model to learn from more reliable examples during training.</a:t>
            </a:r>
            <a:endParaRPr lang="es-US" b="0">
              <a:effectLst/>
            </a:endParaRPr>
          </a:p>
          <a:p>
            <a:br>
              <a:rPr lang="es-US"/>
            </a:br>
            <a:endParaRPr lang="es-US"/>
          </a:p>
        </p:txBody>
      </p:sp>
      <p:sp>
        <p:nvSpPr>
          <p:cNvPr id="4" name="Slide Number Placeholder 3">
            <a:extLst>
              <a:ext uri="{FF2B5EF4-FFF2-40B4-BE49-F238E27FC236}">
                <a16:creationId xmlns:a16="http://schemas.microsoft.com/office/drawing/2014/main" id="{3C53AACA-EAB0-01A3-F0BB-D7DEFDEABA73}"/>
              </a:ext>
            </a:extLst>
          </p:cNvPr>
          <p:cNvSpPr>
            <a:spLocks noGrp="1"/>
          </p:cNvSpPr>
          <p:nvPr>
            <p:ph type="sldNum" sz="quarter" idx="5"/>
          </p:nvPr>
        </p:nvSpPr>
        <p:spPr/>
        <p:txBody>
          <a:bodyPr/>
          <a:lstStyle/>
          <a:p>
            <a:fld id="{48737491-A240-DF44-8ADD-18563A46C82D}" type="slidenum">
              <a:rPr lang="es-US" smtClean="0"/>
              <a:t>16</a:t>
            </a:fld>
            <a:endParaRPr lang="es-US"/>
          </a:p>
        </p:txBody>
      </p:sp>
    </p:spTree>
    <p:extLst>
      <p:ext uri="{BB962C8B-B14F-4D97-AF65-F5344CB8AC3E}">
        <p14:creationId xmlns:p14="http://schemas.microsoft.com/office/powerpoint/2010/main" val="1640669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D249-6B03-9067-833D-A9DA1A57FE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D0BCCA-34C7-635E-3336-D693BEEC3073}"/>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6BE9F215-7073-C6AF-9F14-A87E46957BE0}"/>
              </a:ext>
            </a:extLst>
          </p:cNvPr>
          <p:cNvSpPr>
            <a:spLocks noGrp="1"/>
          </p:cNvSpPr>
          <p:nvPr>
            <p:ph type="body" idx="1"/>
          </p:nvPr>
        </p:nvSpPr>
        <p:spPr/>
        <p:txBody>
          <a:bodyPr/>
          <a:lstStyle/>
          <a:p>
            <a:pPr rtl="0"/>
            <a:r>
              <a:rPr lang="es-US" sz="1200" b="0" i="0" u="none" strike="noStrike" kern="1200">
                <a:solidFill>
                  <a:schemeClr val="tx1"/>
                </a:solidFill>
                <a:effectLst/>
                <a:latin typeface="+mn-lt"/>
                <a:ea typeface="+mn-ea"/>
                <a:cs typeface="+mn-cs"/>
              </a:rPr>
              <a:t>STATT serves as the baseline for this project.</a:t>
            </a:r>
            <a:endParaRPr lang="es-US" b="0">
              <a:effectLst/>
            </a:endParaRP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It combines satellite imagery with temporal modeling by extracting spatial features and gathering temporal features from them across the timestamps. </a:t>
            </a:r>
            <a:endParaRPr lang="es-US" b="0">
              <a:effectLst/>
            </a:endParaRPr>
          </a:p>
          <a:p>
            <a:br>
              <a:rPr lang="es-US"/>
            </a:br>
            <a:endParaRPr lang="es-US"/>
          </a:p>
        </p:txBody>
      </p:sp>
      <p:sp>
        <p:nvSpPr>
          <p:cNvPr id="4" name="Marcador de número de diapositiva 3">
            <a:extLst>
              <a:ext uri="{FF2B5EF4-FFF2-40B4-BE49-F238E27FC236}">
                <a16:creationId xmlns:a16="http://schemas.microsoft.com/office/drawing/2014/main" id="{6033EAC9-AEFD-56BC-8D60-6943825C42B8}"/>
              </a:ext>
            </a:extLst>
          </p:cNvPr>
          <p:cNvSpPr>
            <a:spLocks noGrp="1"/>
          </p:cNvSpPr>
          <p:nvPr>
            <p:ph type="sldNum" sz="quarter" idx="5"/>
          </p:nvPr>
        </p:nvSpPr>
        <p:spPr/>
        <p:txBody>
          <a:bodyPr/>
          <a:lstStyle/>
          <a:p>
            <a:fld id="{48737491-A240-DF44-8ADD-18563A46C82D}" type="slidenum">
              <a:rPr lang="es-US" smtClean="0"/>
              <a:t>17</a:t>
            </a:fld>
            <a:endParaRPr lang="es-US"/>
          </a:p>
        </p:txBody>
      </p:sp>
    </p:spTree>
    <p:extLst>
      <p:ext uri="{BB962C8B-B14F-4D97-AF65-F5344CB8AC3E}">
        <p14:creationId xmlns:p14="http://schemas.microsoft.com/office/powerpoint/2010/main" val="3150483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D192-0038-8DE9-10CE-B1CBD12F1C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AE3367-8A41-6722-5D21-E4F33FD40B9C}"/>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EA0F51AF-38C3-3ABA-ED20-0C534601D8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US" sz="1200" b="0" i="0" u="none" strike="noStrike" kern="1200">
                <a:solidFill>
                  <a:schemeClr val="tx1"/>
                </a:solidFill>
                <a:effectLst/>
                <a:latin typeface="+mn-lt"/>
                <a:ea typeface="+mn-ea"/>
                <a:cs typeface="+mn-cs"/>
              </a:rPr>
              <a:t>WSTATT extends the STATT architecture by incorporating weather information alongside the satellite imagery.</a:t>
            </a:r>
            <a:endParaRPr lang="es-US"/>
          </a:p>
        </p:txBody>
      </p:sp>
      <p:sp>
        <p:nvSpPr>
          <p:cNvPr id="4" name="Marcador de número de diapositiva 3">
            <a:extLst>
              <a:ext uri="{FF2B5EF4-FFF2-40B4-BE49-F238E27FC236}">
                <a16:creationId xmlns:a16="http://schemas.microsoft.com/office/drawing/2014/main" id="{A8EF69F2-4864-1C7C-DC85-B047EBEAE4F7}"/>
              </a:ext>
            </a:extLst>
          </p:cNvPr>
          <p:cNvSpPr>
            <a:spLocks noGrp="1"/>
          </p:cNvSpPr>
          <p:nvPr>
            <p:ph type="sldNum" sz="quarter" idx="5"/>
          </p:nvPr>
        </p:nvSpPr>
        <p:spPr/>
        <p:txBody>
          <a:bodyPr/>
          <a:lstStyle/>
          <a:p>
            <a:fld id="{48737491-A240-DF44-8ADD-18563A46C82D}" type="slidenum">
              <a:rPr lang="es-US" smtClean="0"/>
              <a:t>18</a:t>
            </a:fld>
            <a:endParaRPr lang="es-US"/>
          </a:p>
        </p:txBody>
      </p:sp>
    </p:spTree>
    <p:extLst>
      <p:ext uri="{BB962C8B-B14F-4D97-AF65-F5344CB8AC3E}">
        <p14:creationId xmlns:p14="http://schemas.microsoft.com/office/powerpoint/2010/main" val="4215162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US" sz="1200" b="0" i="0" u="none" strike="noStrike" kern="1200">
                <a:solidFill>
                  <a:schemeClr val="tx1"/>
                </a:solidFill>
                <a:effectLst/>
                <a:latin typeface="+mn-lt"/>
                <a:ea typeface="+mn-ea"/>
                <a:cs typeface="+mn-cs"/>
              </a:rPr>
              <a:t>Our model combines both satellite imagery and weather data.</a:t>
            </a:r>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19</a:t>
            </a:fld>
            <a:endParaRPr lang="es-US"/>
          </a:p>
        </p:txBody>
      </p:sp>
    </p:spTree>
    <p:extLst>
      <p:ext uri="{BB962C8B-B14F-4D97-AF65-F5344CB8AC3E}">
        <p14:creationId xmlns:p14="http://schemas.microsoft.com/office/powerpoint/2010/main" val="3086076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US" sz="1200" b="0" i="0" u="none" strike="noStrike" kern="1200" err="1">
                <a:solidFill>
                  <a:schemeClr val="tx1"/>
                </a:solidFill>
                <a:effectLst/>
                <a:latin typeface="+mn-lt"/>
                <a:ea typeface="+mn-ea"/>
                <a:cs typeface="+mn-cs"/>
              </a:rPr>
              <a:t>Encoder</a:t>
            </a:r>
            <a:r>
              <a:rPr lang="es-US" sz="1200" b="0" i="0" u="none" strike="noStrike" kern="1200">
                <a:solidFill>
                  <a:schemeClr val="tx1"/>
                </a:solidFill>
                <a:effectLst/>
                <a:latin typeface="+mn-lt"/>
                <a:ea typeface="+mn-ea"/>
                <a:cs typeface="+mn-cs"/>
              </a:rPr>
              <a:t>: Find spatial features at different resolutions by </a:t>
            </a:r>
          </a:p>
          <a:p>
            <a:pPr rtl="0"/>
            <a:r>
              <a:rPr lang="es-US" sz="1200" b="0" i="0" u="none" strike="noStrike" kern="1200">
                <a:solidFill>
                  <a:schemeClr val="tx1"/>
                </a:solidFill>
                <a:effectLst/>
                <a:latin typeface="+mn-lt"/>
                <a:ea typeface="+mn-ea"/>
                <a:cs typeface="+mn-cs"/>
              </a:rPr>
              <a:t>progressively downsampling the input image.</a:t>
            </a:r>
            <a:endParaRPr lang="es-US" b="0">
              <a:effectLst/>
            </a:endParaRPr>
          </a:p>
          <a:p>
            <a:endParaRPr lang="es-US" sz="1200" b="0" i="0" u="none" strike="noStrike" kern="1200">
              <a:solidFill>
                <a:schemeClr val="tx1"/>
              </a:solidFill>
              <a:effectLst/>
              <a:latin typeface="+mn-lt"/>
              <a:ea typeface="+mn-ea"/>
              <a:cs typeface="+mn-cs"/>
            </a:endParaRPr>
          </a:p>
          <a:p>
            <a:r>
              <a:rPr lang="es-US" sz="1200" b="0" i="0" u="none" strike="noStrike" kern="1200">
                <a:solidFill>
                  <a:schemeClr val="tx1"/>
                </a:solidFill>
                <a:effectLst/>
                <a:latin typeface="+mn-lt"/>
                <a:ea typeface="+mn-ea"/>
                <a:cs typeface="+mn-cs"/>
              </a:rPr>
              <a:t>Decoder: Follows a temporal module and reconstructs the segmentation mask using skip connections by progressively upsampling the learned feature maps.</a:t>
            </a:r>
            <a:br>
              <a:rPr lang="es-US"/>
            </a:br>
            <a:endParaRPr lang="en-US"/>
          </a:p>
        </p:txBody>
      </p:sp>
      <p:sp>
        <p:nvSpPr>
          <p:cNvPr id="4" name="Slide Number Placeholder 3"/>
          <p:cNvSpPr>
            <a:spLocks noGrp="1"/>
          </p:cNvSpPr>
          <p:nvPr>
            <p:ph type="sldNum" sz="quarter" idx="5"/>
          </p:nvPr>
        </p:nvSpPr>
        <p:spPr/>
        <p:txBody>
          <a:bodyPr/>
          <a:lstStyle/>
          <a:p>
            <a:fld id="{48737491-A240-DF44-8ADD-18563A46C82D}" type="slidenum">
              <a:rPr lang="es-US" smtClean="0"/>
              <a:t>20</a:t>
            </a:fld>
            <a:endParaRPr lang="es-US"/>
          </a:p>
        </p:txBody>
      </p:sp>
    </p:spTree>
    <p:extLst>
      <p:ext uri="{BB962C8B-B14F-4D97-AF65-F5344CB8AC3E}">
        <p14:creationId xmlns:p14="http://schemas.microsoft.com/office/powerpoint/2010/main" val="327157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US" sz="1200" b="0" i="0" u="none" strike="noStrike" kern="1200">
                <a:solidFill>
                  <a:schemeClr val="tx1"/>
                </a:solidFill>
                <a:effectLst/>
                <a:latin typeface="+mn-lt"/>
                <a:ea typeface="+mn-ea"/>
                <a:cs typeface="+mn-cs"/>
              </a:rPr>
              <a:t>The LSTM processes the sequence of encoded satellite features across multiple timestamps, learning seasonal crop development patterns (planting, growth, and harvesting). </a:t>
            </a: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It’s made of 2 structures: forward, which manages the growing season, and backward, which manages the harvesting season</a:t>
            </a:r>
            <a:endParaRPr lang="es-US" b="0">
              <a:effectLst/>
            </a:endParaRPr>
          </a:p>
          <a:p>
            <a:endParaRPr lang="en-US"/>
          </a:p>
        </p:txBody>
      </p:sp>
      <p:sp>
        <p:nvSpPr>
          <p:cNvPr id="4" name="Slide Number Placeholder 3"/>
          <p:cNvSpPr>
            <a:spLocks noGrp="1"/>
          </p:cNvSpPr>
          <p:nvPr>
            <p:ph type="sldNum" sz="quarter" idx="5"/>
          </p:nvPr>
        </p:nvSpPr>
        <p:spPr/>
        <p:txBody>
          <a:bodyPr/>
          <a:lstStyle/>
          <a:p>
            <a:fld id="{48737491-A240-DF44-8ADD-18563A46C82D}" type="slidenum">
              <a:rPr lang="es-US" smtClean="0"/>
              <a:t>21</a:t>
            </a:fld>
            <a:endParaRPr lang="es-US"/>
          </a:p>
        </p:txBody>
      </p:sp>
    </p:spTree>
    <p:extLst>
      <p:ext uri="{BB962C8B-B14F-4D97-AF65-F5344CB8AC3E}">
        <p14:creationId xmlns:p14="http://schemas.microsoft.com/office/powerpoint/2010/main" val="3308373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1E995-7269-A0B6-35C8-7B8446BD9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29CBC-EF47-D8DA-0622-C45EB0AAA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E7393-FCFE-2F97-767B-58B49ECFB001}"/>
              </a:ext>
            </a:extLst>
          </p:cNvPr>
          <p:cNvSpPr>
            <a:spLocks noGrp="1"/>
          </p:cNvSpPr>
          <p:nvPr>
            <p:ph type="body" idx="1"/>
          </p:nvPr>
        </p:nvSpPr>
        <p:spPr/>
        <p:txBody>
          <a:bodyPr/>
          <a:lstStyle/>
          <a:p>
            <a:pPr rtl="0"/>
            <a:r>
              <a:rPr lang="es-US" sz="1200" b="0" i="0" u="none" strike="noStrike" kern="1200">
                <a:solidFill>
                  <a:schemeClr val="tx1"/>
                </a:solidFill>
                <a:effectLst/>
                <a:latin typeface="+mn-lt"/>
                <a:ea typeface="+mn-ea"/>
                <a:cs typeface="+mn-cs"/>
              </a:rPr>
              <a:t>This attention module assigns higher importance to informative timestamps and weather conditions while reducing the influence of noisy observations, deciding which skip connections are the most important.</a:t>
            </a:r>
          </a:p>
          <a:p>
            <a:pPr rtl="0"/>
            <a:endParaRPr lang="es-US" sz="1200" b="0" i="0" u="none" strike="noStrike" kern="1200">
              <a:solidFill>
                <a:schemeClr val="tx1"/>
              </a:solidFill>
              <a:effectLst/>
              <a:latin typeface="+mn-lt"/>
              <a:ea typeface="+mn-ea"/>
              <a:cs typeface="+mn-cs"/>
            </a:endParaRPr>
          </a:p>
          <a:p>
            <a:pPr rtl="0"/>
            <a:r>
              <a:rPr lang="es-US" sz="1200" b="0" i="0" u="none" strike="noStrike" kern="1200">
                <a:solidFill>
                  <a:schemeClr val="tx1"/>
                </a:solidFill>
                <a:effectLst/>
                <a:latin typeface="+mn-lt"/>
                <a:ea typeface="+mn-ea"/>
                <a:cs typeface="+mn-cs"/>
              </a:rPr>
              <a:t>It also creates a hidden state that models different phenological patterns throughout the year.</a:t>
            </a:r>
            <a:endParaRPr lang="es-US" b="0">
              <a:effectLst/>
            </a:endParaRPr>
          </a:p>
          <a:p>
            <a:endParaRPr lang="es-US"/>
          </a:p>
        </p:txBody>
      </p:sp>
      <p:sp>
        <p:nvSpPr>
          <p:cNvPr id="4" name="Slide Number Placeholder 3">
            <a:extLst>
              <a:ext uri="{FF2B5EF4-FFF2-40B4-BE49-F238E27FC236}">
                <a16:creationId xmlns:a16="http://schemas.microsoft.com/office/drawing/2014/main" id="{029CC923-5BB0-FDAE-40AE-1ECAC4F331AF}"/>
              </a:ext>
            </a:extLst>
          </p:cNvPr>
          <p:cNvSpPr>
            <a:spLocks noGrp="1"/>
          </p:cNvSpPr>
          <p:nvPr>
            <p:ph type="sldNum" sz="quarter" idx="5"/>
          </p:nvPr>
        </p:nvSpPr>
        <p:spPr/>
        <p:txBody>
          <a:bodyPr/>
          <a:lstStyle/>
          <a:p>
            <a:fld id="{48737491-A240-DF44-8ADD-18563A46C82D}" type="slidenum">
              <a:rPr lang="es-US" smtClean="0"/>
              <a:t>22</a:t>
            </a:fld>
            <a:endParaRPr lang="es-US"/>
          </a:p>
        </p:txBody>
      </p:sp>
    </p:spTree>
    <p:extLst>
      <p:ext uri="{BB962C8B-B14F-4D97-AF65-F5344CB8AC3E}">
        <p14:creationId xmlns:p14="http://schemas.microsoft.com/office/powerpoint/2010/main" val="3959588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US" sz="1200" b="0" i="0" u="none" strike="noStrike" kern="1200">
                <a:solidFill>
                  <a:schemeClr val="tx1"/>
                </a:solidFill>
                <a:effectLst/>
                <a:latin typeface="+mn-lt"/>
                <a:ea typeface="+mn-ea"/>
                <a:cs typeface="+mn-cs"/>
              </a:rPr>
              <a:t>The final result is a segmentation mask where every pixel is assigned a predicted crop class.</a:t>
            </a:r>
            <a:endParaRPr lang="en-US"/>
          </a:p>
        </p:txBody>
      </p:sp>
      <p:sp>
        <p:nvSpPr>
          <p:cNvPr id="4" name="Slide Number Placeholder 3"/>
          <p:cNvSpPr>
            <a:spLocks noGrp="1"/>
          </p:cNvSpPr>
          <p:nvPr>
            <p:ph type="sldNum" sz="quarter" idx="5"/>
          </p:nvPr>
        </p:nvSpPr>
        <p:spPr/>
        <p:txBody>
          <a:bodyPr/>
          <a:lstStyle/>
          <a:p>
            <a:fld id="{48737491-A240-DF44-8ADD-18563A46C82D}" type="slidenum">
              <a:rPr lang="es-US" smtClean="0"/>
              <a:t>23</a:t>
            </a:fld>
            <a:endParaRPr lang="es-US"/>
          </a:p>
        </p:txBody>
      </p:sp>
    </p:spTree>
    <p:extLst>
      <p:ext uri="{BB962C8B-B14F-4D97-AF65-F5344CB8AC3E}">
        <p14:creationId xmlns:p14="http://schemas.microsoft.com/office/powerpoint/2010/main" val="3904847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r>
              <a:rPr lang="es-US"/>
              <a:t>Cindy</a:t>
            </a:r>
          </a:p>
        </p:txBody>
      </p:sp>
      <p:sp>
        <p:nvSpPr>
          <p:cNvPr id="4" name="Marcador de número de diapositiva 3"/>
          <p:cNvSpPr>
            <a:spLocks noGrp="1"/>
          </p:cNvSpPr>
          <p:nvPr>
            <p:ph type="sldNum" sz="quarter" idx="5"/>
          </p:nvPr>
        </p:nvSpPr>
        <p:spPr/>
        <p:txBody>
          <a:bodyPr/>
          <a:lstStyle/>
          <a:p>
            <a:fld id="{48737491-A240-DF44-8ADD-18563A46C82D}" type="slidenum">
              <a:rPr lang="es-US" smtClean="0"/>
              <a:t>24</a:t>
            </a:fld>
            <a:endParaRPr lang="es-US"/>
          </a:p>
        </p:txBody>
      </p:sp>
    </p:spTree>
    <p:extLst>
      <p:ext uri="{BB962C8B-B14F-4D97-AF65-F5344CB8AC3E}">
        <p14:creationId xmlns:p14="http://schemas.microsoft.com/office/powerpoint/2010/main" val="2991970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24D5E-9FB0-BDAC-F671-355E6D2E36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A813E5-8591-F316-B001-F87E42F4AE60}"/>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79306C66-7CF2-4627-DC98-C8CB9CB388C7}"/>
              </a:ext>
            </a:extLst>
          </p:cNvPr>
          <p:cNvSpPr>
            <a:spLocks noGrp="1"/>
          </p:cNvSpPr>
          <p:nvPr>
            <p:ph type="body" idx="1"/>
          </p:nvPr>
        </p:nvSpPr>
        <p:spPr/>
        <p:txBody>
          <a:bodyPr/>
          <a:lstStyle/>
          <a:p>
            <a:r>
              <a:rPr lang="es-US"/>
              <a:t>Carson</a:t>
            </a:r>
          </a:p>
        </p:txBody>
      </p:sp>
      <p:sp>
        <p:nvSpPr>
          <p:cNvPr id="4" name="Marcador de número de diapositiva 3">
            <a:extLst>
              <a:ext uri="{FF2B5EF4-FFF2-40B4-BE49-F238E27FC236}">
                <a16:creationId xmlns:a16="http://schemas.microsoft.com/office/drawing/2014/main" id="{05694D8D-890D-4011-F01A-622C5CF341E5}"/>
              </a:ext>
            </a:extLst>
          </p:cNvPr>
          <p:cNvSpPr>
            <a:spLocks noGrp="1"/>
          </p:cNvSpPr>
          <p:nvPr>
            <p:ph type="sldNum" sz="quarter" idx="5"/>
          </p:nvPr>
        </p:nvSpPr>
        <p:spPr/>
        <p:txBody>
          <a:bodyPr/>
          <a:lstStyle/>
          <a:p>
            <a:fld id="{48737491-A240-DF44-8ADD-18563A46C82D}" type="slidenum">
              <a:rPr lang="es-US" smtClean="0"/>
              <a:t>25</a:t>
            </a:fld>
            <a:endParaRPr lang="es-US"/>
          </a:p>
        </p:txBody>
      </p:sp>
    </p:spTree>
    <p:extLst>
      <p:ext uri="{BB962C8B-B14F-4D97-AF65-F5344CB8AC3E}">
        <p14:creationId xmlns:p14="http://schemas.microsoft.com/office/powerpoint/2010/main" val="697978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AE50-688D-AA24-DEB5-89D5CB39B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F28EB-3BB4-9DE1-6FDB-AB79C6AA3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89B99-3DA7-7298-3084-0C3291DABB4D}"/>
              </a:ext>
            </a:extLst>
          </p:cNvPr>
          <p:cNvSpPr>
            <a:spLocks noGrp="1"/>
          </p:cNvSpPr>
          <p:nvPr>
            <p:ph type="body" idx="1"/>
          </p:nvPr>
        </p:nvSpPr>
        <p:spPr/>
        <p:txBody>
          <a:bodyPr/>
          <a:lstStyle/>
          <a:p>
            <a:endParaRPr lang="es-US"/>
          </a:p>
        </p:txBody>
      </p:sp>
      <p:sp>
        <p:nvSpPr>
          <p:cNvPr id="4" name="Slide Number Placeholder 3">
            <a:extLst>
              <a:ext uri="{FF2B5EF4-FFF2-40B4-BE49-F238E27FC236}">
                <a16:creationId xmlns:a16="http://schemas.microsoft.com/office/drawing/2014/main" id="{E45894BF-4003-DDB7-4CA0-52661F80EE65}"/>
              </a:ext>
            </a:extLst>
          </p:cNvPr>
          <p:cNvSpPr>
            <a:spLocks noGrp="1"/>
          </p:cNvSpPr>
          <p:nvPr>
            <p:ph type="sldNum" sz="quarter" idx="5"/>
          </p:nvPr>
        </p:nvSpPr>
        <p:spPr/>
        <p:txBody>
          <a:bodyPr/>
          <a:lstStyle/>
          <a:p>
            <a:fld id="{48737491-A240-DF44-8ADD-18563A46C82D}" type="slidenum">
              <a:rPr lang="es-US" smtClean="0"/>
              <a:t>26</a:t>
            </a:fld>
            <a:endParaRPr lang="es-US"/>
          </a:p>
        </p:txBody>
      </p:sp>
    </p:spTree>
    <p:extLst>
      <p:ext uri="{BB962C8B-B14F-4D97-AF65-F5344CB8AC3E}">
        <p14:creationId xmlns:p14="http://schemas.microsoft.com/office/powerpoint/2010/main" val="15806324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28</a:t>
            </a:fld>
            <a:endParaRPr lang="es-US"/>
          </a:p>
        </p:txBody>
      </p:sp>
    </p:spTree>
    <p:extLst>
      <p:ext uri="{BB962C8B-B14F-4D97-AF65-F5344CB8AC3E}">
        <p14:creationId xmlns:p14="http://schemas.microsoft.com/office/powerpoint/2010/main" val="16574960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29</a:t>
            </a:fld>
            <a:endParaRPr lang="es-US"/>
          </a:p>
        </p:txBody>
      </p:sp>
    </p:spTree>
    <p:extLst>
      <p:ext uri="{BB962C8B-B14F-4D97-AF65-F5344CB8AC3E}">
        <p14:creationId xmlns:p14="http://schemas.microsoft.com/office/powerpoint/2010/main" val="35241420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31</a:t>
            </a:fld>
            <a:endParaRPr lang="es-US"/>
          </a:p>
        </p:txBody>
      </p:sp>
    </p:spTree>
    <p:extLst>
      <p:ext uri="{BB962C8B-B14F-4D97-AF65-F5344CB8AC3E}">
        <p14:creationId xmlns:p14="http://schemas.microsoft.com/office/powerpoint/2010/main" val="30925371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32</a:t>
            </a:fld>
            <a:endParaRPr lang="es-US"/>
          </a:p>
        </p:txBody>
      </p:sp>
    </p:spTree>
    <p:extLst>
      <p:ext uri="{BB962C8B-B14F-4D97-AF65-F5344CB8AC3E}">
        <p14:creationId xmlns:p14="http://schemas.microsoft.com/office/powerpoint/2010/main" val="857300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33</a:t>
            </a:fld>
            <a:endParaRPr lang="es-US"/>
          </a:p>
        </p:txBody>
      </p:sp>
    </p:spTree>
    <p:extLst>
      <p:ext uri="{BB962C8B-B14F-4D97-AF65-F5344CB8AC3E}">
        <p14:creationId xmlns:p14="http://schemas.microsoft.com/office/powerpoint/2010/main" val="198255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US"/>
          </a:p>
        </p:txBody>
      </p:sp>
      <p:sp>
        <p:nvSpPr>
          <p:cNvPr id="4" name="Marcador de número de diapositiva 3"/>
          <p:cNvSpPr>
            <a:spLocks noGrp="1"/>
          </p:cNvSpPr>
          <p:nvPr>
            <p:ph type="sldNum" sz="quarter" idx="5"/>
          </p:nvPr>
        </p:nvSpPr>
        <p:spPr/>
        <p:txBody>
          <a:bodyPr/>
          <a:lstStyle/>
          <a:p>
            <a:fld id="{48737491-A240-DF44-8ADD-18563A46C82D}" type="slidenum">
              <a:rPr lang="es-US" smtClean="0"/>
              <a:t>34</a:t>
            </a:fld>
            <a:endParaRPr lang="es-US"/>
          </a:p>
        </p:txBody>
      </p:sp>
    </p:spTree>
    <p:extLst>
      <p:ext uri="{BB962C8B-B14F-4D97-AF65-F5344CB8AC3E}">
        <p14:creationId xmlns:p14="http://schemas.microsoft.com/office/powerpoint/2010/main" val="20524291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39269-35D8-9781-4B8D-A4A1956860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CCB6E2-5515-0801-E52A-79FEFEFC7103}"/>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60A3629-3675-C0B1-6E32-057584480D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a:ea typeface="Calibri"/>
                <a:cs typeface="Calibri"/>
              </a:rPr>
              <a:t>TODO: make them</a:t>
            </a:r>
          </a:p>
          <a:p>
            <a:endParaRPr lang="es-US"/>
          </a:p>
        </p:txBody>
      </p:sp>
      <p:sp>
        <p:nvSpPr>
          <p:cNvPr id="4" name="Marcador de número de diapositiva 3">
            <a:extLst>
              <a:ext uri="{FF2B5EF4-FFF2-40B4-BE49-F238E27FC236}">
                <a16:creationId xmlns:a16="http://schemas.microsoft.com/office/drawing/2014/main" id="{586E38A9-9BAE-EE52-031F-E197A235D1F0}"/>
              </a:ext>
            </a:extLst>
          </p:cNvPr>
          <p:cNvSpPr>
            <a:spLocks noGrp="1"/>
          </p:cNvSpPr>
          <p:nvPr>
            <p:ph type="sldNum" sz="quarter" idx="5"/>
          </p:nvPr>
        </p:nvSpPr>
        <p:spPr/>
        <p:txBody>
          <a:bodyPr/>
          <a:lstStyle/>
          <a:p>
            <a:fld id="{48737491-A240-DF44-8ADD-18563A46C82D}" type="slidenum">
              <a:rPr lang="es-US" smtClean="0"/>
              <a:t>40</a:t>
            </a:fld>
            <a:endParaRPr lang="es-US"/>
          </a:p>
        </p:txBody>
      </p:sp>
    </p:spTree>
    <p:extLst>
      <p:ext uri="{BB962C8B-B14F-4D97-AF65-F5344CB8AC3E}">
        <p14:creationId xmlns:p14="http://schemas.microsoft.com/office/powerpoint/2010/main" val="22769907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E707-4E1B-A5B9-42D9-642134CFFB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C29A74-5FEC-6345-CB2D-FA1FDE61668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5A3C4663-8911-8838-7920-A96B506021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a:ea typeface="Calibri"/>
                <a:cs typeface="Calibri"/>
              </a:rPr>
              <a:t>TODO: make them</a:t>
            </a:r>
          </a:p>
          <a:p>
            <a:endParaRPr lang="es-US"/>
          </a:p>
        </p:txBody>
      </p:sp>
      <p:sp>
        <p:nvSpPr>
          <p:cNvPr id="4" name="Marcador de número de diapositiva 3">
            <a:extLst>
              <a:ext uri="{FF2B5EF4-FFF2-40B4-BE49-F238E27FC236}">
                <a16:creationId xmlns:a16="http://schemas.microsoft.com/office/drawing/2014/main" id="{AA601FB3-FC7F-8AF6-A6A9-DA49B695066E}"/>
              </a:ext>
            </a:extLst>
          </p:cNvPr>
          <p:cNvSpPr>
            <a:spLocks noGrp="1"/>
          </p:cNvSpPr>
          <p:nvPr>
            <p:ph type="sldNum" sz="quarter" idx="5"/>
          </p:nvPr>
        </p:nvSpPr>
        <p:spPr/>
        <p:txBody>
          <a:bodyPr/>
          <a:lstStyle/>
          <a:p>
            <a:fld id="{48737491-A240-DF44-8ADD-18563A46C82D}" type="slidenum">
              <a:rPr lang="es-US" smtClean="0"/>
              <a:t>41</a:t>
            </a:fld>
            <a:endParaRPr lang="es-US"/>
          </a:p>
        </p:txBody>
      </p:sp>
    </p:spTree>
    <p:extLst>
      <p:ext uri="{BB962C8B-B14F-4D97-AF65-F5344CB8AC3E}">
        <p14:creationId xmlns:p14="http://schemas.microsoft.com/office/powerpoint/2010/main" val="40622544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25F4-99AE-E928-08DF-0AD5634FCB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1436F8-C9CA-A9E2-E213-BB4937A01D7A}"/>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A09B7E76-0B51-07EE-EDD0-9F89DAC7AAAA}"/>
              </a:ext>
            </a:extLst>
          </p:cNvPr>
          <p:cNvSpPr>
            <a:spLocks noGrp="1"/>
          </p:cNvSpPr>
          <p:nvPr>
            <p:ph type="body" idx="1"/>
          </p:nvPr>
        </p:nvSpPr>
        <p:spPr/>
        <p:txBody>
          <a:bodyPr/>
          <a:lstStyle/>
          <a:p>
            <a:r>
              <a:rPr lang="es-US"/>
              <a:t>Training &amp; </a:t>
            </a:r>
            <a:r>
              <a:rPr lang="es-US" err="1"/>
              <a:t>validation</a:t>
            </a:r>
            <a:r>
              <a:rPr lang="es-US"/>
              <a:t> loss</a:t>
            </a:r>
          </a:p>
          <a:p>
            <a:endParaRPr lang="es-US"/>
          </a:p>
        </p:txBody>
      </p:sp>
      <p:sp>
        <p:nvSpPr>
          <p:cNvPr id="4" name="Marcador de número de diapositiva 3">
            <a:extLst>
              <a:ext uri="{FF2B5EF4-FFF2-40B4-BE49-F238E27FC236}">
                <a16:creationId xmlns:a16="http://schemas.microsoft.com/office/drawing/2014/main" id="{DE5E7C78-A70A-6575-68E7-5C4C102C8BF5}"/>
              </a:ext>
            </a:extLst>
          </p:cNvPr>
          <p:cNvSpPr>
            <a:spLocks noGrp="1"/>
          </p:cNvSpPr>
          <p:nvPr>
            <p:ph type="sldNum" sz="quarter" idx="5"/>
          </p:nvPr>
        </p:nvSpPr>
        <p:spPr/>
        <p:txBody>
          <a:bodyPr/>
          <a:lstStyle/>
          <a:p>
            <a:fld id="{48737491-A240-DF44-8ADD-18563A46C82D}" type="slidenum">
              <a:rPr lang="es-US" smtClean="0"/>
              <a:t>42</a:t>
            </a:fld>
            <a:endParaRPr lang="es-US"/>
          </a:p>
        </p:txBody>
      </p:sp>
    </p:spTree>
    <p:extLst>
      <p:ext uri="{BB962C8B-B14F-4D97-AF65-F5344CB8AC3E}">
        <p14:creationId xmlns:p14="http://schemas.microsoft.com/office/powerpoint/2010/main" val="3545205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3350312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8146223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50965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0872053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072603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076109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113723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0556705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2664376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6763769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933208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smtClean="0"/>
              <a:t>7/31/2026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29577135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www.arlula.com/news/why-satellite-imagery-is-a-game-changer-for-agriculture" TargetMode="External"/><Relationship Id="rId3" Type="http://schemas.openxmlformats.org/officeDocument/2006/relationships/image" Target="../media/image3.jpeg"/><Relationship Id="rId7" Type="http://schemas.openxmlformats.org/officeDocument/2006/relationships/hyperlink" Target="https://www.ncsa.illinois.edu/2025/03/31/mapping-the-earths-crop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microsoft.com/office/2007/relationships/hdphoto" Target="../media/hdphoto2.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microsoft.com/office/2007/relationships/hdphoto" Target="../media/hdphoto1.wdp"/><Relationship Id="rId10" Type="http://schemas.openxmlformats.org/officeDocument/2006/relationships/hyperlink" Target="https://www.nature.com/articles/s41598-026-37806-2" TargetMode="External"/><Relationship Id="rId4" Type="http://schemas.openxmlformats.org/officeDocument/2006/relationships/image" Target="../media/image8.png"/><Relationship Id="rId9"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arxiv.org/pdf/2401.15875"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pdf/2401.15875"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arxiv.org/pdf/2105.02963"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arxiv.org/pdf/2105.02963"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s://metro.co.uk/2018/02/26/iphone-weather-symbols-mean-7343734/" TargetMode="Externa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hyperlink" Target="https://youtu.be/NhdzGfB1q74?si=Gn2qlenZSNi-HfZ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https://towardsdatascience.com/lstm-recurrent-neural-networks-how-to-teach-a-network-to-remember-the-past-55e54c2ff22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arxiv.org/pdf/2105.02963" TargetMode="Externa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hyperlink" Target="https://arxiv.org/pdf/2401.15875" TargetMode="Externa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6.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hyperlink" Target="https://drive.google.com/file/d/10MdjF9_hlnFuo7ktOqXeHC5Ke7gM0u3M/view?usp=sharing"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drive.google.com/file/d/10MdjF9_hlnFuo7ktOqXeHC5Ke7gM0u3M/view?usp=sharin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45.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svg"/><Relationship Id="rId1" Type="http://schemas.openxmlformats.org/officeDocument/2006/relationships/slideLayout" Target="../slideLayouts/slideLayout2.xml"/><Relationship Id="rId4" Type="http://schemas.openxmlformats.org/officeDocument/2006/relationships/image" Target="../media/image58.svg"/></Relationships>
</file>

<file path=ppt/slides/_rels/slide39.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Iowa Crops Look Like Food — But No One's Eating | by Mark Bittman | Heated">
            <a:extLst>
              <a:ext uri="{FF2B5EF4-FFF2-40B4-BE49-F238E27FC236}">
                <a16:creationId xmlns:a16="http://schemas.microsoft.com/office/drawing/2014/main" id="{BFBF7CCF-9BF9-3029-C188-B9795B068CDE}"/>
              </a:ext>
            </a:extLst>
          </p:cNvPr>
          <p:cNvPicPr>
            <a:picLocks noChangeAspect="1"/>
          </p:cNvPicPr>
          <p:nvPr/>
        </p:nvPicPr>
        <p:blipFill>
          <a:blip r:embed="rId3"/>
          <a:srcRect t="15746"/>
          <a:stretch>
            <a:fillRect/>
          </a:stretch>
        </p:blipFill>
        <p:spPr>
          <a:xfrm>
            <a:off x="20" y="1282"/>
            <a:ext cx="12191980" cy="6856718"/>
          </a:xfrm>
          <a:prstGeom prst="rect">
            <a:avLst/>
          </a:prstGeom>
        </p:spPr>
      </p:pic>
      <p:sp>
        <p:nvSpPr>
          <p:cNvPr id="8" name="CuadroTexto 7">
            <a:extLst>
              <a:ext uri="{FF2B5EF4-FFF2-40B4-BE49-F238E27FC236}">
                <a16:creationId xmlns:a16="http://schemas.microsoft.com/office/drawing/2014/main" id="{37C3A9C4-A35A-B084-9672-DF4C7D262C14}"/>
              </a:ext>
            </a:extLst>
          </p:cNvPr>
          <p:cNvSpPr txBox="1">
            <a:spLocks/>
          </p:cNvSpPr>
          <p:nvPr/>
        </p:nvSpPr>
        <p:spPr>
          <a:xfrm>
            <a:off x="7082" y="-37165"/>
            <a:ext cx="12186422" cy="6892601"/>
          </a:xfrm>
          <a:custGeom>
            <a:avLst/>
            <a:gdLst/>
            <a:ahLst/>
            <a:cxnLst/>
            <a:rect l="l" t="t" r="r" b="b"/>
            <a:pathLst>
              <a:path w="12186422" h="6892601">
                <a:moveTo>
                  <a:pt x="4679414" y="4174509"/>
                </a:moveTo>
                <a:cubicBezTo>
                  <a:pt x="4674997" y="4174509"/>
                  <a:pt x="4671526" y="4175714"/>
                  <a:pt x="4669003" y="4178123"/>
                </a:cubicBezTo>
                <a:cubicBezTo>
                  <a:pt x="4666478" y="4180532"/>
                  <a:pt x="4665217" y="4184003"/>
                  <a:pt x="4665217" y="4188534"/>
                </a:cubicBezTo>
                <a:cubicBezTo>
                  <a:pt x="4665217" y="4192779"/>
                  <a:pt x="4666364" y="4196034"/>
                  <a:pt x="4668658" y="4198300"/>
                </a:cubicBezTo>
                <a:cubicBezTo>
                  <a:pt x="4670953" y="4200566"/>
                  <a:pt x="4674165" y="4201699"/>
                  <a:pt x="4678295" y="4201699"/>
                </a:cubicBezTo>
                <a:cubicBezTo>
                  <a:pt x="4682769" y="4201699"/>
                  <a:pt x="4686211" y="4200437"/>
                  <a:pt x="4688620" y="4197913"/>
                </a:cubicBezTo>
                <a:cubicBezTo>
                  <a:pt x="4691029" y="4195389"/>
                  <a:pt x="4692234" y="4191890"/>
                  <a:pt x="4692234" y="4187416"/>
                </a:cubicBezTo>
                <a:cubicBezTo>
                  <a:pt x="4692234" y="4183286"/>
                  <a:pt x="4691173" y="4180102"/>
                  <a:pt x="4689050" y="4177865"/>
                </a:cubicBezTo>
                <a:cubicBezTo>
                  <a:pt x="4686928" y="4175628"/>
                  <a:pt x="4683715" y="4174509"/>
                  <a:pt x="4679414" y="4174509"/>
                </a:cubicBezTo>
                <a:close/>
                <a:moveTo>
                  <a:pt x="7324437" y="4171584"/>
                </a:moveTo>
                <a:cubicBezTo>
                  <a:pt x="7322372" y="4171584"/>
                  <a:pt x="7320494" y="4171914"/>
                  <a:pt x="7318802" y="4172574"/>
                </a:cubicBezTo>
                <a:cubicBezTo>
                  <a:pt x="7317109" y="4173233"/>
                  <a:pt x="7315689" y="4174151"/>
                  <a:pt x="7314542" y="4175327"/>
                </a:cubicBezTo>
                <a:cubicBezTo>
                  <a:pt x="7313395" y="4176503"/>
                  <a:pt x="7312506" y="4177894"/>
                  <a:pt x="7311875" y="4179500"/>
                </a:cubicBezTo>
                <a:cubicBezTo>
                  <a:pt x="7311244" y="4181106"/>
                  <a:pt x="7310929" y="4182856"/>
                  <a:pt x="7310929" y="4184748"/>
                </a:cubicBezTo>
                <a:cubicBezTo>
                  <a:pt x="7310929" y="4186641"/>
                  <a:pt x="7311230" y="4188333"/>
                  <a:pt x="7311832" y="4189825"/>
                </a:cubicBezTo>
                <a:cubicBezTo>
                  <a:pt x="7312434" y="4191316"/>
                  <a:pt x="7313266" y="4192607"/>
                  <a:pt x="7314327" y="4193697"/>
                </a:cubicBezTo>
                <a:cubicBezTo>
                  <a:pt x="7315388" y="4194787"/>
                  <a:pt x="7316650" y="4195676"/>
                  <a:pt x="7318113" y="4196364"/>
                </a:cubicBezTo>
                <a:cubicBezTo>
                  <a:pt x="7319576" y="4197052"/>
                  <a:pt x="7321139" y="4197511"/>
                  <a:pt x="7322803" y="4197741"/>
                </a:cubicBezTo>
                <a:cubicBezTo>
                  <a:pt x="7322803" y="4200494"/>
                  <a:pt x="7322372" y="4203305"/>
                  <a:pt x="7321512" y="4206173"/>
                </a:cubicBezTo>
                <a:cubicBezTo>
                  <a:pt x="7320652" y="4209041"/>
                  <a:pt x="7319447" y="4211851"/>
                  <a:pt x="7317898" y="4214605"/>
                </a:cubicBezTo>
                <a:cubicBezTo>
                  <a:pt x="7316349" y="4217358"/>
                  <a:pt x="7314456" y="4220011"/>
                  <a:pt x="7312219" y="4222564"/>
                </a:cubicBezTo>
                <a:cubicBezTo>
                  <a:pt x="7309982" y="4225116"/>
                  <a:pt x="7307487" y="4227454"/>
                  <a:pt x="7304734" y="4229576"/>
                </a:cubicBezTo>
                <a:cubicBezTo>
                  <a:pt x="7305365" y="4230035"/>
                  <a:pt x="7306039" y="4230350"/>
                  <a:pt x="7306756" y="4230522"/>
                </a:cubicBezTo>
                <a:cubicBezTo>
                  <a:pt x="7307473" y="4230695"/>
                  <a:pt x="7308147" y="4230781"/>
                  <a:pt x="7308778" y="4230781"/>
                </a:cubicBezTo>
                <a:cubicBezTo>
                  <a:pt x="7310900" y="4230781"/>
                  <a:pt x="7313108" y="4230121"/>
                  <a:pt x="7315403" y="4228802"/>
                </a:cubicBezTo>
                <a:cubicBezTo>
                  <a:pt x="7317697" y="4227482"/>
                  <a:pt x="7319949" y="4225704"/>
                  <a:pt x="7322157" y="4223467"/>
                </a:cubicBezTo>
                <a:cubicBezTo>
                  <a:pt x="7324366" y="4221230"/>
                  <a:pt x="7326459" y="4218649"/>
                  <a:pt x="7328438" y="4215723"/>
                </a:cubicBezTo>
                <a:cubicBezTo>
                  <a:pt x="7330417" y="4212798"/>
                  <a:pt x="7332152" y="4209743"/>
                  <a:pt x="7333644" y="4206560"/>
                </a:cubicBezTo>
                <a:cubicBezTo>
                  <a:pt x="7335135" y="4203376"/>
                  <a:pt x="7336311" y="4200150"/>
                  <a:pt x="7337171" y="4196880"/>
                </a:cubicBezTo>
                <a:cubicBezTo>
                  <a:pt x="7338032" y="4193611"/>
                  <a:pt x="7338462" y="4190542"/>
                  <a:pt x="7338462" y="4187674"/>
                </a:cubicBezTo>
                <a:cubicBezTo>
                  <a:pt x="7338462" y="4185379"/>
                  <a:pt x="7338161" y="4183243"/>
                  <a:pt x="7337559" y="4181264"/>
                </a:cubicBezTo>
                <a:cubicBezTo>
                  <a:pt x="7336956" y="4179285"/>
                  <a:pt x="7336067" y="4177578"/>
                  <a:pt x="7334891" y="4176144"/>
                </a:cubicBezTo>
                <a:cubicBezTo>
                  <a:pt x="7333715" y="4174710"/>
                  <a:pt x="7332253" y="4173592"/>
                  <a:pt x="7330503" y="4172789"/>
                </a:cubicBezTo>
                <a:cubicBezTo>
                  <a:pt x="7328754" y="4171986"/>
                  <a:pt x="7326732" y="4171584"/>
                  <a:pt x="7324437" y="4171584"/>
                </a:cubicBezTo>
                <a:close/>
                <a:moveTo>
                  <a:pt x="6333838" y="4171584"/>
                </a:moveTo>
                <a:cubicBezTo>
                  <a:pt x="6331773" y="4171584"/>
                  <a:pt x="6329894" y="4171914"/>
                  <a:pt x="6328202" y="4172574"/>
                </a:cubicBezTo>
                <a:cubicBezTo>
                  <a:pt x="6326510" y="4173233"/>
                  <a:pt x="6325090" y="4174151"/>
                  <a:pt x="6323943" y="4175327"/>
                </a:cubicBezTo>
                <a:cubicBezTo>
                  <a:pt x="6322796" y="4176503"/>
                  <a:pt x="6321907" y="4177894"/>
                  <a:pt x="6321276" y="4179500"/>
                </a:cubicBezTo>
                <a:cubicBezTo>
                  <a:pt x="6320645" y="4181106"/>
                  <a:pt x="6320329" y="4182856"/>
                  <a:pt x="6320329" y="4184748"/>
                </a:cubicBezTo>
                <a:cubicBezTo>
                  <a:pt x="6320329" y="4186641"/>
                  <a:pt x="6320630" y="4188333"/>
                  <a:pt x="6321233" y="4189825"/>
                </a:cubicBezTo>
                <a:cubicBezTo>
                  <a:pt x="6321835" y="4191316"/>
                  <a:pt x="6322667" y="4192607"/>
                  <a:pt x="6323728" y="4193697"/>
                </a:cubicBezTo>
                <a:cubicBezTo>
                  <a:pt x="6324789" y="4194787"/>
                  <a:pt x="6326051" y="4195676"/>
                  <a:pt x="6327514" y="4196364"/>
                </a:cubicBezTo>
                <a:cubicBezTo>
                  <a:pt x="6328976" y="4197052"/>
                  <a:pt x="6330540" y="4197511"/>
                  <a:pt x="6332203" y="4197741"/>
                </a:cubicBezTo>
                <a:cubicBezTo>
                  <a:pt x="6332203" y="4200494"/>
                  <a:pt x="6331773" y="4203305"/>
                  <a:pt x="6330912" y="4206173"/>
                </a:cubicBezTo>
                <a:cubicBezTo>
                  <a:pt x="6330052" y="4209041"/>
                  <a:pt x="6328847" y="4211851"/>
                  <a:pt x="6327299" y="4214605"/>
                </a:cubicBezTo>
                <a:cubicBezTo>
                  <a:pt x="6325750" y="4217358"/>
                  <a:pt x="6323857" y="4220011"/>
                  <a:pt x="6321620" y="4222564"/>
                </a:cubicBezTo>
                <a:cubicBezTo>
                  <a:pt x="6319383" y="4225116"/>
                  <a:pt x="6316888" y="4227454"/>
                  <a:pt x="6314134" y="4229576"/>
                </a:cubicBezTo>
                <a:cubicBezTo>
                  <a:pt x="6314765" y="4230035"/>
                  <a:pt x="6315439" y="4230350"/>
                  <a:pt x="6316156" y="4230522"/>
                </a:cubicBezTo>
                <a:cubicBezTo>
                  <a:pt x="6316873" y="4230695"/>
                  <a:pt x="6317547" y="4230781"/>
                  <a:pt x="6318178" y="4230781"/>
                </a:cubicBezTo>
                <a:cubicBezTo>
                  <a:pt x="6320301" y="4230781"/>
                  <a:pt x="6322509" y="4230121"/>
                  <a:pt x="6324803" y="4228802"/>
                </a:cubicBezTo>
                <a:cubicBezTo>
                  <a:pt x="6327098" y="4227482"/>
                  <a:pt x="6329349" y="4225704"/>
                  <a:pt x="6331558" y="4223467"/>
                </a:cubicBezTo>
                <a:cubicBezTo>
                  <a:pt x="6333766" y="4221230"/>
                  <a:pt x="6335860" y="4218649"/>
                  <a:pt x="6337839" y="4215723"/>
                </a:cubicBezTo>
                <a:cubicBezTo>
                  <a:pt x="6339818" y="4212798"/>
                  <a:pt x="6341553" y="4209743"/>
                  <a:pt x="6343044" y="4206560"/>
                </a:cubicBezTo>
                <a:cubicBezTo>
                  <a:pt x="6344535" y="4203376"/>
                  <a:pt x="6345711" y="4200150"/>
                  <a:pt x="6346572" y="4196880"/>
                </a:cubicBezTo>
                <a:cubicBezTo>
                  <a:pt x="6347432" y="4193611"/>
                  <a:pt x="6347862" y="4190542"/>
                  <a:pt x="6347863" y="4187674"/>
                </a:cubicBezTo>
                <a:cubicBezTo>
                  <a:pt x="6347862" y="4185379"/>
                  <a:pt x="6347561" y="4183243"/>
                  <a:pt x="6346959" y="4181264"/>
                </a:cubicBezTo>
                <a:cubicBezTo>
                  <a:pt x="6346356" y="4179285"/>
                  <a:pt x="6345468" y="4177578"/>
                  <a:pt x="6344292" y="4176144"/>
                </a:cubicBezTo>
                <a:cubicBezTo>
                  <a:pt x="6343116" y="4174710"/>
                  <a:pt x="6341653" y="4173592"/>
                  <a:pt x="6339904" y="4172789"/>
                </a:cubicBezTo>
                <a:cubicBezTo>
                  <a:pt x="6338154" y="4171986"/>
                  <a:pt x="6336132" y="4171584"/>
                  <a:pt x="6333838" y="4171584"/>
                </a:cubicBezTo>
                <a:close/>
                <a:moveTo>
                  <a:pt x="4955311" y="4150418"/>
                </a:moveTo>
                <a:cubicBezTo>
                  <a:pt x="4955196" y="4156211"/>
                  <a:pt x="4955038" y="4161173"/>
                  <a:pt x="4954838" y="4165303"/>
                </a:cubicBezTo>
                <a:cubicBezTo>
                  <a:pt x="4954637" y="4169433"/>
                  <a:pt x="4954450" y="4173190"/>
                  <a:pt x="4954278" y="4176574"/>
                </a:cubicBezTo>
                <a:cubicBezTo>
                  <a:pt x="4953991" y="4177091"/>
                  <a:pt x="4953131" y="4177922"/>
                  <a:pt x="4951697" y="4179070"/>
                </a:cubicBezTo>
                <a:cubicBezTo>
                  <a:pt x="4950263" y="4180217"/>
                  <a:pt x="4948513" y="4181393"/>
                  <a:pt x="4946449" y="4182597"/>
                </a:cubicBezTo>
                <a:cubicBezTo>
                  <a:pt x="4944383" y="4183802"/>
                  <a:pt x="4942118" y="4184849"/>
                  <a:pt x="4939652" y="4185738"/>
                </a:cubicBezTo>
                <a:cubicBezTo>
                  <a:pt x="4937184" y="4186627"/>
                  <a:pt x="4934804" y="4187072"/>
                  <a:pt x="4932510" y="4187072"/>
                </a:cubicBezTo>
                <a:cubicBezTo>
                  <a:pt x="4931018" y="4187072"/>
                  <a:pt x="4929527" y="4186842"/>
                  <a:pt x="4928036" y="4186383"/>
                </a:cubicBezTo>
                <a:cubicBezTo>
                  <a:pt x="4926544" y="4185924"/>
                  <a:pt x="4925226" y="4185179"/>
                  <a:pt x="4924078" y="4184146"/>
                </a:cubicBezTo>
                <a:cubicBezTo>
                  <a:pt x="4922931" y="4183114"/>
                  <a:pt x="4921998" y="4181780"/>
                  <a:pt x="4921282" y="4180145"/>
                </a:cubicBezTo>
                <a:cubicBezTo>
                  <a:pt x="4920564" y="4178510"/>
                  <a:pt x="4920206" y="4176517"/>
                  <a:pt x="4920206" y="4174165"/>
                </a:cubicBezTo>
                <a:cubicBezTo>
                  <a:pt x="4920206" y="4171699"/>
                  <a:pt x="4920722" y="4169347"/>
                  <a:pt x="4921755" y="4167110"/>
                </a:cubicBezTo>
                <a:cubicBezTo>
                  <a:pt x="4922787" y="4164873"/>
                  <a:pt x="4924637" y="4162765"/>
                  <a:pt x="4927304" y="4160786"/>
                </a:cubicBezTo>
                <a:cubicBezTo>
                  <a:pt x="4929971" y="4158807"/>
                  <a:pt x="4933556" y="4156957"/>
                  <a:pt x="4938060" y="4155236"/>
                </a:cubicBezTo>
                <a:cubicBezTo>
                  <a:pt x="4942562" y="4153515"/>
                  <a:pt x="4948313" y="4151909"/>
                  <a:pt x="4955311" y="4150418"/>
                </a:cubicBezTo>
                <a:close/>
                <a:moveTo>
                  <a:pt x="3488461" y="4150418"/>
                </a:moveTo>
                <a:cubicBezTo>
                  <a:pt x="3488346" y="4156211"/>
                  <a:pt x="3488188" y="4161173"/>
                  <a:pt x="3487987" y="4165303"/>
                </a:cubicBezTo>
                <a:cubicBezTo>
                  <a:pt x="3487787" y="4169433"/>
                  <a:pt x="3487600" y="4173190"/>
                  <a:pt x="3487428" y="4176574"/>
                </a:cubicBezTo>
                <a:cubicBezTo>
                  <a:pt x="3487141" y="4177091"/>
                  <a:pt x="3486281" y="4177922"/>
                  <a:pt x="3484847" y="4179070"/>
                </a:cubicBezTo>
                <a:cubicBezTo>
                  <a:pt x="3483413" y="4180217"/>
                  <a:pt x="3481663" y="4181393"/>
                  <a:pt x="3479598" y="4182597"/>
                </a:cubicBezTo>
                <a:cubicBezTo>
                  <a:pt x="3477533" y="4183802"/>
                  <a:pt x="3475268" y="4184849"/>
                  <a:pt x="3472801" y="4185738"/>
                </a:cubicBezTo>
                <a:cubicBezTo>
                  <a:pt x="3470334" y="4186627"/>
                  <a:pt x="3467954" y="4187072"/>
                  <a:pt x="3465660" y="4187072"/>
                </a:cubicBezTo>
                <a:cubicBezTo>
                  <a:pt x="3464168" y="4187072"/>
                  <a:pt x="3462677" y="4186842"/>
                  <a:pt x="3461185" y="4186383"/>
                </a:cubicBezTo>
                <a:cubicBezTo>
                  <a:pt x="3459694" y="4185924"/>
                  <a:pt x="3458375" y="4185179"/>
                  <a:pt x="3457228" y="4184146"/>
                </a:cubicBezTo>
                <a:cubicBezTo>
                  <a:pt x="3456080" y="4183114"/>
                  <a:pt x="3455148" y="4181780"/>
                  <a:pt x="3454431" y="4180145"/>
                </a:cubicBezTo>
                <a:cubicBezTo>
                  <a:pt x="3453714" y="4178510"/>
                  <a:pt x="3453356" y="4176517"/>
                  <a:pt x="3453356" y="4174165"/>
                </a:cubicBezTo>
                <a:cubicBezTo>
                  <a:pt x="3453356" y="4171699"/>
                  <a:pt x="3453872" y="4169347"/>
                  <a:pt x="3454904" y="4167110"/>
                </a:cubicBezTo>
                <a:cubicBezTo>
                  <a:pt x="3455937" y="4164873"/>
                  <a:pt x="3457787" y="4162765"/>
                  <a:pt x="3460454" y="4160786"/>
                </a:cubicBezTo>
                <a:cubicBezTo>
                  <a:pt x="3463121" y="4158807"/>
                  <a:pt x="3466706" y="4156957"/>
                  <a:pt x="3471209" y="4155236"/>
                </a:cubicBezTo>
                <a:cubicBezTo>
                  <a:pt x="3475712" y="4153515"/>
                  <a:pt x="3481463" y="4151909"/>
                  <a:pt x="3488461" y="4150418"/>
                </a:cubicBezTo>
                <a:close/>
                <a:moveTo>
                  <a:pt x="8401121" y="4117894"/>
                </a:moveTo>
                <a:cubicBezTo>
                  <a:pt x="8405997" y="4117894"/>
                  <a:pt x="8410171" y="4118927"/>
                  <a:pt x="8413641" y="4120992"/>
                </a:cubicBezTo>
                <a:cubicBezTo>
                  <a:pt x="8417111" y="4123057"/>
                  <a:pt x="8419936" y="4125781"/>
                  <a:pt x="8422115" y="4129166"/>
                </a:cubicBezTo>
                <a:cubicBezTo>
                  <a:pt x="8424296" y="4132550"/>
                  <a:pt x="8425901" y="4136436"/>
                  <a:pt x="8426934" y="4140824"/>
                </a:cubicBezTo>
                <a:cubicBezTo>
                  <a:pt x="8427967" y="4145212"/>
                  <a:pt x="8428483" y="4149730"/>
                  <a:pt x="8428483" y="4154376"/>
                </a:cubicBezTo>
                <a:cubicBezTo>
                  <a:pt x="8428483" y="4158965"/>
                  <a:pt x="8427967" y="4163482"/>
                  <a:pt x="8426934" y="4167927"/>
                </a:cubicBezTo>
                <a:cubicBezTo>
                  <a:pt x="8425901" y="4172373"/>
                  <a:pt x="8424210" y="4176359"/>
                  <a:pt x="8421857" y="4179887"/>
                </a:cubicBezTo>
                <a:cubicBezTo>
                  <a:pt x="8419506" y="4183415"/>
                  <a:pt x="8416394" y="4186268"/>
                  <a:pt x="8412522" y="4188448"/>
                </a:cubicBezTo>
                <a:cubicBezTo>
                  <a:pt x="8408651" y="4190628"/>
                  <a:pt x="8403875" y="4191718"/>
                  <a:pt x="8398196" y="4191718"/>
                </a:cubicBezTo>
                <a:cubicBezTo>
                  <a:pt x="8397279" y="4191718"/>
                  <a:pt x="8396045" y="4191660"/>
                  <a:pt x="8394497" y="4191546"/>
                </a:cubicBezTo>
                <a:cubicBezTo>
                  <a:pt x="8392947" y="4191431"/>
                  <a:pt x="8391256" y="4191202"/>
                  <a:pt x="8389420" y="4190857"/>
                </a:cubicBezTo>
                <a:cubicBezTo>
                  <a:pt x="8387585" y="4190513"/>
                  <a:pt x="8385649" y="4189983"/>
                  <a:pt x="8383612" y="4189266"/>
                </a:cubicBezTo>
                <a:cubicBezTo>
                  <a:pt x="8381577" y="4188549"/>
                  <a:pt x="8379612" y="4187588"/>
                  <a:pt x="8377719" y="4186383"/>
                </a:cubicBezTo>
                <a:cubicBezTo>
                  <a:pt x="8377432" y="4180303"/>
                  <a:pt x="8377275" y="4173276"/>
                  <a:pt x="8377245" y="4165303"/>
                </a:cubicBezTo>
                <a:cubicBezTo>
                  <a:pt x="8377217" y="4157330"/>
                  <a:pt x="8377202" y="4148009"/>
                  <a:pt x="8377202" y="4137340"/>
                </a:cubicBezTo>
                <a:lnTo>
                  <a:pt x="8377202" y="4128047"/>
                </a:lnTo>
                <a:cubicBezTo>
                  <a:pt x="8380472" y="4125122"/>
                  <a:pt x="8384057" y="4122698"/>
                  <a:pt x="8387958" y="4120777"/>
                </a:cubicBezTo>
                <a:cubicBezTo>
                  <a:pt x="8391859" y="4118855"/>
                  <a:pt x="8396247" y="4117894"/>
                  <a:pt x="8401121" y="4117894"/>
                </a:cubicBezTo>
                <a:close/>
                <a:moveTo>
                  <a:pt x="4324423" y="4117894"/>
                </a:moveTo>
                <a:cubicBezTo>
                  <a:pt x="4329299" y="4117894"/>
                  <a:pt x="4333472" y="4118927"/>
                  <a:pt x="4336943" y="4120992"/>
                </a:cubicBezTo>
                <a:cubicBezTo>
                  <a:pt x="4340413" y="4123057"/>
                  <a:pt x="4343238" y="4125781"/>
                  <a:pt x="4345417" y="4129166"/>
                </a:cubicBezTo>
                <a:cubicBezTo>
                  <a:pt x="4347597" y="4132550"/>
                  <a:pt x="4349203" y="4136436"/>
                  <a:pt x="4350236" y="4140824"/>
                </a:cubicBezTo>
                <a:cubicBezTo>
                  <a:pt x="4351268" y="4145212"/>
                  <a:pt x="4351785" y="4149730"/>
                  <a:pt x="4351785" y="4154376"/>
                </a:cubicBezTo>
                <a:cubicBezTo>
                  <a:pt x="4351785" y="4158965"/>
                  <a:pt x="4351268" y="4163482"/>
                  <a:pt x="4350236" y="4167927"/>
                </a:cubicBezTo>
                <a:cubicBezTo>
                  <a:pt x="4349203" y="4172373"/>
                  <a:pt x="4347511" y="4176359"/>
                  <a:pt x="4345159" y="4179887"/>
                </a:cubicBezTo>
                <a:cubicBezTo>
                  <a:pt x="4342807" y="4183415"/>
                  <a:pt x="4339696" y="4186268"/>
                  <a:pt x="4335825" y="4188448"/>
                </a:cubicBezTo>
                <a:cubicBezTo>
                  <a:pt x="4331952" y="4190628"/>
                  <a:pt x="4327177" y="4191718"/>
                  <a:pt x="4321498" y="4191718"/>
                </a:cubicBezTo>
                <a:cubicBezTo>
                  <a:pt x="4320580" y="4191718"/>
                  <a:pt x="4319347" y="4191660"/>
                  <a:pt x="4317798" y="4191546"/>
                </a:cubicBezTo>
                <a:cubicBezTo>
                  <a:pt x="4316249" y="4191431"/>
                  <a:pt x="4314557" y="4191202"/>
                  <a:pt x="4312722" y="4190857"/>
                </a:cubicBezTo>
                <a:cubicBezTo>
                  <a:pt x="4310887" y="4190513"/>
                  <a:pt x="4308950" y="4189983"/>
                  <a:pt x="4306914" y="4189266"/>
                </a:cubicBezTo>
                <a:cubicBezTo>
                  <a:pt x="4304878" y="4188549"/>
                  <a:pt x="4302913" y="4187588"/>
                  <a:pt x="4301020" y="4186383"/>
                </a:cubicBezTo>
                <a:cubicBezTo>
                  <a:pt x="4300733" y="4180303"/>
                  <a:pt x="4300576" y="4173276"/>
                  <a:pt x="4300547" y="4165303"/>
                </a:cubicBezTo>
                <a:cubicBezTo>
                  <a:pt x="4300518" y="4157330"/>
                  <a:pt x="4300504" y="4148009"/>
                  <a:pt x="4300504" y="4137340"/>
                </a:cubicBezTo>
                <a:lnTo>
                  <a:pt x="4300504" y="4128047"/>
                </a:lnTo>
                <a:cubicBezTo>
                  <a:pt x="4303773" y="4125122"/>
                  <a:pt x="4307359" y="4122698"/>
                  <a:pt x="4311260" y="4120777"/>
                </a:cubicBezTo>
                <a:cubicBezTo>
                  <a:pt x="4315160" y="4118855"/>
                  <a:pt x="4319548" y="4117894"/>
                  <a:pt x="4324423" y="4117894"/>
                </a:cubicBezTo>
                <a:close/>
                <a:moveTo>
                  <a:pt x="5217254" y="4113076"/>
                </a:moveTo>
                <a:cubicBezTo>
                  <a:pt x="5222817" y="4113076"/>
                  <a:pt x="5227592" y="4114496"/>
                  <a:pt x="5231579" y="4117335"/>
                </a:cubicBezTo>
                <a:cubicBezTo>
                  <a:pt x="5235565" y="4120174"/>
                  <a:pt x="5238820" y="4123860"/>
                  <a:pt x="5241344" y="4128391"/>
                </a:cubicBezTo>
                <a:cubicBezTo>
                  <a:pt x="5243869" y="4132923"/>
                  <a:pt x="5245732" y="4137971"/>
                  <a:pt x="5246937" y="4143535"/>
                </a:cubicBezTo>
                <a:cubicBezTo>
                  <a:pt x="5248141" y="4149099"/>
                  <a:pt x="5248744" y="4154634"/>
                  <a:pt x="5248744" y="4160141"/>
                </a:cubicBezTo>
                <a:cubicBezTo>
                  <a:pt x="5248744" y="4163869"/>
                  <a:pt x="5248428" y="4167540"/>
                  <a:pt x="5247797" y="4171154"/>
                </a:cubicBezTo>
                <a:cubicBezTo>
                  <a:pt x="5247166" y="4174768"/>
                  <a:pt x="5246063" y="4177980"/>
                  <a:pt x="5244485" y="4180791"/>
                </a:cubicBezTo>
                <a:cubicBezTo>
                  <a:pt x="5242907" y="4183601"/>
                  <a:pt x="5240742" y="4185867"/>
                  <a:pt x="5237989" y="4187588"/>
                </a:cubicBezTo>
                <a:cubicBezTo>
                  <a:pt x="5235236" y="4189309"/>
                  <a:pt x="5231708" y="4190169"/>
                  <a:pt x="5227406" y="4190169"/>
                </a:cubicBezTo>
                <a:cubicBezTo>
                  <a:pt x="5221956" y="4190169"/>
                  <a:pt x="5217210" y="4188749"/>
                  <a:pt x="5213166" y="4185910"/>
                </a:cubicBezTo>
                <a:cubicBezTo>
                  <a:pt x="5209122" y="4183071"/>
                  <a:pt x="5205766" y="4179385"/>
                  <a:pt x="5203100" y="4174854"/>
                </a:cubicBezTo>
                <a:cubicBezTo>
                  <a:pt x="5200432" y="4170322"/>
                  <a:pt x="5198452" y="4165274"/>
                  <a:pt x="5197162" y="4159710"/>
                </a:cubicBezTo>
                <a:cubicBezTo>
                  <a:pt x="5195871" y="4154146"/>
                  <a:pt x="5195226" y="4148611"/>
                  <a:pt x="5195226" y="4143104"/>
                </a:cubicBezTo>
                <a:cubicBezTo>
                  <a:pt x="5195226" y="4139433"/>
                  <a:pt x="5195556" y="4135805"/>
                  <a:pt x="5196216" y="4132220"/>
                </a:cubicBezTo>
                <a:cubicBezTo>
                  <a:pt x="5196875" y="4128635"/>
                  <a:pt x="5198037" y="4125423"/>
                  <a:pt x="5199700" y="4122584"/>
                </a:cubicBezTo>
                <a:cubicBezTo>
                  <a:pt x="5201364" y="4119744"/>
                  <a:pt x="5203615" y="4117450"/>
                  <a:pt x="5206455" y="4115700"/>
                </a:cubicBezTo>
                <a:cubicBezTo>
                  <a:pt x="5209294" y="4113951"/>
                  <a:pt x="5212893" y="4113076"/>
                  <a:pt x="5217254" y="4113076"/>
                </a:cubicBezTo>
                <a:close/>
                <a:moveTo>
                  <a:pt x="6530842" y="4112560"/>
                </a:moveTo>
                <a:cubicBezTo>
                  <a:pt x="6533939" y="4112560"/>
                  <a:pt x="6536592" y="4113105"/>
                  <a:pt x="6538801" y="4114195"/>
                </a:cubicBezTo>
                <a:cubicBezTo>
                  <a:pt x="6541009" y="4115284"/>
                  <a:pt x="6542844" y="4116776"/>
                  <a:pt x="6544307" y="4118669"/>
                </a:cubicBezTo>
                <a:cubicBezTo>
                  <a:pt x="6545770" y="4120562"/>
                  <a:pt x="6546845" y="4122799"/>
                  <a:pt x="6547534" y="4125380"/>
                </a:cubicBezTo>
                <a:cubicBezTo>
                  <a:pt x="6548222" y="4127961"/>
                  <a:pt x="6548566" y="4130715"/>
                  <a:pt x="6548566" y="4133640"/>
                </a:cubicBezTo>
                <a:cubicBezTo>
                  <a:pt x="6548566" y="4134443"/>
                  <a:pt x="6548523" y="4135375"/>
                  <a:pt x="6548437" y="4136436"/>
                </a:cubicBezTo>
                <a:cubicBezTo>
                  <a:pt x="6548351" y="4137497"/>
                  <a:pt x="6548165" y="4138602"/>
                  <a:pt x="6547878" y="4139749"/>
                </a:cubicBezTo>
                <a:lnTo>
                  <a:pt x="6509504" y="4141298"/>
                </a:lnTo>
                <a:cubicBezTo>
                  <a:pt x="6509676" y="4135848"/>
                  <a:pt x="6510378" y="4131288"/>
                  <a:pt x="6511612" y="4127617"/>
                </a:cubicBezTo>
                <a:cubicBezTo>
                  <a:pt x="6512845" y="4123946"/>
                  <a:pt x="6514436" y="4120992"/>
                  <a:pt x="6516387" y="4118755"/>
                </a:cubicBezTo>
                <a:cubicBezTo>
                  <a:pt x="6518337" y="4116518"/>
                  <a:pt x="6520560" y="4114926"/>
                  <a:pt x="6523055" y="4113979"/>
                </a:cubicBezTo>
                <a:cubicBezTo>
                  <a:pt x="6525550" y="4113033"/>
                  <a:pt x="6528146" y="4112560"/>
                  <a:pt x="6530842" y="4112560"/>
                </a:cubicBezTo>
                <a:close/>
                <a:moveTo>
                  <a:pt x="6054592" y="4112560"/>
                </a:moveTo>
                <a:cubicBezTo>
                  <a:pt x="6057690" y="4112560"/>
                  <a:pt x="6060342" y="4113105"/>
                  <a:pt x="6062551" y="4114195"/>
                </a:cubicBezTo>
                <a:cubicBezTo>
                  <a:pt x="6064760" y="4115284"/>
                  <a:pt x="6066595" y="4116776"/>
                  <a:pt x="6068057" y="4118669"/>
                </a:cubicBezTo>
                <a:cubicBezTo>
                  <a:pt x="6069520" y="4120562"/>
                  <a:pt x="6070596" y="4122799"/>
                  <a:pt x="6071284" y="4125380"/>
                </a:cubicBezTo>
                <a:cubicBezTo>
                  <a:pt x="6071973" y="4127961"/>
                  <a:pt x="6072317" y="4130715"/>
                  <a:pt x="6072317" y="4133640"/>
                </a:cubicBezTo>
                <a:cubicBezTo>
                  <a:pt x="6072317" y="4134443"/>
                  <a:pt x="6072274" y="4135375"/>
                  <a:pt x="6072188" y="4136436"/>
                </a:cubicBezTo>
                <a:cubicBezTo>
                  <a:pt x="6072101" y="4137497"/>
                  <a:pt x="6071915" y="4138602"/>
                  <a:pt x="6071628" y="4139749"/>
                </a:cubicBezTo>
                <a:lnTo>
                  <a:pt x="6033254" y="4141298"/>
                </a:lnTo>
                <a:cubicBezTo>
                  <a:pt x="6033426" y="4135848"/>
                  <a:pt x="6034128" y="4131288"/>
                  <a:pt x="6035363" y="4127617"/>
                </a:cubicBezTo>
                <a:cubicBezTo>
                  <a:pt x="6036596" y="4123946"/>
                  <a:pt x="6038187" y="4120992"/>
                  <a:pt x="6040137" y="4118755"/>
                </a:cubicBezTo>
                <a:cubicBezTo>
                  <a:pt x="6042087" y="4116518"/>
                  <a:pt x="6044310" y="4114926"/>
                  <a:pt x="6046806" y="4113979"/>
                </a:cubicBezTo>
                <a:cubicBezTo>
                  <a:pt x="6049300" y="4113033"/>
                  <a:pt x="6051896" y="4112560"/>
                  <a:pt x="6054592" y="4112560"/>
                </a:cubicBezTo>
                <a:close/>
                <a:moveTo>
                  <a:pt x="4425817" y="4112560"/>
                </a:moveTo>
                <a:cubicBezTo>
                  <a:pt x="4428915" y="4112560"/>
                  <a:pt x="4431568" y="4113105"/>
                  <a:pt x="4433776" y="4114195"/>
                </a:cubicBezTo>
                <a:cubicBezTo>
                  <a:pt x="4435985" y="4115284"/>
                  <a:pt x="4437820" y="4116776"/>
                  <a:pt x="4439283" y="4118669"/>
                </a:cubicBezTo>
                <a:cubicBezTo>
                  <a:pt x="4440746" y="4120562"/>
                  <a:pt x="4441821" y="4122799"/>
                  <a:pt x="4442509" y="4125380"/>
                </a:cubicBezTo>
                <a:cubicBezTo>
                  <a:pt x="4443198" y="4127961"/>
                  <a:pt x="4443542" y="4130715"/>
                  <a:pt x="4443542" y="4133640"/>
                </a:cubicBezTo>
                <a:cubicBezTo>
                  <a:pt x="4443542" y="4134443"/>
                  <a:pt x="4443499" y="4135375"/>
                  <a:pt x="4443413" y="4136436"/>
                </a:cubicBezTo>
                <a:cubicBezTo>
                  <a:pt x="4443327" y="4137497"/>
                  <a:pt x="4443140" y="4138602"/>
                  <a:pt x="4442853" y="4139749"/>
                </a:cubicBezTo>
                <a:lnTo>
                  <a:pt x="4404479" y="4141298"/>
                </a:lnTo>
                <a:cubicBezTo>
                  <a:pt x="4404651" y="4135848"/>
                  <a:pt x="4405354" y="4131288"/>
                  <a:pt x="4406587" y="4127617"/>
                </a:cubicBezTo>
                <a:cubicBezTo>
                  <a:pt x="4407820" y="4123946"/>
                  <a:pt x="4409412" y="4120992"/>
                  <a:pt x="4411362" y="4118755"/>
                </a:cubicBezTo>
                <a:cubicBezTo>
                  <a:pt x="4413313" y="4116518"/>
                  <a:pt x="4415535" y="4114926"/>
                  <a:pt x="4418031" y="4113979"/>
                </a:cubicBezTo>
                <a:cubicBezTo>
                  <a:pt x="4420526" y="4113033"/>
                  <a:pt x="4423121" y="4112560"/>
                  <a:pt x="4425817" y="4112560"/>
                </a:cubicBezTo>
                <a:close/>
                <a:moveTo>
                  <a:pt x="4025767" y="4112560"/>
                </a:moveTo>
                <a:cubicBezTo>
                  <a:pt x="4028865" y="4112560"/>
                  <a:pt x="4031518" y="4113105"/>
                  <a:pt x="4033726" y="4114195"/>
                </a:cubicBezTo>
                <a:cubicBezTo>
                  <a:pt x="4035935" y="4115284"/>
                  <a:pt x="4037770" y="4116776"/>
                  <a:pt x="4039233" y="4118669"/>
                </a:cubicBezTo>
                <a:cubicBezTo>
                  <a:pt x="4040695" y="4120562"/>
                  <a:pt x="4041771" y="4122799"/>
                  <a:pt x="4042459" y="4125380"/>
                </a:cubicBezTo>
                <a:cubicBezTo>
                  <a:pt x="4043148" y="4127961"/>
                  <a:pt x="4043492" y="4130715"/>
                  <a:pt x="4043492" y="4133640"/>
                </a:cubicBezTo>
                <a:cubicBezTo>
                  <a:pt x="4043492" y="4134443"/>
                  <a:pt x="4043449" y="4135375"/>
                  <a:pt x="4043363" y="4136436"/>
                </a:cubicBezTo>
                <a:cubicBezTo>
                  <a:pt x="4043277" y="4137497"/>
                  <a:pt x="4043090" y="4138602"/>
                  <a:pt x="4042803" y="4139749"/>
                </a:cubicBezTo>
                <a:lnTo>
                  <a:pt x="4004429" y="4141298"/>
                </a:lnTo>
                <a:cubicBezTo>
                  <a:pt x="4004601" y="4135848"/>
                  <a:pt x="4005304" y="4131288"/>
                  <a:pt x="4006537" y="4127617"/>
                </a:cubicBezTo>
                <a:cubicBezTo>
                  <a:pt x="4007770" y="4123946"/>
                  <a:pt x="4009362" y="4120992"/>
                  <a:pt x="4011312" y="4118755"/>
                </a:cubicBezTo>
                <a:cubicBezTo>
                  <a:pt x="4013263" y="4116518"/>
                  <a:pt x="4015485" y="4114926"/>
                  <a:pt x="4017981" y="4113979"/>
                </a:cubicBezTo>
                <a:cubicBezTo>
                  <a:pt x="4020476" y="4113033"/>
                  <a:pt x="4023071" y="4112560"/>
                  <a:pt x="4025767" y="4112560"/>
                </a:cubicBezTo>
                <a:close/>
                <a:moveTo>
                  <a:pt x="3378067" y="4112560"/>
                </a:moveTo>
                <a:cubicBezTo>
                  <a:pt x="3381165" y="4112560"/>
                  <a:pt x="3383818" y="4113105"/>
                  <a:pt x="3386026" y="4114195"/>
                </a:cubicBezTo>
                <a:cubicBezTo>
                  <a:pt x="3388234" y="4115284"/>
                  <a:pt x="3390070" y="4116776"/>
                  <a:pt x="3391533" y="4118669"/>
                </a:cubicBezTo>
                <a:cubicBezTo>
                  <a:pt x="3392995" y="4120562"/>
                  <a:pt x="3394071" y="4122799"/>
                  <a:pt x="3394759" y="4125380"/>
                </a:cubicBezTo>
                <a:cubicBezTo>
                  <a:pt x="3395448" y="4127961"/>
                  <a:pt x="3395792" y="4130715"/>
                  <a:pt x="3395792" y="4133640"/>
                </a:cubicBezTo>
                <a:cubicBezTo>
                  <a:pt x="3395792" y="4134443"/>
                  <a:pt x="3395749" y="4135375"/>
                  <a:pt x="3395663" y="4136436"/>
                </a:cubicBezTo>
                <a:cubicBezTo>
                  <a:pt x="3395577" y="4137497"/>
                  <a:pt x="3395390" y="4138602"/>
                  <a:pt x="3395103" y="4139749"/>
                </a:cubicBezTo>
                <a:lnTo>
                  <a:pt x="3356729" y="4141298"/>
                </a:lnTo>
                <a:cubicBezTo>
                  <a:pt x="3356901" y="4135848"/>
                  <a:pt x="3357604" y="4131288"/>
                  <a:pt x="3358837" y="4127617"/>
                </a:cubicBezTo>
                <a:cubicBezTo>
                  <a:pt x="3360070" y="4123946"/>
                  <a:pt x="3361662" y="4120992"/>
                  <a:pt x="3363612" y="4118755"/>
                </a:cubicBezTo>
                <a:cubicBezTo>
                  <a:pt x="3365562" y="4116518"/>
                  <a:pt x="3367785" y="4114926"/>
                  <a:pt x="3370281" y="4113979"/>
                </a:cubicBezTo>
                <a:cubicBezTo>
                  <a:pt x="3372776" y="4113033"/>
                  <a:pt x="3375371" y="4112560"/>
                  <a:pt x="3378067" y="4112560"/>
                </a:cubicBezTo>
                <a:close/>
                <a:moveTo>
                  <a:pt x="7795799" y="4111871"/>
                </a:moveTo>
                <a:cubicBezTo>
                  <a:pt x="7796831" y="4111871"/>
                  <a:pt x="7798165" y="4111929"/>
                  <a:pt x="7799800" y="4112044"/>
                </a:cubicBezTo>
                <a:cubicBezTo>
                  <a:pt x="7801434" y="4112158"/>
                  <a:pt x="7803213" y="4112416"/>
                  <a:pt x="7805134" y="4112818"/>
                </a:cubicBezTo>
                <a:cubicBezTo>
                  <a:pt x="7807056" y="4113219"/>
                  <a:pt x="7809078" y="4113793"/>
                  <a:pt x="7811200" y="4114539"/>
                </a:cubicBezTo>
                <a:cubicBezTo>
                  <a:pt x="7813323" y="4115284"/>
                  <a:pt x="7815388" y="4116288"/>
                  <a:pt x="7817395" y="4117550"/>
                </a:cubicBezTo>
                <a:cubicBezTo>
                  <a:pt x="7817395" y="4122655"/>
                  <a:pt x="7817395" y="4127789"/>
                  <a:pt x="7817395" y="4132952"/>
                </a:cubicBezTo>
                <a:cubicBezTo>
                  <a:pt x="7817338" y="4138114"/>
                  <a:pt x="7817309" y="4143162"/>
                  <a:pt x="7817309" y="4148095"/>
                </a:cubicBezTo>
                <a:cubicBezTo>
                  <a:pt x="7817309" y="4153085"/>
                  <a:pt x="7817309" y="4157904"/>
                  <a:pt x="7817309" y="4162550"/>
                </a:cubicBezTo>
                <a:cubicBezTo>
                  <a:pt x="7817251" y="4167253"/>
                  <a:pt x="7817223" y="4171699"/>
                  <a:pt x="7817223" y="4175886"/>
                </a:cubicBezTo>
                <a:cubicBezTo>
                  <a:pt x="7814298" y="4179328"/>
                  <a:pt x="7811056" y="4181880"/>
                  <a:pt x="7807501" y="4183544"/>
                </a:cubicBezTo>
                <a:cubicBezTo>
                  <a:pt x="7803944" y="4185207"/>
                  <a:pt x="7800101" y="4186039"/>
                  <a:pt x="7795971" y="4186039"/>
                </a:cubicBezTo>
                <a:cubicBezTo>
                  <a:pt x="7792128" y="4186039"/>
                  <a:pt x="7788457" y="4185308"/>
                  <a:pt x="7784958" y="4183845"/>
                </a:cubicBezTo>
                <a:cubicBezTo>
                  <a:pt x="7781459" y="4182382"/>
                  <a:pt x="7778361" y="4180117"/>
                  <a:pt x="7775665" y="4177048"/>
                </a:cubicBezTo>
                <a:cubicBezTo>
                  <a:pt x="7772969" y="4173979"/>
                  <a:pt x="7770818" y="4170064"/>
                  <a:pt x="7769212" y="4165303"/>
                </a:cubicBezTo>
                <a:cubicBezTo>
                  <a:pt x="7767606" y="4160542"/>
                  <a:pt x="7766803" y="4154863"/>
                  <a:pt x="7766803" y="4148267"/>
                </a:cubicBezTo>
                <a:cubicBezTo>
                  <a:pt x="7766803" y="4143563"/>
                  <a:pt x="7767291" y="4139017"/>
                  <a:pt x="7768266" y="4134629"/>
                </a:cubicBezTo>
                <a:cubicBezTo>
                  <a:pt x="7769240" y="4130241"/>
                  <a:pt x="7770847" y="4126369"/>
                  <a:pt x="7773084" y="4123014"/>
                </a:cubicBezTo>
                <a:cubicBezTo>
                  <a:pt x="7775321" y="4119658"/>
                  <a:pt x="7778289" y="4116962"/>
                  <a:pt x="7781989" y="4114926"/>
                </a:cubicBezTo>
                <a:cubicBezTo>
                  <a:pt x="7785689" y="4112890"/>
                  <a:pt x="7790292" y="4111871"/>
                  <a:pt x="7795799" y="4111871"/>
                </a:cubicBezTo>
                <a:close/>
                <a:moveTo>
                  <a:pt x="7851849" y="4105332"/>
                </a:moveTo>
                <a:lnTo>
                  <a:pt x="7849784" y="4112732"/>
                </a:lnTo>
                <a:cubicBezTo>
                  <a:pt x="7852537" y="4113019"/>
                  <a:pt x="7854860" y="4113305"/>
                  <a:pt x="7856753" y="4113592"/>
                </a:cubicBezTo>
                <a:cubicBezTo>
                  <a:pt x="7858646" y="4113879"/>
                  <a:pt x="7860267" y="4114295"/>
                  <a:pt x="7861615" y="4114840"/>
                </a:cubicBezTo>
                <a:cubicBezTo>
                  <a:pt x="7862963" y="4115385"/>
                  <a:pt x="7864124" y="4116145"/>
                  <a:pt x="7865099" y="4117120"/>
                </a:cubicBezTo>
                <a:cubicBezTo>
                  <a:pt x="7866075" y="4118095"/>
                  <a:pt x="7867050" y="4119386"/>
                  <a:pt x="7868025" y="4120992"/>
                </a:cubicBezTo>
                <a:cubicBezTo>
                  <a:pt x="7868828" y="4122483"/>
                  <a:pt x="7869889" y="4124706"/>
                  <a:pt x="7871208" y="4127660"/>
                </a:cubicBezTo>
                <a:cubicBezTo>
                  <a:pt x="7872528" y="4130614"/>
                  <a:pt x="7874005" y="4134084"/>
                  <a:pt x="7875639" y="4138071"/>
                </a:cubicBezTo>
                <a:cubicBezTo>
                  <a:pt x="7877274" y="4142058"/>
                  <a:pt x="7879053" y="4146489"/>
                  <a:pt x="7880974" y="4151364"/>
                </a:cubicBezTo>
                <a:cubicBezTo>
                  <a:pt x="7882896" y="4156240"/>
                  <a:pt x="7884860" y="4161345"/>
                  <a:pt x="7886868" y="4166680"/>
                </a:cubicBezTo>
                <a:cubicBezTo>
                  <a:pt x="7888876" y="4172014"/>
                  <a:pt x="7890898" y="4177464"/>
                  <a:pt x="7892934" y="4183028"/>
                </a:cubicBezTo>
                <a:cubicBezTo>
                  <a:pt x="7894970" y="4188592"/>
                  <a:pt x="7896934" y="4194070"/>
                  <a:pt x="7898828" y="4199462"/>
                </a:cubicBezTo>
                <a:cubicBezTo>
                  <a:pt x="7899344" y="4199404"/>
                  <a:pt x="7899946" y="4199347"/>
                  <a:pt x="7900634" y="4199289"/>
                </a:cubicBezTo>
                <a:cubicBezTo>
                  <a:pt x="7901265" y="4199175"/>
                  <a:pt x="7901925" y="4199089"/>
                  <a:pt x="7902613" y="4199031"/>
                </a:cubicBezTo>
                <a:cubicBezTo>
                  <a:pt x="7903244" y="4198974"/>
                  <a:pt x="7903818" y="4198917"/>
                  <a:pt x="7904334" y="4198859"/>
                </a:cubicBezTo>
                <a:cubicBezTo>
                  <a:pt x="7904850" y="4198802"/>
                  <a:pt x="7905252" y="4198773"/>
                  <a:pt x="7905539" y="4198773"/>
                </a:cubicBezTo>
                <a:lnTo>
                  <a:pt x="7905711" y="4198773"/>
                </a:lnTo>
                <a:cubicBezTo>
                  <a:pt x="7903130" y="4204968"/>
                  <a:pt x="7900534" y="4210690"/>
                  <a:pt x="7897924" y="4215938"/>
                </a:cubicBezTo>
                <a:cubicBezTo>
                  <a:pt x="7895314" y="4221187"/>
                  <a:pt x="7892360" y="4225733"/>
                  <a:pt x="7889062" y="4229576"/>
                </a:cubicBezTo>
                <a:cubicBezTo>
                  <a:pt x="7885764" y="4233419"/>
                  <a:pt x="7882006" y="4236416"/>
                  <a:pt x="7877790" y="4238567"/>
                </a:cubicBezTo>
                <a:cubicBezTo>
                  <a:pt x="7873574" y="4240718"/>
                  <a:pt x="7868598" y="4241794"/>
                  <a:pt x="7862862" y="4241794"/>
                </a:cubicBezTo>
                <a:cubicBezTo>
                  <a:pt x="7861084" y="4241794"/>
                  <a:pt x="7859162" y="4241665"/>
                  <a:pt x="7857098" y="4241407"/>
                </a:cubicBezTo>
                <a:cubicBezTo>
                  <a:pt x="7855032" y="4241149"/>
                  <a:pt x="7852881" y="4240704"/>
                  <a:pt x="7850644" y="4240073"/>
                </a:cubicBezTo>
                <a:cubicBezTo>
                  <a:pt x="7850128" y="4241392"/>
                  <a:pt x="7849770" y="4242697"/>
                  <a:pt x="7849569" y="4243988"/>
                </a:cubicBezTo>
                <a:cubicBezTo>
                  <a:pt x="7849368" y="4245279"/>
                  <a:pt x="7849267" y="4246440"/>
                  <a:pt x="7849268" y="4247473"/>
                </a:cubicBezTo>
                <a:cubicBezTo>
                  <a:pt x="7849267" y="4251717"/>
                  <a:pt x="7850587" y="4254987"/>
                  <a:pt x="7853226" y="4257281"/>
                </a:cubicBezTo>
                <a:cubicBezTo>
                  <a:pt x="7855864" y="4259576"/>
                  <a:pt x="7859593" y="4260723"/>
                  <a:pt x="7864411" y="4260723"/>
                </a:cubicBezTo>
                <a:cubicBezTo>
                  <a:pt x="7869803" y="4260723"/>
                  <a:pt x="7874836" y="4259203"/>
                  <a:pt x="7879511" y="4256163"/>
                </a:cubicBezTo>
                <a:cubicBezTo>
                  <a:pt x="7884186" y="4253123"/>
                  <a:pt x="7888603" y="4248878"/>
                  <a:pt x="7892762" y="4243429"/>
                </a:cubicBezTo>
                <a:cubicBezTo>
                  <a:pt x="7896920" y="4237979"/>
                  <a:pt x="7900893" y="4231455"/>
                  <a:pt x="7904678" y="4223854"/>
                </a:cubicBezTo>
                <a:cubicBezTo>
                  <a:pt x="7908464" y="4216254"/>
                  <a:pt x="7912193" y="4207894"/>
                  <a:pt x="7915864" y="4198773"/>
                </a:cubicBezTo>
                <a:cubicBezTo>
                  <a:pt x="7918273" y="4192808"/>
                  <a:pt x="7920696" y="4186527"/>
                  <a:pt x="7923134" y="4179930"/>
                </a:cubicBezTo>
                <a:cubicBezTo>
                  <a:pt x="7925572" y="4173334"/>
                  <a:pt x="7928053" y="4166508"/>
                  <a:pt x="7930577" y="4159452"/>
                </a:cubicBezTo>
                <a:cubicBezTo>
                  <a:pt x="7933101" y="4152397"/>
                  <a:pt x="7935696" y="4145169"/>
                  <a:pt x="7938364" y="4137770"/>
                </a:cubicBezTo>
                <a:cubicBezTo>
                  <a:pt x="7941031" y="4130370"/>
                  <a:pt x="7943799" y="4122885"/>
                  <a:pt x="7946666" y="4115313"/>
                </a:cubicBezTo>
                <a:cubicBezTo>
                  <a:pt x="7949879" y="4114969"/>
                  <a:pt x="7952575" y="4114496"/>
                  <a:pt x="7954754" y="4113893"/>
                </a:cubicBezTo>
                <a:cubicBezTo>
                  <a:pt x="7956934" y="4113291"/>
                  <a:pt x="7958669" y="4112560"/>
                  <a:pt x="7959960" y="4111699"/>
                </a:cubicBezTo>
                <a:cubicBezTo>
                  <a:pt x="7961250" y="4110839"/>
                  <a:pt x="7962168" y="4109878"/>
                  <a:pt x="7962713" y="4108817"/>
                </a:cubicBezTo>
                <a:cubicBezTo>
                  <a:pt x="7963258" y="4107756"/>
                  <a:pt x="7963531" y="4106594"/>
                  <a:pt x="7963531" y="4105332"/>
                </a:cubicBezTo>
                <a:cubicBezTo>
                  <a:pt x="7962555" y="4105447"/>
                  <a:pt x="7960118" y="4105676"/>
                  <a:pt x="7956217" y="4106021"/>
                </a:cubicBezTo>
                <a:cubicBezTo>
                  <a:pt x="7952317" y="4106365"/>
                  <a:pt x="7946638" y="4106537"/>
                  <a:pt x="7939181" y="4106537"/>
                </a:cubicBezTo>
                <a:cubicBezTo>
                  <a:pt x="7937231" y="4106537"/>
                  <a:pt x="7935137" y="4106523"/>
                  <a:pt x="7932900" y="4106494"/>
                </a:cubicBezTo>
                <a:cubicBezTo>
                  <a:pt x="7930663" y="4106465"/>
                  <a:pt x="7928569" y="4106422"/>
                  <a:pt x="7926619" y="4106365"/>
                </a:cubicBezTo>
                <a:cubicBezTo>
                  <a:pt x="7924669" y="4106307"/>
                  <a:pt x="7922976" y="4106250"/>
                  <a:pt x="7921542" y="4106193"/>
                </a:cubicBezTo>
                <a:cubicBezTo>
                  <a:pt x="7920109" y="4106135"/>
                  <a:pt x="7919191" y="4106078"/>
                  <a:pt x="7918789" y="4106021"/>
                </a:cubicBezTo>
                <a:lnTo>
                  <a:pt x="7916724" y="4113248"/>
                </a:lnTo>
                <a:cubicBezTo>
                  <a:pt x="7919879" y="4113535"/>
                  <a:pt x="7922460" y="4113793"/>
                  <a:pt x="7924468" y="4114022"/>
                </a:cubicBezTo>
                <a:cubicBezTo>
                  <a:pt x="7926476" y="4114252"/>
                  <a:pt x="7928038" y="4114582"/>
                  <a:pt x="7929157" y="4115012"/>
                </a:cubicBezTo>
                <a:cubicBezTo>
                  <a:pt x="7930275" y="4115442"/>
                  <a:pt x="7931036" y="4116001"/>
                  <a:pt x="7931437" y="4116690"/>
                </a:cubicBezTo>
                <a:cubicBezTo>
                  <a:pt x="7931839" y="4117378"/>
                  <a:pt x="7932039" y="4118296"/>
                  <a:pt x="7932039" y="4119443"/>
                </a:cubicBezTo>
                <a:cubicBezTo>
                  <a:pt x="7932039" y="4120992"/>
                  <a:pt x="7931767" y="4123071"/>
                  <a:pt x="7931222" y="4125681"/>
                </a:cubicBezTo>
                <a:cubicBezTo>
                  <a:pt x="7930677" y="4128291"/>
                  <a:pt x="7929931" y="4131231"/>
                  <a:pt x="7928985" y="4134500"/>
                </a:cubicBezTo>
                <a:cubicBezTo>
                  <a:pt x="7928038" y="4137770"/>
                  <a:pt x="7926949" y="4141255"/>
                  <a:pt x="7925715" y="4144954"/>
                </a:cubicBezTo>
                <a:cubicBezTo>
                  <a:pt x="7924482" y="4148654"/>
                  <a:pt x="7923191" y="4152397"/>
                  <a:pt x="7921844" y="4156183"/>
                </a:cubicBezTo>
                <a:cubicBezTo>
                  <a:pt x="7920496" y="4159969"/>
                  <a:pt x="7919148" y="4163683"/>
                  <a:pt x="7917800" y="4167325"/>
                </a:cubicBezTo>
                <a:cubicBezTo>
                  <a:pt x="7916452" y="4170967"/>
                  <a:pt x="7915175" y="4174337"/>
                  <a:pt x="7913971" y="4177435"/>
                </a:cubicBezTo>
                <a:lnTo>
                  <a:pt x="7913282" y="4177435"/>
                </a:lnTo>
                <a:cubicBezTo>
                  <a:pt x="7910644" y="4169978"/>
                  <a:pt x="7907991" y="4162722"/>
                  <a:pt x="7905324" y="4155666"/>
                </a:cubicBezTo>
                <a:cubicBezTo>
                  <a:pt x="7902656" y="4148611"/>
                  <a:pt x="7900104" y="4141972"/>
                  <a:pt x="7897666" y="4135748"/>
                </a:cubicBezTo>
                <a:cubicBezTo>
                  <a:pt x="7895228" y="4129524"/>
                  <a:pt x="7892976" y="4123831"/>
                  <a:pt x="7890912" y="4118669"/>
                </a:cubicBezTo>
                <a:cubicBezTo>
                  <a:pt x="7888790" y="4113564"/>
                  <a:pt x="7887011" y="4109233"/>
                  <a:pt x="7885577" y="4105676"/>
                </a:cubicBezTo>
                <a:cubicBezTo>
                  <a:pt x="7884373" y="4105791"/>
                  <a:pt x="7882924" y="4105877"/>
                  <a:pt x="7881232" y="4105935"/>
                </a:cubicBezTo>
                <a:cubicBezTo>
                  <a:pt x="7879540" y="4105992"/>
                  <a:pt x="7877403" y="4106021"/>
                  <a:pt x="7874822" y="4106021"/>
                </a:cubicBezTo>
                <a:cubicBezTo>
                  <a:pt x="7872011" y="4106021"/>
                  <a:pt x="7869301" y="4105992"/>
                  <a:pt x="7866691" y="4105935"/>
                </a:cubicBezTo>
                <a:cubicBezTo>
                  <a:pt x="7864081" y="4105877"/>
                  <a:pt x="7861743" y="4105820"/>
                  <a:pt x="7859679" y="4105763"/>
                </a:cubicBezTo>
                <a:cubicBezTo>
                  <a:pt x="7857613" y="4105705"/>
                  <a:pt x="7855893" y="4105633"/>
                  <a:pt x="7854516" y="4105547"/>
                </a:cubicBezTo>
                <a:cubicBezTo>
                  <a:pt x="7853139" y="4105461"/>
                  <a:pt x="7852250" y="4105390"/>
                  <a:pt x="7851849" y="4105332"/>
                </a:cubicBezTo>
                <a:close/>
                <a:moveTo>
                  <a:pt x="6307644" y="4105332"/>
                </a:moveTo>
                <a:cubicBezTo>
                  <a:pt x="6305521" y="4105562"/>
                  <a:pt x="6303456" y="4105748"/>
                  <a:pt x="6301449" y="4105892"/>
                </a:cubicBezTo>
                <a:cubicBezTo>
                  <a:pt x="6299441" y="4106035"/>
                  <a:pt x="6297362" y="4106150"/>
                  <a:pt x="6295211" y="4106236"/>
                </a:cubicBezTo>
                <a:cubicBezTo>
                  <a:pt x="6293060" y="4106322"/>
                  <a:pt x="6290751" y="4106393"/>
                  <a:pt x="6288285" y="4106451"/>
                </a:cubicBezTo>
                <a:cubicBezTo>
                  <a:pt x="6285818" y="4106508"/>
                  <a:pt x="6283093" y="4106537"/>
                  <a:pt x="6280111" y="4106537"/>
                </a:cubicBezTo>
                <a:lnTo>
                  <a:pt x="6270646" y="4106537"/>
                </a:lnTo>
                <a:cubicBezTo>
                  <a:pt x="6269155" y="4106537"/>
                  <a:pt x="6267778" y="4106523"/>
                  <a:pt x="6266516" y="4106494"/>
                </a:cubicBezTo>
                <a:cubicBezTo>
                  <a:pt x="6265254" y="4106465"/>
                  <a:pt x="6264222" y="4106422"/>
                  <a:pt x="6263419" y="4106365"/>
                </a:cubicBezTo>
                <a:lnTo>
                  <a:pt x="6261354" y="4113592"/>
                </a:lnTo>
                <a:cubicBezTo>
                  <a:pt x="6262730" y="4113707"/>
                  <a:pt x="6263992" y="4113793"/>
                  <a:pt x="6265140" y="4113850"/>
                </a:cubicBezTo>
                <a:cubicBezTo>
                  <a:pt x="6266287" y="4113965"/>
                  <a:pt x="6267262" y="4114109"/>
                  <a:pt x="6268065" y="4114281"/>
                </a:cubicBezTo>
                <a:cubicBezTo>
                  <a:pt x="6268868" y="4114453"/>
                  <a:pt x="6269499" y="4114696"/>
                  <a:pt x="6269958" y="4115012"/>
                </a:cubicBezTo>
                <a:cubicBezTo>
                  <a:pt x="6270417" y="4115327"/>
                  <a:pt x="6270646" y="4115772"/>
                  <a:pt x="6270646" y="4116346"/>
                </a:cubicBezTo>
                <a:cubicBezTo>
                  <a:pt x="6270646" y="4117263"/>
                  <a:pt x="6270087" y="4118611"/>
                  <a:pt x="6268968" y="4120390"/>
                </a:cubicBezTo>
                <a:cubicBezTo>
                  <a:pt x="6267850" y="4122168"/>
                  <a:pt x="6266029" y="4124433"/>
                  <a:pt x="6263505" y="4127187"/>
                </a:cubicBezTo>
                <a:cubicBezTo>
                  <a:pt x="6260981" y="4129940"/>
                  <a:pt x="6257683" y="4133167"/>
                  <a:pt x="6253610" y="4136866"/>
                </a:cubicBezTo>
                <a:cubicBezTo>
                  <a:pt x="6249537" y="4140566"/>
                  <a:pt x="6244547" y="4144797"/>
                  <a:pt x="6238639" y="4149558"/>
                </a:cubicBezTo>
                <a:cubicBezTo>
                  <a:pt x="6245293" y="4157359"/>
                  <a:pt x="6251717" y="4165317"/>
                  <a:pt x="6257912" y="4173434"/>
                </a:cubicBezTo>
                <a:cubicBezTo>
                  <a:pt x="6264107" y="4181551"/>
                  <a:pt x="6270359" y="4190112"/>
                  <a:pt x="6276669" y="4199117"/>
                </a:cubicBezTo>
                <a:cubicBezTo>
                  <a:pt x="6277988" y="4199003"/>
                  <a:pt x="6279681" y="4198917"/>
                  <a:pt x="6281746" y="4198859"/>
                </a:cubicBezTo>
                <a:cubicBezTo>
                  <a:pt x="6283811" y="4198802"/>
                  <a:pt x="6285847" y="4198773"/>
                  <a:pt x="6287855" y="4198773"/>
                </a:cubicBezTo>
                <a:cubicBezTo>
                  <a:pt x="6290493" y="4198773"/>
                  <a:pt x="6293146" y="4198802"/>
                  <a:pt x="6295813" y="4198859"/>
                </a:cubicBezTo>
                <a:cubicBezTo>
                  <a:pt x="6298481" y="4198917"/>
                  <a:pt x="6300933" y="4198988"/>
                  <a:pt x="6303170" y="4199074"/>
                </a:cubicBezTo>
                <a:cubicBezTo>
                  <a:pt x="6305407" y="4199160"/>
                  <a:pt x="6307314" y="4199261"/>
                  <a:pt x="6308892" y="4199376"/>
                </a:cubicBezTo>
                <a:cubicBezTo>
                  <a:pt x="6310469" y="4199490"/>
                  <a:pt x="6311487" y="4199576"/>
                  <a:pt x="6311946" y="4199634"/>
                </a:cubicBezTo>
                <a:lnTo>
                  <a:pt x="6315044" y="4192406"/>
                </a:lnTo>
                <a:cubicBezTo>
                  <a:pt x="6311946" y="4192119"/>
                  <a:pt x="6309336" y="4191818"/>
                  <a:pt x="6307214" y="4191503"/>
                </a:cubicBezTo>
                <a:cubicBezTo>
                  <a:pt x="6305091" y="4191187"/>
                  <a:pt x="6303241" y="4190743"/>
                  <a:pt x="6301664" y="4190169"/>
                </a:cubicBezTo>
                <a:cubicBezTo>
                  <a:pt x="6300086" y="4189595"/>
                  <a:pt x="6298653" y="4188807"/>
                  <a:pt x="6297362" y="4187803"/>
                </a:cubicBezTo>
                <a:cubicBezTo>
                  <a:pt x="6296071" y="4186799"/>
                  <a:pt x="6294680" y="4185465"/>
                  <a:pt x="6293189" y="4183802"/>
                </a:cubicBezTo>
                <a:cubicBezTo>
                  <a:pt x="6291353" y="4181852"/>
                  <a:pt x="6289374" y="4179572"/>
                  <a:pt x="6287252" y="4176962"/>
                </a:cubicBezTo>
                <a:cubicBezTo>
                  <a:pt x="6285130" y="4174352"/>
                  <a:pt x="6282778" y="4171369"/>
                  <a:pt x="6280197" y="4168013"/>
                </a:cubicBezTo>
                <a:cubicBezTo>
                  <a:pt x="6277616" y="4164658"/>
                  <a:pt x="6274747" y="4160886"/>
                  <a:pt x="6271593" y="4156699"/>
                </a:cubicBezTo>
                <a:cubicBezTo>
                  <a:pt x="6268438" y="4152569"/>
                  <a:pt x="6264852" y="4147951"/>
                  <a:pt x="6260838" y="4142846"/>
                </a:cubicBezTo>
                <a:cubicBezTo>
                  <a:pt x="6263189" y="4140437"/>
                  <a:pt x="6265627" y="4137971"/>
                  <a:pt x="6268151" y="4135447"/>
                </a:cubicBezTo>
                <a:cubicBezTo>
                  <a:pt x="6270675" y="4132923"/>
                  <a:pt x="6273185" y="4130456"/>
                  <a:pt x="6275680" y="4128047"/>
                </a:cubicBezTo>
                <a:cubicBezTo>
                  <a:pt x="6278175" y="4125638"/>
                  <a:pt x="6280613" y="4123344"/>
                  <a:pt x="6282993" y="4121164"/>
                </a:cubicBezTo>
                <a:cubicBezTo>
                  <a:pt x="6285373" y="4118984"/>
                  <a:pt x="6287567" y="4117034"/>
                  <a:pt x="6289575" y="4115313"/>
                </a:cubicBezTo>
                <a:cubicBezTo>
                  <a:pt x="6292959" y="4115084"/>
                  <a:pt x="6295813" y="4114668"/>
                  <a:pt x="6298136" y="4114066"/>
                </a:cubicBezTo>
                <a:cubicBezTo>
                  <a:pt x="6300460" y="4113463"/>
                  <a:pt x="6302323" y="4112732"/>
                  <a:pt x="6303729" y="4111871"/>
                </a:cubicBezTo>
                <a:cubicBezTo>
                  <a:pt x="6305134" y="4111011"/>
                  <a:pt x="6306138" y="4110022"/>
                  <a:pt x="6306741" y="4108903"/>
                </a:cubicBezTo>
                <a:cubicBezTo>
                  <a:pt x="6307343" y="4107784"/>
                  <a:pt x="6307644" y="4106594"/>
                  <a:pt x="6307644" y="4105332"/>
                </a:cubicBezTo>
                <a:close/>
                <a:moveTo>
                  <a:pt x="5899655" y="4105332"/>
                </a:moveTo>
                <a:lnTo>
                  <a:pt x="5897590" y="4112732"/>
                </a:lnTo>
                <a:cubicBezTo>
                  <a:pt x="5900287" y="4113019"/>
                  <a:pt x="5902566" y="4113291"/>
                  <a:pt x="5904430" y="4113549"/>
                </a:cubicBezTo>
                <a:cubicBezTo>
                  <a:pt x="5906294" y="4113807"/>
                  <a:pt x="5907886" y="4114209"/>
                  <a:pt x="5909206" y="4114754"/>
                </a:cubicBezTo>
                <a:cubicBezTo>
                  <a:pt x="5910525" y="4115299"/>
                  <a:pt x="5911673" y="4116059"/>
                  <a:pt x="5912647" y="4117034"/>
                </a:cubicBezTo>
                <a:cubicBezTo>
                  <a:pt x="5913622" y="4118009"/>
                  <a:pt x="5914569" y="4119328"/>
                  <a:pt x="5915487" y="4120992"/>
                </a:cubicBezTo>
                <a:cubicBezTo>
                  <a:pt x="5916404" y="4122770"/>
                  <a:pt x="5917566" y="4125251"/>
                  <a:pt x="5918971" y="4128434"/>
                </a:cubicBezTo>
                <a:cubicBezTo>
                  <a:pt x="5920376" y="4131618"/>
                  <a:pt x="5921925" y="4135303"/>
                  <a:pt x="5923617" y="4139491"/>
                </a:cubicBezTo>
                <a:cubicBezTo>
                  <a:pt x="5925310" y="4143678"/>
                  <a:pt x="5927102" y="4148267"/>
                  <a:pt x="5928995" y="4153257"/>
                </a:cubicBezTo>
                <a:cubicBezTo>
                  <a:pt x="5930888" y="4158248"/>
                  <a:pt x="5932795" y="4163410"/>
                  <a:pt x="5934717" y="4168745"/>
                </a:cubicBezTo>
                <a:cubicBezTo>
                  <a:pt x="5936638" y="4174079"/>
                  <a:pt x="5938531" y="4179500"/>
                  <a:pt x="5940396" y="4185007"/>
                </a:cubicBezTo>
                <a:cubicBezTo>
                  <a:pt x="5942260" y="4190513"/>
                  <a:pt x="5943995" y="4195905"/>
                  <a:pt x="5945601" y="4201182"/>
                </a:cubicBezTo>
                <a:cubicBezTo>
                  <a:pt x="5947494" y="4200666"/>
                  <a:pt x="5949415" y="4200207"/>
                  <a:pt x="5951366" y="4199806"/>
                </a:cubicBezTo>
                <a:cubicBezTo>
                  <a:pt x="5953316" y="4199404"/>
                  <a:pt x="5955410" y="4199060"/>
                  <a:pt x="5957647" y="4198773"/>
                </a:cubicBezTo>
                <a:cubicBezTo>
                  <a:pt x="5959310" y="4194815"/>
                  <a:pt x="5961261" y="4190284"/>
                  <a:pt x="5963498" y="4185179"/>
                </a:cubicBezTo>
                <a:cubicBezTo>
                  <a:pt x="5965734" y="4180074"/>
                  <a:pt x="5968072" y="4174753"/>
                  <a:pt x="5970510" y="4169218"/>
                </a:cubicBezTo>
                <a:cubicBezTo>
                  <a:pt x="5972948" y="4163683"/>
                  <a:pt x="5975429" y="4158119"/>
                  <a:pt x="5977953" y="4152526"/>
                </a:cubicBezTo>
                <a:cubicBezTo>
                  <a:pt x="5980476" y="4146933"/>
                  <a:pt x="5982871" y="4141699"/>
                  <a:pt x="5985137" y="4136823"/>
                </a:cubicBezTo>
                <a:cubicBezTo>
                  <a:pt x="5987403" y="4131948"/>
                  <a:pt x="5989468" y="4127631"/>
                  <a:pt x="5991332" y="4123874"/>
                </a:cubicBezTo>
                <a:cubicBezTo>
                  <a:pt x="5993196" y="4120117"/>
                  <a:pt x="5994702" y="4117263"/>
                  <a:pt x="5995849" y="4115313"/>
                </a:cubicBezTo>
                <a:cubicBezTo>
                  <a:pt x="5999004" y="4114969"/>
                  <a:pt x="6001628" y="4114496"/>
                  <a:pt x="6003722" y="4113893"/>
                </a:cubicBezTo>
                <a:cubicBezTo>
                  <a:pt x="6005816" y="4113291"/>
                  <a:pt x="6007507" y="4112560"/>
                  <a:pt x="6008798" y="4111699"/>
                </a:cubicBezTo>
                <a:cubicBezTo>
                  <a:pt x="6010089" y="4110839"/>
                  <a:pt x="6011007" y="4109878"/>
                  <a:pt x="6011552" y="4108817"/>
                </a:cubicBezTo>
                <a:cubicBezTo>
                  <a:pt x="6012097" y="4107756"/>
                  <a:pt x="6012369" y="4106594"/>
                  <a:pt x="6012369" y="4105332"/>
                </a:cubicBezTo>
                <a:cubicBezTo>
                  <a:pt x="6011337" y="4105447"/>
                  <a:pt x="6010118" y="4105576"/>
                  <a:pt x="6008712" y="4105720"/>
                </a:cubicBezTo>
                <a:cubicBezTo>
                  <a:pt x="6007307" y="4105863"/>
                  <a:pt x="6005629" y="4105992"/>
                  <a:pt x="6003679" y="4106107"/>
                </a:cubicBezTo>
                <a:cubicBezTo>
                  <a:pt x="6001729" y="4106221"/>
                  <a:pt x="5999477" y="4106322"/>
                  <a:pt x="5996925" y="4106408"/>
                </a:cubicBezTo>
                <a:cubicBezTo>
                  <a:pt x="5994373" y="4106494"/>
                  <a:pt x="5991432" y="4106537"/>
                  <a:pt x="5988105" y="4106537"/>
                </a:cubicBezTo>
                <a:cubicBezTo>
                  <a:pt x="5986155" y="4106537"/>
                  <a:pt x="5984076" y="4106523"/>
                  <a:pt x="5981867" y="4106494"/>
                </a:cubicBezTo>
                <a:cubicBezTo>
                  <a:pt x="5979659" y="4106465"/>
                  <a:pt x="5977565" y="4106422"/>
                  <a:pt x="5975586" y="4106365"/>
                </a:cubicBezTo>
                <a:cubicBezTo>
                  <a:pt x="5973607" y="4106307"/>
                  <a:pt x="5971887" y="4106250"/>
                  <a:pt x="5970424" y="4106193"/>
                </a:cubicBezTo>
                <a:cubicBezTo>
                  <a:pt x="5968961" y="4106135"/>
                  <a:pt x="5968029" y="4106078"/>
                  <a:pt x="5967628" y="4106021"/>
                </a:cubicBezTo>
                <a:lnTo>
                  <a:pt x="5965563" y="4113248"/>
                </a:lnTo>
                <a:cubicBezTo>
                  <a:pt x="5970438" y="4113592"/>
                  <a:pt x="5974239" y="4114109"/>
                  <a:pt x="5976963" y="4114797"/>
                </a:cubicBezTo>
                <a:cubicBezTo>
                  <a:pt x="5979688" y="4115485"/>
                  <a:pt x="5981050" y="4116575"/>
                  <a:pt x="5981050" y="4118066"/>
                </a:cubicBezTo>
                <a:cubicBezTo>
                  <a:pt x="5981050" y="4118927"/>
                  <a:pt x="5980533" y="4120877"/>
                  <a:pt x="5979501" y="4123917"/>
                </a:cubicBezTo>
                <a:cubicBezTo>
                  <a:pt x="5978469" y="4126957"/>
                  <a:pt x="5977007" y="4130858"/>
                  <a:pt x="5975113" y="4135619"/>
                </a:cubicBezTo>
                <a:cubicBezTo>
                  <a:pt x="5973221" y="4140380"/>
                  <a:pt x="5970911" y="4145929"/>
                  <a:pt x="5968188" y="4152268"/>
                </a:cubicBezTo>
                <a:cubicBezTo>
                  <a:pt x="5965462" y="4158606"/>
                  <a:pt x="5962408" y="4165504"/>
                  <a:pt x="5959023" y="4172961"/>
                </a:cubicBezTo>
                <a:lnTo>
                  <a:pt x="5958335" y="4172961"/>
                </a:lnTo>
                <a:cubicBezTo>
                  <a:pt x="5956155" y="4166479"/>
                  <a:pt x="5953904" y="4159997"/>
                  <a:pt x="5951581" y="4153515"/>
                </a:cubicBezTo>
                <a:cubicBezTo>
                  <a:pt x="5949258" y="4147034"/>
                  <a:pt x="5947006" y="4140853"/>
                  <a:pt x="5944827" y="4134974"/>
                </a:cubicBezTo>
                <a:cubicBezTo>
                  <a:pt x="5942647" y="4129094"/>
                  <a:pt x="5940582" y="4123630"/>
                  <a:pt x="5938632" y="4118583"/>
                </a:cubicBezTo>
                <a:cubicBezTo>
                  <a:pt x="5936682" y="4113535"/>
                  <a:pt x="5934989" y="4109233"/>
                  <a:pt x="5933555" y="4105676"/>
                </a:cubicBezTo>
                <a:cubicBezTo>
                  <a:pt x="5932350" y="4105791"/>
                  <a:pt x="5930873" y="4105877"/>
                  <a:pt x="5929124" y="4105935"/>
                </a:cubicBezTo>
                <a:cubicBezTo>
                  <a:pt x="5927375" y="4105992"/>
                  <a:pt x="5925209" y="4106021"/>
                  <a:pt x="5922628" y="4106021"/>
                </a:cubicBezTo>
                <a:cubicBezTo>
                  <a:pt x="5919817" y="4106021"/>
                  <a:pt x="5917107" y="4105992"/>
                  <a:pt x="5914497" y="4105935"/>
                </a:cubicBezTo>
                <a:cubicBezTo>
                  <a:pt x="5911888" y="4105877"/>
                  <a:pt x="5909550" y="4105820"/>
                  <a:pt x="5907485" y="4105763"/>
                </a:cubicBezTo>
                <a:cubicBezTo>
                  <a:pt x="5905419" y="4105705"/>
                  <a:pt x="5903699" y="4105633"/>
                  <a:pt x="5902323" y="4105547"/>
                </a:cubicBezTo>
                <a:cubicBezTo>
                  <a:pt x="5900946" y="4105461"/>
                  <a:pt x="5900056" y="4105390"/>
                  <a:pt x="5899655" y="4105332"/>
                </a:cubicBezTo>
                <a:close/>
                <a:moveTo>
                  <a:pt x="4679414" y="4105332"/>
                </a:moveTo>
                <a:cubicBezTo>
                  <a:pt x="4674997" y="4105332"/>
                  <a:pt x="4671526" y="4106537"/>
                  <a:pt x="4669003" y="4108946"/>
                </a:cubicBezTo>
                <a:cubicBezTo>
                  <a:pt x="4666478" y="4111355"/>
                  <a:pt x="4665217" y="4114826"/>
                  <a:pt x="4665217" y="4119357"/>
                </a:cubicBezTo>
                <a:cubicBezTo>
                  <a:pt x="4665217" y="4123602"/>
                  <a:pt x="4666364" y="4126857"/>
                  <a:pt x="4668658" y="4129123"/>
                </a:cubicBezTo>
                <a:cubicBezTo>
                  <a:pt x="4670953" y="4131388"/>
                  <a:pt x="4674165" y="4132521"/>
                  <a:pt x="4678295" y="4132521"/>
                </a:cubicBezTo>
                <a:cubicBezTo>
                  <a:pt x="4682769" y="4132521"/>
                  <a:pt x="4686211" y="4131259"/>
                  <a:pt x="4688620" y="4128736"/>
                </a:cubicBezTo>
                <a:cubicBezTo>
                  <a:pt x="4691029" y="4126212"/>
                  <a:pt x="4692234" y="4122713"/>
                  <a:pt x="4692234" y="4118239"/>
                </a:cubicBezTo>
                <a:cubicBezTo>
                  <a:pt x="4692234" y="4114109"/>
                  <a:pt x="4691173" y="4110925"/>
                  <a:pt x="4689050" y="4108688"/>
                </a:cubicBezTo>
                <a:cubicBezTo>
                  <a:pt x="4686928" y="4106451"/>
                  <a:pt x="4683715" y="4105332"/>
                  <a:pt x="4679414" y="4105332"/>
                </a:cubicBezTo>
                <a:close/>
                <a:moveTo>
                  <a:pt x="8701722" y="4104816"/>
                </a:moveTo>
                <a:cubicBezTo>
                  <a:pt x="8701263" y="4104931"/>
                  <a:pt x="8699973" y="4105074"/>
                  <a:pt x="8697850" y="4105246"/>
                </a:cubicBezTo>
                <a:cubicBezTo>
                  <a:pt x="8695728" y="4105418"/>
                  <a:pt x="8692874" y="4105590"/>
                  <a:pt x="8689289" y="4105763"/>
                </a:cubicBezTo>
                <a:cubicBezTo>
                  <a:pt x="8685703" y="4105935"/>
                  <a:pt x="8681487" y="4106078"/>
                  <a:pt x="8676641" y="4106193"/>
                </a:cubicBezTo>
                <a:cubicBezTo>
                  <a:pt x="8671794" y="4106307"/>
                  <a:pt x="8666417" y="4106365"/>
                  <a:pt x="8660508" y="4106365"/>
                </a:cubicBezTo>
                <a:cubicBezTo>
                  <a:pt x="8648175" y="4106365"/>
                  <a:pt x="8638539" y="4106164"/>
                  <a:pt x="8631599" y="4105763"/>
                </a:cubicBezTo>
                <a:cubicBezTo>
                  <a:pt x="8624657" y="4105361"/>
                  <a:pt x="8620585" y="4105160"/>
                  <a:pt x="8619381" y="4105160"/>
                </a:cubicBezTo>
                <a:cubicBezTo>
                  <a:pt x="8617717" y="4105160"/>
                  <a:pt x="8616641" y="4105619"/>
                  <a:pt x="8616154" y="4106537"/>
                </a:cubicBezTo>
                <a:cubicBezTo>
                  <a:pt x="8615667" y="4107455"/>
                  <a:pt x="8615394" y="4108372"/>
                  <a:pt x="8615337" y="4109290"/>
                </a:cubicBezTo>
                <a:cubicBezTo>
                  <a:pt x="8615222" y="4110610"/>
                  <a:pt x="8615107" y="4112502"/>
                  <a:pt x="8614993" y="4114969"/>
                </a:cubicBezTo>
                <a:cubicBezTo>
                  <a:pt x="8614820" y="4117493"/>
                  <a:pt x="8614648" y="4120217"/>
                  <a:pt x="8614476" y="4123143"/>
                </a:cubicBezTo>
                <a:cubicBezTo>
                  <a:pt x="8614304" y="4126068"/>
                  <a:pt x="8614103" y="4129022"/>
                  <a:pt x="8613874" y="4132005"/>
                </a:cubicBezTo>
                <a:cubicBezTo>
                  <a:pt x="8613645" y="4134988"/>
                  <a:pt x="8613443" y="4137626"/>
                  <a:pt x="8613271" y="4139921"/>
                </a:cubicBezTo>
                <a:lnTo>
                  <a:pt x="8621015" y="4140437"/>
                </a:lnTo>
                <a:cubicBezTo>
                  <a:pt x="8621703" y="4136365"/>
                  <a:pt x="8622349" y="4132923"/>
                  <a:pt x="8622951" y="4130112"/>
                </a:cubicBezTo>
                <a:cubicBezTo>
                  <a:pt x="8623553" y="4127302"/>
                  <a:pt x="8624271" y="4124950"/>
                  <a:pt x="8625102" y="4123057"/>
                </a:cubicBezTo>
                <a:cubicBezTo>
                  <a:pt x="8625934" y="4121164"/>
                  <a:pt x="8626981" y="4119687"/>
                  <a:pt x="8628243" y="4118626"/>
                </a:cubicBezTo>
                <a:cubicBezTo>
                  <a:pt x="8629505" y="4117565"/>
                  <a:pt x="8631111" y="4116776"/>
                  <a:pt x="8633061" y="4116260"/>
                </a:cubicBezTo>
                <a:cubicBezTo>
                  <a:pt x="8635011" y="4115743"/>
                  <a:pt x="8637392" y="4115428"/>
                  <a:pt x="8640203" y="4115313"/>
                </a:cubicBezTo>
                <a:cubicBezTo>
                  <a:pt x="8643013" y="4115198"/>
                  <a:pt x="8646426" y="4115141"/>
                  <a:pt x="8650441" y="4115141"/>
                </a:cubicBezTo>
                <a:cubicBezTo>
                  <a:pt x="8653883" y="4115141"/>
                  <a:pt x="8657296" y="4115155"/>
                  <a:pt x="8660680" y="4115184"/>
                </a:cubicBezTo>
                <a:cubicBezTo>
                  <a:pt x="8664065" y="4115213"/>
                  <a:pt x="8667305" y="4115256"/>
                  <a:pt x="8670403" y="4115313"/>
                </a:cubicBezTo>
                <a:cubicBezTo>
                  <a:pt x="8668682" y="4117837"/>
                  <a:pt x="8666359" y="4121164"/>
                  <a:pt x="8663433" y="4125294"/>
                </a:cubicBezTo>
                <a:cubicBezTo>
                  <a:pt x="8660508" y="4129424"/>
                  <a:pt x="8657253" y="4133998"/>
                  <a:pt x="8653668" y="4139017"/>
                </a:cubicBezTo>
                <a:cubicBezTo>
                  <a:pt x="8650083" y="4144037"/>
                  <a:pt x="8646297" y="4149285"/>
                  <a:pt x="8642311" y="4154763"/>
                </a:cubicBezTo>
                <a:cubicBezTo>
                  <a:pt x="8638324" y="4160241"/>
                  <a:pt x="8634366" y="4165590"/>
                  <a:pt x="8630437" y="4170810"/>
                </a:cubicBezTo>
                <a:cubicBezTo>
                  <a:pt x="8626507" y="4176030"/>
                  <a:pt x="8622765" y="4180920"/>
                  <a:pt x="8619209" y="4185480"/>
                </a:cubicBezTo>
                <a:cubicBezTo>
                  <a:pt x="8615652" y="4190040"/>
                  <a:pt x="8612526" y="4193898"/>
                  <a:pt x="8609830" y="4197052"/>
                </a:cubicBezTo>
                <a:lnTo>
                  <a:pt x="8610690" y="4200150"/>
                </a:lnTo>
                <a:cubicBezTo>
                  <a:pt x="8611035" y="4200093"/>
                  <a:pt x="8612339" y="4199992"/>
                  <a:pt x="8614605" y="4199849"/>
                </a:cubicBezTo>
                <a:cubicBezTo>
                  <a:pt x="8616871" y="4199705"/>
                  <a:pt x="8619811" y="4199548"/>
                  <a:pt x="8623425" y="4199376"/>
                </a:cubicBezTo>
                <a:cubicBezTo>
                  <a:pt x="8627038" y="4199203"/>
                  <a:pt x="8631183" y="4199060"/>
                  <a:pt x="8635857" y="4198945"/>
                </a:cubicBezTo>
                <a:cubicBezTo>
                  <a:pt x="8640532" y="4198831"/>
                  <a:pt x="8645479" y="4198773"/>
                  <a:pt x="8650699" y="4198773"/>
                </a:cubicBezTo>
                <a:cubicBezTo>
                  <a:pt x="8661598" y="4198773"/>
                  <a:pt x="8670346" y="4198974"/>
                  <a:pt x="8676942" y="4199376"/>
                </a:cubicBezTo>
                <a:cubicBezTo>
                  <a:pt x="8683539" y="4199777"/>
                  <a:pt x="8688213" y="4199978"/>
                  <a:pt x="8690967" y="4199978"/>
                </a:cubicBezTo>
                <a:cubicBezTo>
                  <a:pt x="8692343" y="4199978"/>
                  <a:pt x="8693505" y="4199863"/>
                  <a:pt x="8694451" y="4199634"/>
                </a:cubicBezTo>
                <a:cubicBezTo>
                  <a:pt x="8695398" y="4199404"/>
                  <a:pt x="8696230" y="4198888"/>
                  <a:pt x="8696947" y="4198085"/>
                </a:cubicBezTo>
                <a:cubicBezTo>
                  <a:pt x="8697664" y="4197282"/>
                  <a:pt x="8698309" y="4196135"/>
                  <a:pt x="8698883" y="4194643"/>
                </a:cubicBezTo>
                <a:cubicBezTo>
                  <a:pt x="8699457" y="4193152"/>
                  <a:pt x="8700030" y="4191130"/>
                  <a:pt x="8700603" y="4188577"/>
                </a:cubicBezTo>
                <a:cubicBezTo>
                  <a:pt x="8701177" y="4186025"/>
                  <a:pt x="8701808" y="4182856"/>
                  <a:pt x="8702497" y="4179070"/>
                </a:cubicBezTo>
                <a:cubicBezTo>
                  <a:pt x="8703185" y="4175341"/>
                  <a:pt x="8704017" y="4170838"/>
                  <a:pt x="8704991" y="4165561"/>
                </a:cubicBezTo>
                <a:lnTo>
                  <a:pt x="8697592" y="4164185"/>
                </a:lnTo>
                <a:cubicBezTo>
                  <a:pt x="8696387" y="4168257"/>
                  <a:pt x="8695283" y="4171728"/>
                  <a:pt x="8694279" y="4174596"/>
                </a:cubicBezTo>
                <a:cubicBezTo>
                  <a:pt x="8693276" y="4177464"/>
                  <a:pt x="8692201" y="4179830"/>
                  <a:pt x="8691053" y="4181694"/>
                </a:cubicBezTo>
                <a:cubicBezTo>
                  <a:pt x="8689906" y="4183558"/>
                  <a:pt x="8688615" y="4185021"/>
                  <a:pt x="8687181" y="4186082"/>
                </a:cubicBezTo>
                <a:cubicBezTo>
                  <a:pt x="8685747" y="4187143"/>
                  <a:pt x="8683997" y="4187946"/>
                  <a:pt x="8681933" y="4188491"/>
                </a:cubicBezTo>
                <a:cubicBezTo>
                  <a:pt x="8679867" y="4189036"/>
                  <a:pt x="8677401" y="4189366"/>
                  <a:pt x="8674533" y="4189481"/>
                </a:cubicBezTo>
                <a:cubicBezTo>
                  <a:pt x="8671665" y="4189595"/>
                  <a:pt x="8668223" y="4189653"/>
                  <a:pt x="8664208" y="4189653"/>
                </a:cubicBezTo>
                <a:lnTo>
                  <a:pt x="8653453" y="4189653"/>
                </a:lnTo>
                <a:cubicBezTo>
                  <a:pt x="8649954" y="4189653"/>
                  <a:pt x="8646311" y="4189595"/>
                  <a:pt x="8642525" y="4189481"/>
                </a:cubicBezTo>
                <a:cubicBezTo>
                  <a:pt x="8644877" y="4186039"/>
                  <a:pt x="8647760" y="4181938"/>
                  <a:pt x="8651173" y="4177177"/>
                </a:cubicBezTo>
                <a:cubicBezTo>
                  <a:pt x="8654586" y="4172416"/>
                  <a:pt x="8658213" y="4167382"/>
                  <a:pt x="8662057" y="4162077"/>
                </a:cubicBezTo>
                <a:cubicBezTo>
                  <a:pt x="8665900" y="4156771"/>
                  <a:pt x="8669829" y="4151379"/>
                  <a:pt x="8673845" y="4145901"/>
                </a:cubicBezTo>
                <a:cubicBezTo>
                  <a:pt x="8677860" y="4140423"/>
                  <a:pt x="8681703" y="4135232"/>
                  <a:pt x="8685374" y="4130327"/>
                </a:cubicBezTo>
                <a:cubicBezTo>
                  <a:pt x="8689045" y="4125423"/>
                  <a:pt x="8692372" y="4121021"/>
                  <a:pt x="8695355" y="4117120"/>
                </a:cubicBezTo>
                <a:cubicBezTo>
                  <a:pt x="8698338" y="4113219"/>
                  <a:pt x="8700747" y="4110151"/>
                  <a:pt x="8702583" y="4107914"/>
                </a:cubicBezTo>
                <a:close/>
                <a:moveTo>
                  <a:pt x="8590281" y="4101891"/>
                </a:moveTo>
                <a:cubicBezTo>
                  <a:pt x="8588961" y="4102350"/>
                  <a:pt x="8587111" y="4102909"/>
                  <a:pt x="8584731" y="4103568"/>
                </a:cubicBezTo>
                <a:cubicBezTo>
                  <a:pt x="8582350" y="4104228"/>
                  <a:pt x="8579611" y="4104902"/>
                  <a:pt x="8576514" y="4105590"/>
                </a:cubicBezTo>
                <a:cubicBezTo>
                  <a:pt x="8573417" y="4106279"/>
                  <a:pt x="8570017" y="4106938"/>
                  <a:pt x="8566318" y="4107569"/>
                </a:cubicBezTo>
                <a:cubicBezTo>
                  <a:pt x="8562618" y="4108200"/>
                  <a:pt x="8558789" y="4108717"/>
                  <a:pt x="8554831" y="4109118"/>
                </a:cubicBezTo>
                <a:lnTo>
                  <a:pt x="8553111" y="4116174"/>
                </a:lnTo>
                <a:cubicBezTo>
                  <a:pt x="8556667" y="4116174"/>
                  <a:pt x="8559449" y="4116217"/>
                  <a:pt x="8561457" y="4116303"/>
                </a:cubicBezTo>
                <a:cubicBezTo>
                  <a:pt x="8563464" y="4116389"/>
                  <a:pt x="8564983" y="4116690"/>
                  <a:pt x="8566017" y="4117206"/>
                </a:cubicBezTo>
                <a:cubicBezTo>
                  <a:pt x="8567049" y="4117722"/>
                  <a:pt x="8567709" y="4118497"/>
                  <a:pt x="8567996" y="4119529"/>
                </a:cubicBezTo>
                <a:cubicBezTo>
                  <a:pt x="8568283" y="4120562"/>
                  <a:pt x="8568483" y="4122024"/>
                  <a:pt x="8568598" y="4123917"/>
                </a:cubicBezTo>
                <a:cubicBezTo>
                  <a:pt x="8568655" y="4124778"/>
                  <a:pt x="8568727" y="4126126"/>
                  <a:pt x="8568813" y="4127961"/>
                </a:cubicBezTo>
                <a:cubicBezTo>
                  <a:pt x="8568899" y="4129797"/>
                  <a:pt x="8568971" y="4132292"/>
                  <a:pt x="8569029" y="4135447"/>
                </a:cubicBezTo>
                <a:cubicBezTo>
                  <a:pt x="8569085" y="4138602"/>
                  <a:pt x="8569143" y="4142531"/>
                  <a:pt x="8569201" y="4147234"/>
                </a:cubicBezTo>
                <a:cubicBezTo>
                  <a:pt x="8569257" y="4151938"/>
                  <a:pt x="8569287" y="4157645"/>
                  <a:pt x="8569287" y="4164357"/>
                </a:cubicBezTo>
                <a:lnTo>
                  <a:pt x="8569287" y="4169089"/>
                </a:lnTo>
                <a:cubicBezTo>
                  <a:pt x="8569287" y="4171154"/>
                  <a:pt x="8569257" y="4173405"/>
                  <a:pt x="8569201" y="4175843"/>
                </a:cubicBezTo>
                <a:cubicBezTo>
                  <a:pt x="8569143" y="4178281"/>
                  <a:pt x="8569057" y="4180776"/>
                  <a:pt x="8568942" y="4183329"/>
                </a:cubicBezTo>
                <a:cubicBezTo>
                  <a:pt x="8568827" y="4185881"/>
                  <a:pt x="8568655" y="4188219"/>
                  <a:pt x="8568426" y="4190341"/>
                </a:cubicBezTo>
                <a:cubicBezTo>
                  <a:pt x="8564983" y="4190800"/>
                  <a:pt x="8562331" y="4191488"/>
                  <a:pt x="8560467" y="4192406"/>
                </a:cubicBezTo>
                <a:cubicBezTo>
                  <a:pt x="8558603" y="4193324"/>
                  <a:pt x="8557241" y="4194270"/>
                  <a:pt x="8556380" y="4195246"/>
                </a:cubicBezTo>
                <a:cubicBezTo>
                  <a:pt x="8555520" y="4196221"/>
                  <a:pt x="8555017" y="4197153"/>
                  <a:pt x="8554875" y="4198042"/>
                </a:cubicBezTo>
                <a:cubicBezTo>
                  <a:pt x="8554731" y="4198931"/>
                  <a:pt x="8554659" y="4199576"/>
                  <a:pt x="8554659" y="4199978"/>
                </a:cubicBezTo>
                <a:cubicBezTo>
                  <a:pt x="8554946" y="4199920"/>
                  <a:pt x="8555807" y="4199820"/>
                  <a:pt x="8557241" y="4199677"/>
                </a:cubicBezTo>
                <a:cubicBezTo>
                  <a:pt x="8558674" y="4199533"/>
                  <a:pt x="8560509" y="4199404"/>
                  <a:pt x="8562747" y="4199289"/>
                </a:cubicBezTo>
                <a:cubicBezTo>
                  <a:pt x="8564983" y="4199175"/>
                  <a:pt x="8567594" y="4199060"/>
                  <a:pt x="8570577" y="4198945"/>
                </a:cubicBezTo>
                <a:cubicBezTo>
                  <a:pt x="8573559" y="4198831"/>
                  <a:pt x="8576743" y="4198773"/>
                  <a:pt x="8580127" y="4198773"/>
                </a:cubicBezTo>
                <a:cubicBezTo>
                  <a:pt x="8582881" y="4198773"/>
                  <a:pt x="8585562" y="4198802"/>
                  <a:pt x="8588173" y="4198859"/>
                </a:cubicBezTo>
                <a:cubicBezTo>
                  <a:pt x="8590782" y="4198917"/>
                  <a:pt x="8593162" y="4198988"/>
                  <a:pt x="8595314" y="4199074"/>
                </a:cubicBezTo>
                <a:cubicBezTo>
                  <a:pt x="8597465" y="4199160"/>
                  <a:pt x="8599285" y="4199261"/>
                  <a:pt x="8600777" y="4199376"/>
                </a:cubicBezTo>
                <a:cubicBezTo>
                  <a:pt x="8602269" y="4199490"/>
                  <a:pt x="8603243" y="4199576"/>
                  <a:pt x="8603703" y="4199634"/>
                </a:cubicBezTo>
                <a:lnTo>
                  <a:pt x="8606801" y="4192406"/>
                </a:lnTo>
                <a:cubicBezTo>
                  <a:pt x="8602957" y="4192005"/>
                  <a:pt x="8599960" y="4191632"/>
                  <a:pt x="8597809" y="4191288"/>
                </a:cubicBezTo>
                <a:cubicBezTo>
                  <a:pt x="8595658" y="4190943"/>
                  <a:pt x="8594051" y="4190499"/>
                  <a:pt x="8592991" y="4189954"/>
                </a:cubicBezTo>
                <a:cubicBezTo>
                  <a:pt x="8591929" y="4189409"/>
                  <a:pt x="8591269" y="4188706"/>
                  <a:pt x="8591012" y="4187846"/>
                </a:cubicBezTo>
                <a:cubicBezTo>
                  <a:pt x="8590753" y="4186985"/>
                  <a:pt x="8590595" y="4185810"/>
                  <a:pt x="8590539" y="4184318"/>
                </a:cubicBezTo>
                <a:cubicBezTo>
                  <a:pt x="8590423" y="4183343"/>
                  <a:pt x="8590337" y="4182009"/>
                  <a:pt x="8590281" y="4180317"/>
                </a:cubicBezTo>
                <a:cubicBezTo>
                  <a:pt x="8590223" y="4178625"/>
                  <a:pt x="8590180" y="4176775"/>
                  <a:pt x="8590151" y="4174768"/>
                </a:cubicBezTo>
                <a:cubicBezTo>
                  <a:pt x="8590123" y="4172760"/>
                  <a:pt x="8590108" y="4170724"/>
                  <a:pt x="8590109" y="4168659"/>
                </a:cubicBezTo>
                <a:lnTo>
                  <a:pt x="8590109" y="4162894"/>
                </a:lnTo>
                <a:cubicBezTo>
                  <a:pt x="8590108" y="4156240"/>
                  <a:pt x="8590123" y="4150145"/>
                  <a:pt x="8590151" y="4144610"/>
                </a:cubicBezTo>
                <a:cubicBezTo>
                  <a:pt x="8590180" y="4139075"/>
                  <a:pt x="8590251" y="4133912"/>
                  <a:pt x="8590367" y="4129123"/>
                </a:cubicBezTo>
                <a:cubicBezTo>
                  <a:pt x="8590481" y="4124333"/>
                  <a:pt x="8590639" y="4119802"/>
                  <a:pt x="8590839" y="4115528"/>
                </a:cubicBezTo>
                <a:cubicBezTo>
                  <a:pt x="8591041" y="4111255"/>
                  <a:pt x="8591313" y="4107053"/>
                  <a:pt x="8591657" y="4102923"/>
                </a:cubicBezTo>
                <a:close/>
                <a:moveTo>
                  <a:pt x="8503265" y="4101891"/>
                </a:moveTo>
                <a:cubicBezTo>
                  <a:pt x="8501945" y="4102350"/>
                  <a:pt x="8500167" y="4102909"/>
                  <a:pt x="8497931" y="4103568"/>
                </a:cubicBezTo>
                <a:cubicBezTo>
                  <a:pt x="8495693" y="4104228"/>
                  <a:pt x="8493069" y="4104902"/>
                  <a:pt x="8490057" y="4105590"/>
                </a:cubicBezTo>
                <a:cubicBezTo>
                  <a:pt x="8487046" y="4106279"/>
                  <a:pt x="8483747" y="4106938"/>
                  <a:pt x="8480163" y="4107569"/>
                </a:cubicBezTo>
                <a:cubicBezTo>
                  <a:pt x="8476577" y="4108200"/>
                  <a:pt x="8472805" y="4108717"/>
                  <a:pt x="8468849" y="4109118"/>
                </a:cubicBezTo>
                <a:lnTo>
                  <a:pt x="8467127" y="4116174"/>
                </a:lnTo>
                <a:cubicBezTo>
                  <a:pt x="8470626" y="4116174"/>
                  <a:pt x="8473394" y="4116217"/>
                  <a:pt x="8475431" y="4116303"/>
                </a:cubicBezTo>
                <a:cubicBezTo>
                  <a:pt x="8477467" y="4116389"/>
                  <a:pt x="8479015" y="4116690"/>
                  <a:pt x="8480077" y="4117206"/>
                </a:cubicBezTo>
                <a:cubicBezTo>
                  <a:pt x="8481137" y="4117722"/>
                  <a:pt x="8481826" y="4118497"/>
                  <a:pt x="8482141" y="4119529"/>
                </a:cubicBezTo>
                <a:cubicBezTo>
                  <a:pt x="8482457" y="4120562"/>
                  <a:pt x="8482672" y="4122024"/>
                  <a:pt x="8482787" y="4123917"/>
                </a:cubicBezTo>
                <a:cubicBezTo>
                  <a:pt x="8482959" y="4126097"/>
                  <a:pt x="8483116" y="4130084"/>
                  <a:pt x="8483260" y="4135877"/>
                </a:cubicBezTo>
                <a:cubicBezTo>
                  <a:pt x="8483403" y="4141670"/>
                  <a:pt x="8483475" y="4149013"/>
                  <a:pt x="8483475" y="4157904"/>
                </a:cubicBezTo>
                <a:lnTo>
                  <a:pt x="8483475" y="4164959"/>
                </a:lnTo>
                <a:cubicBezTo>
                  <a:pt x="8483475" y="4167598"/>
                  <a:pt x="8483447" y="4170365"/>
                  <a:pt x="8483389" y="4173262"/>
                </a:cubicBezTo>
                <a:cubicBezTo>
                  <a:pt x="8483331" y="4176159"/>
                  <a:pt x="8483245" y="4179070"/>
                  <a:pt x="8483131" y="4181995"/>
                </a:cubicBezTo>
                <a:cubicBezTo>
                  <a:pt x="8483016" y="4184920"/>
                  <a:pt x="8482844" y="4187702"/>
                  <a:pt x="8482615" y="4190341"/>
                </a:cubicBezTo>
                <a:cubicBezTo>
                  <a:pt x="8479173" y="4190800"/>
                  <a:pt x="8476520" y="4191488"/>
                  <a:pt x="8474656" y="4192406"/>
                </a:cubicBezTo>
                <a:cubicBezTo>
                  <a:pt x="8472791" y="4193324"/>
                  <a:pt x="8471429" y="4194270"/>
                  <a:pt x="8470569" y="4195246"/>
                </a:cubicBezTo>
                <a:cubicBezTo>
                  <a:pt x="8469709" y="4196221"/>
                  <a:pt x="8469207" y="4197153"/>
                  <a:pt x="8469063" y="4198042"/>
                </a:cubicBezTo>
                <a:cubicBezTo>
                  <a:pt x="8468919" y="4198931"/>
                  <a:pt x="8468847" y="4199576"/>
                  <a:pt x="8468849" y="4199978"/>
                </a:cubicBezTo>
                <a:cubicBezTo>
                  <a:pt x="8469077" y="4199920"/>
                  <a:pt x="8469909" y="4199820"/>
                  <a:pt x="8471343" y="4199677"/>
                </a:cubicBezTo>
                <a:cubicBezTo>
                  <a:pt x="8472777" y="4199533"/>
                  <a:pt x="8474627" y="4199404"/>
                  <a:pt x="8476893" y="4199289"/>
                </a:cubicBezTo>
                <a:cubicBezTo>
                  <a:pt x="8479159" y="4199175"/>
                  <a:pt x="8481797" y="4199060"/>
                  <a:pt x="8484809" y="4198945"/>
                </a:cubicBezTo>
                <a:cubicBezTo>
                  <a:pt x="8487821" y="4198831"/>
                  <a:pt x="8491018" y="4198773"/>
                  <a:pt x="8494403" y="4198773"/>
                </a:cubicBezTo>
                <a:cubicBezTo>
                  <a:pt x="8497099" y="4198773"/>
                  <a:pt x="8499909" y="4198802"/>
                  <a:pt x="8502835" y="4198859"/>
                </a:cubicBezTo>
                <a:cubicBezTo>
                  <a:pt x="8505760" y="4198917"/>
                  <a:pt x="8508513" y="4198988"/>
                  <a:pt x="8511095" y="4199074"/>
                </a:cubicBezTo>
                <a:cubicBezTo>
                  <a:pt x="8513676" y="4199160"/>
                  <a:pt x="8515899" y="4199261"/>
                  <a:pt x="8517763" y="4199376"/>
                </a:cubicBezTo>
                <a:cubicBezTo>
                  <a:pt x="8519627" y="4199490"/>
                  <a:pt x="8520817" y="4199576"/>
                  <a:pt x="8521333" y="4199634"/>
                </a:cubicBezTo>
                <a:lnTo>
                  <a:pt x="8524431" y="4192406"/>
                </a:lnTo>
                <a:cubicBezTo>
                  <a:pt x="8519727" y="4192005"/>
                  <a:pt x="8516070" y="4191646"/>
                  <a:pt x="8513461" y="4191331"/>
                </a:cubicBezTo>
                <a:cubicBezTo>
                  <a:pt x="8510851" y="4191015"/>
                  <a:pt x="8508915" y="4190571"/>
                  <a:pt x="8507653" y="4189997"/>
                </a:cubicBezTo>
                <a:cubicBezTo>
                  <a:pt x="8506390" y="4189423"/>
                  <a:pt x="8505616" y="4188692"/>
                  <a:pt x="8505330" y="4187803"/>
                </a:cubicBezTo>
                <a:cubicBezTo>
                  <a:pt x="8505043" y="4186914"/>
                  <a:pt x="8504871" y="4185695"/>
                  <a:pt x="8504813" y="4184146"/>
                </a:cubicBezTo>
                <a:cubicBezTo>
                  <a:pt x="8504699" y="4182884"/>
                  <a:pt x="8504613" y="4181436"/>
                  <a:pt x="8504555" y="4179801"/>
                </a:cubicBezTo>
                <a:cubicBezTo>
                  <a:pt x="8504497" y="4178166"/>
                  <a:pt x="8504455" y="4176245"/>
                  <a:pt x="8504427" y="4174036"/>
                </a:cubicBezTo>
                <a:cubicBezTo>
                  <a:pt x="8504397" y="4171828"/>
                  <a:pt x="8504369" y="4169304"/>
                  <a:pt x="8504341" y="4166465"/>
                </a:cubicBezTo>
                <a:cubicBezTo>
                  <a:pt x="8504311" y="4163625"/>
                  <a:pt x="8504297" y="4160399"/>
                  <a:pt x="8504297" y="4156785"/>
                </a:cubicBezTo>
                <a:lnTo>
                  <a:pt x="8504297" y="4143363"/>
                </a:lnTo>
                <a:cubicBezTo>
                  <a:pt x="8504297" y="4139462"/>
                  <a:pt x="8504355" y="4135848"/>
                  <a:pt x="8504469" y="4132521"/>
                </a:cubicBezTo>
                <a:cubicBezTo>
                  <a:pt x="8506534" y="4129080"/>
                  <a:pt x="8509001" y="4126269"/>
                  <a:pt x="8511869" y="4124089"/>
                </a:cubicBezTo>
                <a:cubicBezTo>
                  <a:pt x="8514737" y="4121910"/>
                  <a:pt x="8518064" y="4120820"/>
                  <a:pt x="8521849" y="4120820"/>
                </a:cubicBezTo>
                <a:cubicBezTo>
                  <a:pt x="8524259" y="4120820"/>
                  <a:pt x="8526439" y="4121408"/>
                  <a:pt x="8528389" y="4122584"/>
                </a:cubicBezTo>
                <a:cubicBezTo>
                  <a:pt x="8530339" y="4123759"/>
                  <a:pt x="8531658" y="4125810"/>
                  <a:pt x="8532347" y="4128736"/>
                </a:cubicBezTo>
                <a:cubicBezTo>
                  <a:pt x="8534985" y="4128736"/>
                  <a:pt x="8537279" y="4128363"/>
                  <a:pt x="8539230" y="4127617"/>
                </a:cubicBezTo>
                <a:cubicBezTo>
                  <a:pt x="8541180" y="4126871"/>
                  <a:pt x="8542800" y="4125882"/>
                  <a:pt x="8544091" y="4124649"/>
                </a:cubicBezTo>
                <a:cubicBezTo>
                  <a:pt x="8545381" y="4123415"/>
                  <a:pt x="8546357" y="4121996"/>
                  <a:pt x="8547017" y="4120390"/>
                </a:cubicBezTo>
                <a:cubicBezTo>
                  <a:pt x="8547676" y="4118783"/>
                  <a:pt x="8548007" y="4117120"/>
                  <a:pt x="8548007" y="4115399"/>
                </a:cubicBezTo>
                <a:cubicBezTo>
                  <a:pt x="8548007" y="4113736"/>
                  <a:pt x="8547705" y="4112087"/>
                  <a:pt x="8547103" y="4110452"/>
                </a:cubicBezTo>
                <a:cubicBezTo>
                  <a:pt x="8546501" y="4108817"/>
                  <a:pt x="8545597" y="4107369"/>
                  <a:pt x="8544393" y="4106107"/>
                </a:cubicBezTo>
                <a:cubicBezTo>
                  <a:pt x="8543188" y="4104845"/>
                  <a:pt x="8541682" y="4103827"/>
                  <a:pt x="8539875" y="4103052"/>
                </a:cubicBezTo>
                <a:cubicBezTo>
                  <a:pt x="8538069" y="4102278"/>
                  <a:pt x="8535931" y="4101891"/>
                  <a:pt x="8533465" y="4101891"/>
                </a:cubicBezTo>
                <a:cubicBezTo>
                  <a:pt x="8531056" y="4101891"/>
                  <a:pt x="8528776" y="4102307"/>
                  <a:pt x="8526625" y="4103138"/>
                </a:cubicBezTo>
                <a:cubicBezTo>
                  <a:pt x="8524474" y="4103970"/>
                  <a:pt x="8522294" y="4105232"/>
                  <a:pt x="8520086" y="4106924"/>
                </a:cubicBezTo>
                <a:cubicBezTo>
                  <a:pt x="8517877" y="4108616"/>
                  <a:pt x="8515539" y="4110753"/>
                  <a:pt x="8513073" y="4113334"/>
                </a:cubicBezTo>
                <a:cubicBezTo>
                  <a:pt x="8510606" y="4115915"/>
                  <a:pt x="8507853" y="4118927"/>
                  <a:pt x="8504813" y="4122368"/>
                </a:cubicBezTo>
                <a:lnTo>
                  <a:pt x="8503781" y="4122196"/>
                </a:lnTo>
                <a:cubicBezTo>
                  <a:pt x="8503953" y="4115428"/>
                  <a:pt x="8504297" y="4108946"/>
                  <a:pt x="8504813" y="4102751"/>
                </a:cubicBezTo>
                <a:close/>
                <a:moveTo>
                  <a:pt x="7646101" y="4101891"/>
                </a:moveTo>
                <a:cubicBezTo>
                  <a:pt x="7644781" y="4102350"/>
                  <a:pt x="7642975" y="4102909"/>
                  <a:pt x="7640680" y="4103568"/>
                </a:cubicBezTo>
                <a:cubicBezTo>
                  <a:pt x="7638386" y="4104228"/>
                  <a:pt x="7635747" y="4104902"/>
                  <a:pt x="7632764" y="4105590"/>
                </a:cubicBezTo>
                <a:cubicBezTo>
                  <a:pt x="7629782" y="4106279"/>
                  <a:pt x="7626498" y="4106938"/>
                  <a:pt x="7622913" y="4107569"/>
                </a:cubicBezTo>
                <a:cubicBezTo>
                  <a:pt x="7619328" y="4108200"/>
                  <a:pt x="7615585" y="4108717"/>
                  <a:pt x="7611684" y="4109118"/>
                </a:cubicBezTo>
                <a:lnTo>
                  <a:pt x="7609963" y="4116174"/>
                </a:lnTo>
                <a:cubicBezTo>
                  <a:pt x="7613577" y="4116174"/>
                  <a:pt x="7616402" y="4116217"/>
                  <a:pt x="7618439" y="4116303"/>
                </a:cubicBezTo>
                <a:cubicBezTo>
                  <a:pt x="7620475" y="4116389"/>
                  <a:pt x="7622009" y="4116675"/>
                  <a:pt x="7623042" y="4117163"/>
                </a:cubicBezTo>
                <a:cubicBezTo>
                  <a:pt x="7624074" y="4117651"/>
                  <a:pt x="7624734" y="4118396"/>
                  <a:pt x="7625021" y="4119400"/>
                </a:cubicBezTo>
                <a:cubicBezTo>
                  <a:pt x="7625308" y="4120404"/>
                  <a:pt x="7625508" y="4121852"/>
                  <a:pt x="7625623" y="4123745"/>
                </a:cubicBezTo>
                <a:cubicBezTo>
                  <a:pt x="7625681" y="4124778"/>
                  <a:pt x="7625752" y="4126240"/>
                  <a:pt x="7625838" y="4128133"/>
                </a:cubicBezTo>
                <a:cubicBezTo>
                  <a:pt x="7625924" y="4130026"/>
                  <a:pt x="7625996" y="4132536"/>
                  <a:pt x="7626053" y="4135662"/>
                </a:cubicBezTo>
                <a:cubicBezTo>
                  <a:pt x="7626110" y="4138788"/>
                  <a:pt x="7626168" y="4142603"/>
                  <a:pt x="7626225" y="4147105"/>
                </a:cubicBezTo>
                <a:cubicBezTo>
                  <a:pt x="7626283" y="4151608"/>
                  <a:pt x="7626311" y="4156957"/>
                  <a:pt x="7626311" y="4163152"/>
                </a:cubicBezTo>
                <a:lnTo>
                  <a:pt x="7626311" y="4167798"/>
                </a:lnTo>
                <a:cubicBezTo>
                  <a:pt x="7626311" y="4169921"/>
                  <a:pt x="7626283" y="4172287"/>
                  <a:pt x="7626225" y="4174897"/>
                </a:cubicBezTo>
                <a:cubicBezTo>
                  <a:pt x="7626168" y="4177507"/>
                  <a:pt x="7626082" y="4180174"/>
                  <a:pt x="7625967" y="4182899"/>
                </a:cubicBezTo>
                <a:cubicBezTo>
                  <a:pt x="7625852" y="4185623"/>
                  <a:pt x="7625680" y="4188104"/>
                  <a:pt x="7625451" y="4190341"/>
                </a:cubicBezTo>
                <a:cubicBezTo>
                  <a:pt x="7622009" y="4190800"/>
                  <a:pt x="7619357" y="4191488"/>
                  <a:pt x="7617492" y="4192406"/>
                </a:cubicBezTo>
                <a:cubicBezTo>
                  <a:pt x="7615628" y="4193324"/>
                  <a:pt x="7614265" y="4194270"/>
                  <a:pt x="7613405" y="4195246"/>
                </a:cubicBezTo>
                <a:cubicBezTo>
                  <a:pt x="7612544" y="4196221"/>
                  <a:pt x="7612043" y="4197153"/>
                  <a:pt x="7611899" y="4198042"/>
                </a:cubicBezTo>
                <a:cubicBezTo>
                  <a:pt x="7611756" y="4198931"/>
                  <a:pt x="7611684" y="4199576"/>
                  <a:pt x="7611684" y="4199978"/>
                </a:cubicBezTo>
                <a:cubicBezTo>
                  <a:pt x="7611971" y="4199920"/>
                  <a:pt x="7612789" y="4199820"/>
                  <a:pt x="7614136" y="4199677"/>
                </a:cubicBezTo>
                <a:cubicBezTo>
                  <a:pt x="7615485" y="4199533"/>
                  <a:pt x="7617277" y="4199404"/>
                  <a:pt x="7619514" y="4199289"/>
                </a:cubicBezTo>
                <a:cubicBezTo>
                  <a:pt x="7621751" y="4199175"/>
                  <a:pt x="7624347" y="4199060"/>
                  <a:pt x="7627301" y="4198945"/>
                </a:cubicBezTo>
                <a:cubicBezTo>
                  <a:pt x="7630255" y="4198831"/>
                  <a:pt x="7633452" y="4198773"/>
                  <a:pt x="7636894" y="4198773"/>
                </a:cubicBezTo>
                <a:cubicBezTo>
                  <a:pt x="7639647" y="4198773"/>
                  <a:pt x="7642372" y="4198802"/>
                  <a:pt x="7645068" y="4198859"/>
                </a:cubicBezTo>
                <a:cubicBezTo>
                  <a:pt x="7647764" y="4198917"/>
                  <a:pt x="7650202" y="4198988"/>
                  <a:pt x="7652382" y="4199074"/>
                </a:cubicBezTo>
                <a:cubicBezTo>
                  <a:pt x="7654562" y="4199160"/>
                  <a:pt x="7656412" y="4199261"/>
                  <a:pt x="7657931" y="4199376"/>
                </a:cubicBezTo>
                <a:cubicBezTo>
                  <a:pt x="7659451" y="4199490"/>
                  <a:pt x="7660441" y="4199576"/>
                  <a:pt x="7660900" y="4199634"/>
                </a:cubicBezTo>
                <a:lnTo>
                  <a:pt x="7663997" y="4192406"/>
                </a:lnTo>
                <a:cubicBezTo>
                  <a:pt x="7660154" y="4192005"/>
                  <a:pt x="7657157" y="4191632"/>
                  <a:pt x="7655006" y="4191288"/>
                </a:cubicBezTo>
                <a:cubicBezTo>
                  <a:pt x="7652855" y="4190943"/>
                  <a:pt x="7651263" y="4190499"/>
                  <a:pt x="7650231" y="4189954"/>
                </a:cubicBezTo>
                <a:cubicBezTo>
                  <a:pt x="7649198" y="4189409"/>
                  <a:pt x="7648553" y="4188692"/>
                  <a:pt x="7648295" y="4187803"/>
                </a:cubicBezTo>
                <a:cubicBezTo>
                  <a:pt x="7648037" y="4186914"/>
                  <a:pt x="7647879" y="4185752"/>
                  <a:pt x="7647822" y="4184318"/>
                </a:cubicBezTo>
                <a:cubicBezTo>
                  <a:pt x="7647707" y="4182769"/>
                  <a:pt x="7647621" y="4181106"/>
                  <a:pt x="7647564" y="4179328"/>
                </a:cubicBezTo>
                <a:cubicBezTo>
                  <a:pt x="7647506" y="4177550"/>
                  <a:pt x="7647449" y="4175456"/>
                  <a:pt x="7647391" y="4173047"/>
                </a:cubicBezTo>
                <a:cubicBezTo>
                  <a:pt x="7647334" y="4170638"/>
                  <a:pt x="7647305" y="4167770"/>
                  <a:pt x="7647305" y="4164443"/>
                </a:cubicBezTo>
                <a:lnTo>
                  <a:pt x="7647305" y="4148181"/>
                </a:lnTo>
                <a:cubicBezTo>
                  <a:pt x="7647305" y="4146403"/>
                  <a:pt x="7647334" y="4144481"/>
                  <a:pt x="7647391" y="4142416"/>
                </a:cubicBezTo>
                <a:cubicBezTo>
                  <a:pt x="7647391" y="4140351"/>
                  <a:pt x="7647420" y="4138200"/>
                  <a:pt x="7647477" y="4135963"/>
                </a:cubicBezTo>
                <a:cubicBezTo>
                  <a:pt x="7647477" y="4133783"/>
                  <a:pt x="7647535" y="4131661"/>
                  <a:pt x="7647650" y="4129596"/>
                </a:cubicBezTo>
                <a:cubicBezTo>
                  <a:pt x="7649256" y="4128047"/>
                  <a:pt x="7650991" y="4126599"/>
                  <a:pt x="7652855" y="4125251"/>
                </a:cubicBezTo>
                <a:cubicBezTo>
                  <a:pt x="7654719" y="4123903"/>
                  <a:pt x="7656698" y="4122713"/>
                  <a:pt x="7658792" y="4121680"/>
                </a:cubicBezTo>
                <a:cubicBezTo>
                  <a:pt x="7660886" y="4120648"/>
                  <a:pt x="7663080" y="4119845"/>
                  <a:pt x="7665374" y="4119271"/>
                </a:cubicBezTo>
                <a:cubicBezTo>
                  <a:pt x="7667669" y="4118697"/>
                  <a:pt x="7670020" y="4118411"/>
                  <a:pt x="7672429" y="4118411"/>
                </a:cubicBezTo>
                <a:cubicBezTo>
                  <a:pt x="7676789" y="4118411"/>
                  <a:pt x="7680173" y="4119328"/>
                  <a:pt x="7682582" y="4121164"/>
                </a:cubicBezTo>
                <a:cubicBezTo>
                  <a:pt x="7684991" y="4122999"/>
                  <a:pt x="7686784" y="4125380"/>
                  <a:pt x="7687960" y="4128305"/>
                </a:cubicBezTo>
                <a:cubicBezTo>
                  <a:pt x="7689136" y="4131231"/>
                  <a:pt x="7689853" y="4134558"/>
                  <a:pt x="7690111" y="4138286"/>
                </a:cubicBezTo>
                <a:cubicBezTo>
                  <a:pt x="7690369" y="4142015"/>
                  <a:pt x="7690498" y="4145772"/>
                  <a:pt x="7690498" y="4149558"/>
                </a:cubicBezTo>
                <a:cubicBezTo>
                  <a:pt x="7690498" y="4153630"/>
                  <a:pt x="7690441" y="4157559"/>
                  <a:pt x="7690326" y="4161345"/>
                </a:cubicBezTo>
                <a:cubicBezTo>
                  <a:pt x="7690211" y="4165131"/>
                  <a:pt x="7690039" y="4168974"/>
                  <a:pt x="7689810" y="4172875"/>
                </a:cubicBezTo>
                <a:cubicBezTo>
                  <a:pt x="7689580" y="4176775"/>
                  <a:pt x="7689265" y="4180862"/>
                  <a:pt x="7688863" y="4185136"/>
                </a:cubicBezTo>
                <a:cubicBezTo>
                  <a:pt x="7688462" y="4189409"/>
                  <a:pt x="7687974" y="4194070"/>
                  <a:pt x="7687401" y="4199117"/>
                </a:cubicBezTo>
                <a:cubicBezTo>
                  <a:pt x="7689064" y="4199003"/>
                  <a:pt x="7690928" y="4198917"/>
                  <a:pt x="7692993" y="4198859"/>
                </a:cubicBezTo>
                <a:cubicBezTo>
                  <a:pt x="7695058" y="4198802"/>
                  <a:pt x="7697295" y="4198773"/>
                  <a:pt x="7699705" y="4198773"/>
                </a:cubicBezTo>
                <a:cubicBezTo>
                  <a:pt x="7702745" y="4198773"/>
                  <a:pt x="7705656" y="4198802"/>
                  <a:pt x="7708438" y="4198859"/>
                </a:cubicBezTo>
                <a:cubicBezTo>
                  <a:pt x="7711220" y="4198917"/>
                  <a:pt x="7713729" y="4198988"/>
                  <a:pt x="7715966" y="4199074"/>
                </a:cubicBezTo>
                <a:cubicBezTo>
                  <a:pt x="7718203" y="4199160"/>
                  <a:pt x="7720082" y="4199261"/>
                  <a:pt x="7721602" y="4199376"/>
                </a:cubicBezTo>
                <a:cubicBezTo>
                  <a:pt x="7723122" y="4199490"/>
                  <a:pt x="7724111" y="4199576"/>
                  <a:pt x="7724570" y="4199634"/>
                </a:cubicBezTo>
                <a:lnTo>
                  <a:pt x="7727668" y="4192406"/>
                </a:lnTo>
                <a:cubicBezTo>
                  <a:pt x="7723767" y="4192005"/>
                  <a:pt x="7720655" y="4191589"/>
                  <a:pt x="7718332" y="4191158"/>
                </a:cubicBezTo>
                <a:cubicBezTo>
                  <a:pt x="7716009" y="4190728"/>
                  <a:pt x="7714245" y="4190169"/>
                  <a:pt x="7713041" y="4189481"/>
                </a:cubicBezTo>
                <a:cubicBezTo>
                  <a:pt x="7711836" y="4188792"/>
                  <a:pt x="7711048" y="4187903"/>
                  <a:pt x="7710675" y="4186813"/>
                </a:cubicBezTo>
                <a:cubicBezTo>
                  <a:pt x="7710302" y="4185724"/>
                  <a:pt x="7710116" y="4184318"/>
                  <a:pt x="7710116" y="4182597"/>
                </a:cubicBezTo>
                <a:cubicBezTo>
                  <a:pt x="7710116" y="4181450"/>
                  <a:pt x="7710173" y="4179916"/>
                  <a:pt x="7710288" y="4177994"/>
                </a:cubicBezTo>
                <a:cubicBezTo>
                  <a:pt x="7710402" y="4176073"/>
                  <a:pt x="7710531" y="4173936"/>
                  <a:pt x="7710675" y="4171584"/>
                </a:cubicBezTo>
                <a:cubicBezTo>
                  <a:pt x="7710818" y="4169232"/>
                  <a:pt x="7710976" y="4166708"/>
                  <a:pt x="7711148" y="4164012"/>
                </a:cubicBezTo>
                <a:cubicBezTo>
                  <a:pt x="7711320" y="4161317"/>
                  <a:pt x="7711478" y="4158635"/>
                  <a:pt x="7711621" y="4155968"/>
                </a:cubicBezTo>
                <a:cubicBezTo>
                  <a:pt x="7711765" y="4153300"/>
                  <a:pt x="7711894" y="4150705"/>
                  <a:pt x="7712008" y="4148181"/>
                </a:cubicBezTo>
                <a:cubicBezTo>
                  <a:pt x="7712123" y="4145657"/>
                  <a:pt x="7712181" y="4143363"/>
                  <a:pt x="7712181" y="4141298"/>
                </a:cubicBezTo>
                <a:cubicBezTo>
                  <a:pt x="7712181" y="4135676"/>
                  <a:pt x="7711736" y="4130471"/>
                  <a:pt x="7710847" y="4125681"/>
                </a:cubicBezTo>
                <a:cubicBezTo>
                  <a:pt x="7709958" y="4120891"/>
                  <a:pt x="7708452" y="4116733"/>
                  <a:pt x="7706330" y="4113205"/>
                </a:cubicBezTo>
                <a:cubicBezTo>
                  <a:pt x="7704207" y="4109677"/>
                  <a:pt x="7701397" y="4106910"/>
                  <a:pt x="7697898" y="4104902"/>
                </a:cubicBezTo>
                <a:cubicBezTo>
                  <a:pt x="7694399" y="4102894"/>
                  <a:pt x="7690068" y="4101891"/>
                  <a:pt x="7684905" y="4101891"/>
                </a:cubicBezTo>
                <a:cubicBezTo>
                  <a:pt x="7681119" y="4101891"/>
                  <a:pt x="7677549" y="4102407"/>
                  <a:pt x="7674193" y="4103439"/>
                </a:cubicBezTo>
                <a:cubicBezTo>
                  <a:pt x="7670837" y="4104472"/>
                  <a:pt x="7667625" y="4105877"/>
                  <a:pt x="7664557" y="4107655"/>
                </a:cubicBezTo>
                <a:cubicBezTo>
                  <a:pt x="7661488" y="4109434"/>
                  <a:pt x="7658548" y="4111470"/>
                  <a:pt x="7655737" y="4113764"/>
                </a:cubicBezTo>
                <a:cubicBezTo>
                  <a:pt x="7652927" y="4116059"/>
                  <a:pt x="7650174" y="4118468"/>
                  <a:pt x="7647477" y="4120992"/>
                </a:cubicBezTo>
                <a:lnTo>
                  <a:pt x="7646961" y="4120820"/>
                </a:lnTo>
                <a:cubicBezTo>
                  <a:pt x="7646961" y="4116862"/>
                  <a:pt x="7647033" y="4113406"/>
                  <a:pt x="7647176" y="4110452"/>
                </a:cubicBezTo>
                <a:cubicBezTo>
                  <a:pt x="7647320" y="4107498"/>
                  <a:pt x="7647477" y="4104931"/>
                  <a:pt x="7647650" y="4102751"/>
                </a:cubicBezTo>
                <a:close/>
                <a:moveTo>
                  <a:pt x="7590156" y="4101891"/>
                </a:moveTo>
                <a:cubicBezTo>
                  <a:pt x="7588836" y="4102350"/>
                  <a:pt x="7586986" y="4102909"/>
                  <a:pt x="7584606" y="4103568"/>
                </a:cubicBezTo>
                <a:cubicBezTo>
                  <a:pt x="7582225" y="4104228"/>
                  <a:pt x="7579487" y="4104902"/>
                  <a:pt x="7576389" y="4105590"/>
                </a:cubicBezTo>
                <a:cubicBezTo>
                  <a:pt x="7573292" y="4106279"/>
                  <a:pt x="7569893" y="4106938"/>
                  <a:pt x="7566193" y="4107569"/>
                </a:cubicBezTo>
                <a:cubicBezTo>
                  <a:pt x="7562493" y="4108200"/>
                  <a:pt x="7558665" y="4108717"/>
                  <a:pt x="7554707" y="4109118"/>
                </a:cubicBezTo>
                <a:lnTo>
                  <a:pt x="7552986" y="4116174"/>
                </a:lnTo>
                <a:cubicBezTo>
                  <a:pt x="7556542" y="4116174"/>
                  <a:pt x="7559324" y="4116217"/>
                  <a:pt x="7561332" y="4116303"/>
                </a:cubicBezTo>
                <a:cubicBezTo>
                  <a:pt x="7563339" y="4116389"/>
                  <a:pt x="7564860" y="4116690"/>
                  <a:pt x="7565892" y="4117206"/>
                </a:cubicBezTo>
                <a:cubicBezTo>
                  <a:pt x="7566925" y="4117722"/>
                  <a:pt x="7567584" y="4118497"/>
                  <a:pt x="7567871" y="4119529"/>
                </a:cubicBezTo>
                <a:cubicBezTo>
                  <a:pt x="7568157" y="4120562"/>
                  <a:pt x="7568358" y="4122024"/>
                  <a:pt x="7568473" y="4123917"/>
                </a:cubicBezTo>
                <a:cubicBezTo>
                  <a:pt x="7568530" y="4124778"/>
                  <a:pt x="7568602" y="4126126"/>
                  <a:pt x="7568688" y="4127961"/>
                </a:cubicBezTo>
                <a:cubicBezTo>
                  <a:pt x="7568774" y="4129797"/>
                  <a:pt x="7568846" y="4132292"/>
                  <a:pt x="7568904" y="4135447"/>
                </a:cubicBezTo>
                <a:cubicBezTo>
                  <a:pt x="7568960" y="4138602"/>
                  <a:pt x="7569018" y="4142531"/>
                  <a:pt x="7569076" y="4147234"/>
                </a:cubicBezTo>
                <a:cubicBezTo>
                  <a:pt x="7569133" y="4151938"/>
                  <a:pt x="7569162" y="4157645"/>
                  <a:pt x="7569162" y="4164357"/>
                </a:cubicBezTo>
                <a:lnTo>
                  <a:pt x="7569162" y="4169089"/>
                </a:lnTo>
                <a:cubicBezTo>
                  <a:pt x="7569162" y="4171154"/>
                  <a:pt x="7569133" y="4173405"/>
                  <a:pt x="7569076" y="4175843"/>
                </a:cubicBezTo>
                <a:cubicBezTo>
                  <a:pt x="7569018" y="4178281"/>
                  <a:pt x="7568932" y="4180776"/>
                  <a:pt x="7568817" y="4183329"/>
                </a:cubicBezTo>
                <a:cubicBezTo>
                  <a:pt x="7568702" y="4185881"/>
                  <a:pt x="7568530" y="4188219"/>
                  <a:pt x="7568301" y="4190341"/>
                </a:cubicBezTo>
                <a:cubicBezTo>
                  <a:pt x="7564859" y="4190800"/>
                  <a:pt x="7562206" y="4191488"/>
                  <a:pt x="7560342" y="4192406"/>
                </a:cubicBezTo>
                <a:cubicBezTo>
                  <a:pt x="7558478" y="4193324"/>
                  <a:pt x="7557116" y="4194270"/>
                  <a:pt x="7556255" y="4195246"/>
                </a:cubicBezTo>
                <a:cubicBezTo>
                  <a:pt x="7555395" y="4196221"/>
                  <a:pt x="7554893" y="4197153"/>
                  <a:pt x="7554750" y="4198042"/>
                </a:cubicBezTo>
                <a:cubicBezTo>
                  <a:pt x="7554606" y="4198931"/>
                  <a:pt x="7554535" y="4199576"/>
                  <a:pt x="7554535" y="4199978"/>
                </a:cubicBezTo>
                <a:cubicBezTo>
                  <a:pt x="7554821" y="4199920"/>
                  <a:pt x="7555682" y="4199820"/>
                  <a:pt x="7557116" y="4199677"/>
                </a:cubicBezTo>
                <a:cubicBezTo>
                  <a:pt x="7558549" y="4199533"/>
                  <a:pt x="7560385" y="4199404"/>
                  <a:pt x="7562622" y="4199289"/>
                </a:cubicBezTo>
                <a:cubicBezTo>
                  <a:pt x="7564859" y="4199175"/>
                  <a:pt x="7567469" y="4199060"/>
                  <a:pt x="7570452" y="4198945"/>
                </a:cubicBezTo>
                <a:cubicBezTo>
                  <a:pt x="7573435" y="4198831"/>
                  <a:pt x="7576618" y="4198773"/>
                  <a:pt x="7580003" y="4198773"/>
                </a:cubicBezTo>
                <a:cubicBezTo>
                  <a:pt x="7582756" y="4198773"/>
                  <a:pt x="7585437" y="4198802"/>
                  <a:pt x="7588048" y="4198859"/>
                </a:cubicBezTo>
                <a:cubicBezTo>
                  <a:pt x="7590657" y="4198917"/>
                  <a:pt x="7593038" y="4198988"/>
                  <a:pt x="7595189" y="4199074"/>
                </a:cubicBezTo>
                <a:cubicBezTo>
                  <a:pt x="7597340" y="4199160"/>
                  <a:pt x="7599161" y="4199261"/>
                  <a:pt x="7600653" y="4199376"/>
                </a:cubicBezTo>
                <a:cubicBezTo>
                  <a:pt x="7602144" y="4199490"/>
                  <a:pt x="7603119" y="4199576"/>
                  <a:pt x="7603578" y="4199634"/>
                </a:cubicBezTo>
                <a:lnTo>
                  <a:pt x="7606676" y="4192406"/>
                </a:lnTo>
                <a:cubicBezTo>
                  <a:pt x="7602832" y="4192005"/>
                  <a:pt x="7599835" y="4191632"/>
                  <a:pt x="7597684" y="4191288"/>
                </a:cubicBezTo>
                <a:cubicBezTo>
                  <a:pt x="7595533" y="4190943"/>
                  <a:pt x="7593927" y="4190499"/>
                  <a:pt x="7592866" y="4189954"/>
                </a:cubicBezTo>
                <a:cubicBezTo>
                  <a:pt x="7591804" y="4189409"/>
                  <a:pt x="7591145" y="4188706"/>
                  <a:pt x="7590887" y="4187846"/>
                </a:cubicBezTo>
                <a:cubicBezTo>
                  <a:pt x="7590629" y="4186985"/>
                  <a:pt x="7590471" y="4185810"/>
                  <a:pt x="7590414" y="4184318"/>
                </a:cubicBezTo>
                <a:cubicBezTo>
                  <a:pt x="7590299" y="4183343"/>
                  <a:pt x="7590213" y="4182009"/>
                  <a:pt x="7590156" y="4180317"/>
                </a:cubicBezTo>
                <a:cubicBezTo>
                  <a:pt x="7590098" y="4178625"/>
                  <a:pt x="7590055" y="4176775"/>
                  <a:pt x="7590027" y="4174768"/>
                </a:cubicBezTo>
                <a:cubicBezTo>
                  <a:pt x="7589998" y="4172760"/>
                  <a:pt x="7589983" y="4170724"/>
                  <a:pt x="7589984" y="4168659"/>
                </a:cubicBezTo>
                <a:lnTo>
                  <a:pt x="7589984" y="4162894"/>
                </a:lnTo>
                <a:cubicBezTo>
                  <a:pt x="7589983" y="4156240"/>
                  <a:pt x="7589998" y="4150145"/>
                  <a:pt x="7590027" y="4144610"/>
                </a:cubicBezTo>
                <a:cubicBezTo>
                  <a:pt x="7590055" y="4139075"/>
                  <a:pt x="7590127" y="4133912"/>
                  <a:pt x="7590242" y="4129123"/>
                </a:cubicBezTo>
                <a:cubicBezTo>
                  <a:pt x="7590356" y="4124333"/>
                  <a:pt x="7590514" y="4119802"/>
                  <a:pt x="7590715" y="4115528"/>
                </a:cubicBezTo>
                <a:cubicBezTo>
                  <a:pt x="7590915" y="4111255"/>
                  <a:pt x="7591188" y="4107053"/>
                  <a:pt x="7591532" y="4102923"/>
                </a:cubicBezTo>
                <a:close/>
                <a:moveTo>
                  <a:pt x="7207952" y="4101891"/>
                </a:moveTo>
                <a:cubicBezTo>
                  <a:pt x="7206632" y="4102350"/>
                  <a:pt x="7204825" y="4102909"/>
                  <a:pt x="7202531" y="4103568"/>
                </a:cubicBezTo>
                <a:cubicBezTo>
                  <a:pt x="7200236" y="4104228"/>
                  <a:pt x="7197598" y="4104902"/>
                  <a:pt x="7194615" y="4105590"/>
                </a:cubicBezTo>
                <a:cubicBezTo>
                  <a:pt x="7191632" y="4106279"/>
                  <a:pt x="7188348" y="4106938"/>
                  <a:pt x="7184763" y="4107569"/>
                </a:cubicBezTo>
                <a:cubicBezTo>
                  <a:pt x="7181178" y="4108200"/>
                  <a:pt x="7177435" y="4108717"/>
                  <a:pt x="7173535" y="4109118"/>
                </a:cubicBezTo>
                <a:lnTo>
                  <a:pt x="7171814" y="4116174"/>
                </a:lnTo>
                <a:cubicBezTo>
                  <a:pt x="7175428" y="4116174"/>
                  <a:pt x="7178253" y="4116217"/>
                  <a:pt x="7180289" y="4116303"/>
                </a:cubicBezTo>
                <a:cubicBezTo>
                  <a:pt x="7182325" y="4116389"/>
                  <a:pt x="7183860" y="4116675"/>
                  <a:pt x="7184893" y="4117163"/>
                </a:cubicBezTo>
                <a:cubicBezTo>
                  <a:pt x="7185925" y="4117651"/>
                  <a:pt x="7186584" y="4118396"/>
                  <a:pt x="7186871" y="4119400"/>
                </a:cubicBezTo>
                <a:cubicBezTo>
                  <a:pt x="7187158" y="4120404"/>
                  <a:pt x="7187359" y="4121852"/>
                  <a:pt x="7187474" y="4123745"/>
                </a:cubicBezTo>
                <a:cubicBezTo>
                  <a:pt x="7187531" y="4124778"/>
                  <a:pt x="7187603" y="4126240"/>
                  <a:pt x="7187689" y="4128133"/>
                </a:cubicBezTo>
                <a:cubicBezTo>
                  <a:pt x="7187775" y="4130026"/>
                  <a:pt x="7187846" y="4132536"/>
                  <a:pt x="7187904" y="4135662"/>
                </a:cubicBezTo>
                <a:cubicBezTo>
                  <a:pt x="7187961" y="4138788"/>
                  <a:pt x="7188018" y="4142603"/>
                  <a:pt x="7188076" y="4147105"/>
                </a:cubicBezTo>
                <a:cubicBezTo>
                  <a:pt x="7188133" y="4151608"/>
                  <a:pt x="7188162" y="4156957"/>
                  <a:pt x="7188162" y="4163152"/>
                </a:cubicBezTo>
                <a:lnTo>
                  <a:pt x="7188162" y="4167798"/>
                </a:lnTo>
                <a:cubicBezTo>
                  <a:pt x="7188162" y="4169921"/>
                  <a:pt x="7188133" y="4172287"/>
                  <a:pt x="7188076" y="4174897"/>
                </a:cubicBezTo>
                <a:cubicBezTo>
                  <a:pt x="7188018" y="4177507"/>
                  <a:pt x="7187932" y="4180174"/>
                  <a:pt x="7187818" y="4182899"/>
                </a:cubicBezTo>
                <a:cubicBezTo>
                  <a:pt x="7187703" y="4185623"/>
                  <a:pt x="7187531" y="4188104"/>
                  <a:pt x="7187302" y="4190341"/>
                </a:cubicBezTo>
                <a:cubicBezTo>
                  <a:pt x="7183860" y="4190800"/>
                  <a:pt x="7181207" y="4191488"/>
                  <a:pt x="7179343" y="4192406"/>
                </a:cubicBezTo>
                <a:cubicBezTo>
                  <a:pt x="7177478" y="4193324"/>
                  <a:pt x="7176116" y="4194270"/>
                  <a:pt x="7175256" y="4195246"/>
                </a:cubicBezTo>
                <a:cubicBezTo>
                  <a:pt x="7174395" y="4196221"/>
                  <a:pt x="7173893" y="4197153"/>
                  <a:pt x="7173750" y="4198042"/>
                </a:cubicBezTo>
                <a:cubicBezTo>
                  <a:pt x="7173607" y="4198931"/>
                  <a:pt x="7173535" y="4199576"/>
                  <a:pt x="7173535" y="4199978"/>
                </a:cubicBezTo>
                <a:cubicBezTo>
                  <a:pt x="7173822" y="4199920"/>
                  <a:pt x="7174639" y="4199820"/>
                  <a:pt x="7175987" y="4199677"/>
                </a:cubicBezTo>
                <a:cubicBezTo>
                  <a:pt x="7177335" y="4199533"/>
                  <a:pt x="7179128" y="4199404"/>
                  <a:pt x="7181365" y="4199289"/>
                </a:cubicBezTo>
                <a:cubicBezTo>
                  <a:pt x="7183602" y="4199175"/>
                  <a:pt x="7186197" y="4199060"/>
                  <a:pt x="7189152" y="4198945"/>
                </a:cubicBezTo>
                <a:cubicBezTo>
                  <a:pt x="7192105" y="4198831"/>
                  <a:pt x="7195304" y="4198773"/>
                  <a:pt x="7198745" y="4198773"/>
                </a:cubicBezTo>
                <a:cubicBezTo>
                  <a:pt x="7201498" y="4198773"/>
                  <a:pt x="7204223" y="4198802"/>
                  <a:pt x="7206919" y="4198859"/>
                </a:cubicBezTo>
                <a:cubicBezTo>
                  <a:pt x="7209615" y="4198917"/>
                  <a:pt x="7212052" y="4198988"/>
                  <a:pt x="7214233" y="4199074"/>
                </a:cubicBezTo>
                <a:cubicBezTo>
                  <a:pt x="7216412" y="4199160"/>
                  <a:pt x="7218262" y="4199261"/>
                  <a:pt x="7219782" y="4199376"/>
                </a:cubicBezTo>
                <a:cubicBezTo>
                  <a:pt x="7221302" y="4199490"/>
                  <a:pt x="7222291" y="4199576"/>
                  <a:pt x="7222751" y="4199634"/>
                </a:cubicBezTo>
                <a:lnTo>
                  <a:pt x="7225848" y="4192406"/>
                </a:lnTo>
                <a:cubicBezTo>
                  <a:pt x="7222005" y="4192005"/>
                  <a:pt x="7219008" y="4191632"/>
                  <a:pt x="7216857" y="4191288"/>
                </a:cubicBezTo>
                <a:cubicBezTo>
                  <a:pt x="7214706" y="4190943"/>
                  <a:pt x="7213114" y="4190499"/>
                  <a:pt x="7212082" y="4189954"/>
                </a:cubicBezTo>
                <a:cubicBezTo>
                  <a:pt x="7211049" y="4189409"/>
                  <a:pt x="7210404" y="4188692"/>
                  <a:pt x="7210146" y="4187803"/>
                </a:cubicBezTo>
                <a:cubicBezTo>
                  <a:pt x="7209888" y="4186914"/>
                  <a:pt x="7209729" y="4185752"/>
                  <a:pt x="7209672" y="4184318"/>
                </a:cubicBezTo>
                <a:cubicBezTo>
                  <a:pt x="7209557" y="4182769"/>
                  <a:pt x="7209471" y="4181106"/>
                  <a:pt x="7209414" y="4179328"/>
                </a:cubicBezTo>
                <a:cubicBezTo>
                  <a:pt x="7209357" y="4177550"/>
                  <a:pt x="7209299" y="4175456"/>
                  <a:pt x="7209242" y="4173047"/>
                </a:cubicBezTo>
                <a:cubicBezTo>
                  <a:pt x="7209185" y="4170638"/>
                  <a:pt x="7209156" y="4167770"/>
                  <a:pt x="7209156" y="4164443"/>
                </a:cubicBezTo>
                <a:lnTo>
                  <a:pt x="7209156" y="4148181"/>
                </a:lnTo>
                <a:cubicBezTo>
                  <a:pt x="7209156" y="4146403"/>
                  <a:pt x="7209185" y="4144481"/>
                  <a:pt x="7209242" y="4142416"/>
                </a:cubicBezTo>
                <a:cubicBezTo>
                  <a:pt x="7209242" y="4140351"/>
                  <a:pt x="7209271" y="4138200"/>
                  <a:pt x="7209328" y="4135963"/>
                </a:cubicBezTo>
                <a:cubicBezTo>
                  <a:pt x="7209328" y="4133783"/>
                  <a:pt x="7209385" y="4131661"/>
                  <a:pt x="7209500" y="4129596"/>
                </a:cubicBezTo>
                <a:cubicBezTo>
                  <a:pt x="7211106" y="4128047"/>
                  <a:pt x="7212841" y="4126599"/>
                  <a:pt x="7214706" y="4125251"/>
                </a:cubicBezTo>
                <a:cubicBezTo>
                  <a:pt x="7216570" y="4123903"/>
                  <a:pt x="7218549" y="4122713"/>
                  <a:pt x="7220643" y="4121680"/>
                </a:cubicBezTo>
                <a:cubicBezTo>
                  <a:pt x="7222736" y="4120648"/>
                  <a:pt x="7224930" y="4119845"/>
                  <a:pt x="7227225" y="4119271"/>
                </a:cubicBezTo>
                <a:cubicBezTo>
                  <a:pt x="7229519" y="4118697"/>
                  <a:pt x="7231871" y="4118411"/>
                  <a:pt x="7234280" y="4118411"/>
                </a:cubicBezTo>
                <a:cubicBezTo>
                  <a:pt x="7238639" y="4118411"/>
                  <a:pt x="7242024" y="4119328"/>
                  <a:pt x="7244433" y="4121164"/>
                </a:cubicBezTo>
                <a:cubicBezTo>
                  <a:pt x="7246842" y="4122999"/>
                  <a:pt x="7248635" y="4125380"/>
                  <a:pt x="7249811" y="4128305"/>
                </a:cubicBezTo>
                <a:cubicBezTo>
                  <a:pt x="7250986" y="4131231"/>
                  <a:pt x="7251704" y="4134558"/>
                  <a:pt x="7251962" y="4138286"/>
                </a:cubicBezTo>
                <a:cubicBezTo>
                  <a:pt x="7252220" y="4142015"/>
                  <a:pt x="7252349" y="4145772"/>
                  <a:pt x="7252349" y="4149558"/>
                </a:cubicBezTo>
                <a:cubicBezTo>
                  <a:pt x="7252349" y="4153630"/>
                  <a:pt x="7252291" y="4157559"/>
                  <a:pt x="7252177" y="4161345"/>
                </a:cubicBezTo>
                <a:cubicBezTo>
                  <a:pt x="7252062" y="4165131"/>
                  <a:pt x="7251890" y="4168974"/>
                  <a:pt x="7251661" y="4172875"/>
                </a:cubicBezTo>
                <a:cubicBezTo>
                  <a:pt x="7251431" y="4176775"/>
                  <a:pt x="7251115" y="4180862"/>
                  <a:pt x="7250714" y="4185136"/>
                </a:cubicBezTo>
                <a:cubicBezTo>
                  <a:pt x="7250312" y="4189409"/>
                  <a:pt x="7249825" y="4194070"/>
                  <a:pt x="7249251" y="4199117"/>
                </a:cubicBezTo>
                <a:cubicBezTo>
                  <a:pt x="7250915" y="4199003"/>
                  <a:pt x="7252779" y="4198917"/>
                  <a:pt x="7254844" y="4198859"/>
                </a:cubicBezTo>
                <a:cubicBezTo>
                  <a:pt x="7256909" y="4198802"/>
                  <a:pt x="7259146" y="4198773"/>
                  <a:pt x="7261555" y="4198773"/>
                </a:cubicBezTo>
                <a:cubicBezTo>
                  <a:pt x="7264595" y="4198773"/>
                  <a:pt x="7267506" y="4198802"/>
                  <a:pt x="7270288" y="4198859"/>
                </a:cubicBezTo>
                <a:cubicBezTo>
                  <a:pt x="7273070" y="4198917"/>
                  <a:pt x="7275580" y="4198988"/>
                  <a:pt x="7277817" y="4199074"/>
                </a:cubicBezTo>
                <a:cubicBezTo>
                  <a:pt x="7280054" y="4199160"/>
                  <a:pt x="7281933" y="4199261"/>
                  <a:pt x="7283453" y="4199376"/>
                </a:cubicBezTo>
                <a:cubicBezTo>
                  <a:pt x="7284972" y="4199490"/>
                  <a:pt x="7285962" y="4199576"/>
                  <a:pt x="7286421" y="4199634"/>
                </a:cubicBezTo>
                <a:lnTo>
                  <a:pt x="7289519" y="4192406"/>
                </a:lnTo>
                <a:cubicBezTo>
                  <a:pt x="7285618" y="4192005"/>
                  <a:pt x="7282506" y="4191589"/>
                  <a:pt x="7280183" y="4191158"/>
                </a:cubicBezTo>
                <a:cubicBezTo>
                  <a:pt x="7277860" y="4190728"/>
                  <a:pt x="7276096" y="4190169"/>
                  <a:pt x="7274892" y="4189481"/>
                </a:cubicBezTo>
                <a:cubicBezTo>
                  <a:pt x="7273687" y="4188792"/>
                  <a:pt x="7272898" y="4187903"/>
                  <a:pt x="7272526" y="4186813"/>
                </a:cubicBezTo>
                <a:cubicBezTo>
                  <a:pt x="7272152" y="4185724"/>
                  <a:pt x="7271966" y="4184318"/>
                  <a:pt x="7271966" y="4182597"/>
                </a:cubicBezTo>
                <a:cubicBezTo>
                  <a:pt x="7271966" y="4181450"/>
                  <a:pt x="7272023" y="4179916"/>
                  <a:pt x="7272138" y="4177994"/>
                </a:cubicBezTo>
                <a:cubicBezTo>
                  <a:pt x="7272253" y="4176073"/>
                  <a:pt x="7272382" y="4173936"/>
                  <a:pt x="7272526" y="4171584"/>
                </a:cubicBezTo>
                <a:cubicBezTo>
                  <a:pt x="7272669" y="4169232"/>
                  <a:pt x="7272827" y="4166708"/>
                  <a:pt x="7272999" y="4164012"/>
                </a:cubicBezTo>
                <a:cubicBezTo>
                  <a:pt x="7273171" y="4161317"/>
                  <a:pt x="7273328" y="4158635"/>
                  <a:pt x="7273472" y="4155968"/>
                </a:cubicBezTo>
                <a:cubicBezTo>
                  <a:pt x="7273615" y="4153300"/>
                  <a:pt x="7273744" y="4150705"/>
                  <a:pt x="7273859" y="4148181"/>
                </a:cubicBezTo>
                <a:cubicBezTo>
                  <a:pt x="7273974" y="4145657"/>
                  <a:pt x="7274031" y="4143363"/>
                  <a:pt x="7274031" y="4141298"/>
                </a:cubicBezTo>
                <a:cubicBezTo>
                  <a:pt x="7274031" y="4135676"/>
                  <a:pt x="7273587" y="4130471"/>
                  <a:pt x="7272698" y="4125681"/>
                </a:cubicBezTo>
                <a:cubicBezTo>
                  <a:pt x="7271808" y="4120891"/>
                  <a:pt x="7270302" y="4116733"/>
                  <a:pt x="7268180" y="4113205"/>
                </a:cubicBezTo>
                <a:cubicBezTo>
                  <a:pt x="7266058" y="4109677"/>
                  <a:pt x="7263247" y="4106910"/>
                  <a:pt x="7259748" y="4104902"/>
                </a:cubicBezTo>
                <a:cubicBezTo>
                  <a:pt x="7256249" y="4102894"/>
                  <a:pt x="7251919" y="4101891"/>
                  <a:pt x="7246756" y="4101891"/>
                </a:cubicBezTo>
                <a:cubicBezTo>
                  <a:pt x="7242970" y="4101891"/>
                  <a:pt x="7239400" y="4102407"/>
                  <a:pt x="7236044" y="4103439"/>
                </a:cubicBezTo>
                <a:cubicBezTo>
                  <a:pt x="7232688" y="4104472"/>
                  <a:pt x="7229476" y="4105877"/>
                  <a:pt x="7226407" y="4107655"/>
                </a:cubicBezTo>
                <a:cubicBezTo>
                  <a:pt x="7223338" y="4109434"/>
                  <a:pt x="7220398" y="4111470"/>
                  <a:pt x="7217588" y="4113764"/>
                </a:cubicBezTo>
                <a:cubicBezTo>
                  <a:pt x="7214777" y="4116059"/>
                  <a:pt x="7212024" y="4118468"/>
                  <a:pt x="7209328" y="4120992"/>
                </a:cubicBezTo>
                <a:lnTo>
                  <a:pt x="7208812" y="4120820"/>
                </a:lnTo>
                <a:cubicBezTo>
                  <a:pt x="7208812" y="4116862"/>
                  <a:pt x="7208883" y="4113406"/>
                  <a:pt x="7209027" y="4110452"/>
                </a:cubicBezTo>
                <a:cubicBezTo>
                  <a:pt x="7209170" y="4107498"/>
                  <a:pt x="7209328" y="4104931"/>
                  <a:pt x="7209500" y="4102751"/>
                </a:cubicBezTo>
                <a:close/>
                <a:moveTo>
                  <a:pt x="7152006" y="4101891"/>
                </a:moveTo>
                <a:cubicBezTo>
                  <a:pt x="7150687" y="4102350"/>
                  <a:pt x="7148837" y="4102909"/>
                  <a:pt x="7146456" y="4103568"/>
                </a:cubicBezTo>
                <a:cubicBezTo>
                  <a:pt x="7144076" y="4104228"/>
                  <a:pt x="7141337" y="4104902"/>
                  <a:pt x="7138240" y="4105590"/>
                </a:cubicBezTo>
                <a:cubicBezTo>
                  <a:pt x="7135142" y="4106279"/>
                  <a:pt x="7131743" y="4106938"/>
                  <a:pt x="7128044" y="4107569"/>
                </a:cubicBezTo>
                <a:cubicBezTo>
                  <a:pt x="7124344" y="4108200"/>
                  <a:pt x="7120515" y="4108717"/>
                  <a:pt x="7116557" y="4109118"/>
                </a:cubicBezTo>
                <a:lnTo>
                  <a:pt x="7114836" y="4116174"/>
                </a:lnTo>
                <a:cubicBezTo>
                  <a:pt x="7118393" y="4116174"/>
                  <a:pt x="7121175" y="4116217"/>
                  <a:pt x="7123182" y="4116303"/>
                </a:cubicBezTo>
                <a:cubicBezTo>
                  <a:pt x="7125190" y="4116389"/>
                  <a:pt x="7126710" y="4116690"/>
                  <a:pt x="7127743" y="4117206"/>
                </a:cubicBezTo>
                <a:cubicBezTo>
                  <a:pt x="7128775" y="4117722"/>
                  <a:pt x="7129435" y="4118497"/>
                  <a:pt x="7129721" y="4119529"/>
                </a:cubicBezTo>
                <a:cubicBezTo>
                  <a:pt x="7130008" y="4120562"/>
                  <a:pt x="7130209" y="4122024"/>
                  <a:pt x="7130324" y="4123917"/>
                </a:cubicBezTo>
                <a:cubicBezTo>
                  <a:pt x="7130381" y="4124778"/>
                  <a:pt x="7130453" y="4126126"/>
                  <a:pt x="7130539" y="4127961"/>
                </a:cubicBezTo>
                <a:cubicBezTo>
                  <a:pt x="7130625" y="4129797"/>
                  <a:pt x="7130696" y="4132292"/>
                  <a:pt x="7130754" y="4135447"/>
                </a:cubicBezTo>
                <a:cubicBezTo>
                  <a:pt x="7130811" y="4138602"/>
                  <a:pt x="7130868" y="4142531"/>
                  <a:pt x="7130926" y="4147234"/>
                </a:cubicBezTo>
                <a:cubicBezTo>
                  <a:pt x="7130983" y="4151938"/>
                  <a:pt x="7131012" y="4157645"/>
                  <a:pt x="7131012" y="4164357"/>
                </a:cubicBezTo>
                <a:lnTo>
                  <a:pt x="7131012" y="4169089"/>
                </a:lnTo>
                <a:cubicBezTo>
                  <a:pt x="7131012" y="4171154"/>
                  <a:pt x="7130983" y="4173405"/>
                  <a:pt x="7130926" y="4175843"/>
                </a:cubicBezTo>
                <a:cubicBezTo>
                  <a:pt x="7130868" y="4178281"/>
                  <a:pt x="7130782" y="4180776"/>
                  <a:pt x="7130668" y="4183329"/>
                </a:cubicBezTo>
                <a:cubicBezTo>
                  <a:pt x="7130553" y="4185881"/>
                  <a:pt x="7130381" y="4188219"/>
                  <a:pt x="7130152" y="4190341"/>
                </a:cubicBezTo>
                <a:cubicBezTo>
                  <a:pt x="7126710" y="4190800"/>
                  <a:pt x="7124057" y="4191488"/>
                  <a:pt x="7122193" y="4192406"/>
                </a:cubicBezTo>
                <a:cubicBezTo>
                  <a:pt x="7120328" y="4193324"/>
                  <a:pt x="7118966" y="4194270"/>
                  <a:pt x="7118106" y="4195246"/>
                </a:cubicBezTo>
                <a:cubicBezTo>
                  <a:pt x="7117245" y="4196221"/>
                  <a:pt x="7116743" y="4197153"/>
                  <a:pt x="7116600" y="4198042"/>
                </a:cubicBezTo>
                <a:cubicBezTo>
                  <a:pt x="7116457" y="4198931"/>
                  <a:pt x="7116385" y="4199576"/>
                  <a:pt x="7116385" y="4199978"/>
                </a:cubicBezTo>
                <a:cubicBezTo>
                  <a:pt x="7116672" y="4199920"/>
                  <a:pt x="7117532" y="4199820"/>
                  <a:pt x="7118966" y="4199677"/>
                </a:cubicBezTo>
                <a:cubicBezTo>
                  <a:pt x="7120401" y="4199533"/>
                  <a:pt x="7122236" y="4199404"/>
                  <a:pt x="7124473" y="4199289"/>
                </a:cubicBezTo>
                <a:cubicBezTo>
                  <a:pt x="7126710" y="4199175"/>
                  <a:pt x="7129320" y="4199060"/>
                  <a:pt x="7132303" y="4198945"/>
                </a:cubicBezTo>
                <a:cubicBezTo>
                  <a:pt x="7135285" y="4198831"/>
                  <a:pt x="7138469" y="4198773"/>
                  <a:pt x="7141853" y="4198773"/>
                </a:cubicBezTo>
                <a:cubicBezTo>
                  <a:pt x="7144606" y="4198773"/>
                  <a:pt x="7147288" y="4198802"/>
                  <a:pt x="7149898" y="4198859"/>
                </a:cubicBezTo>
                <a:cubicBezTo>
                  <a:pt x="7152508" y="4198917"/>
                  <a:pt x="7154888" y="4198988"/>
                  <a:pt x="7157040" y="4199074"/>
                </a:cubicBezTo>
                <a:cubicBezTo>
                  <a:pt x="7159190" y="4199160"/>
                  <a:pt x="7161012" y="4199261"/>
                  <a:pt x="7162503" y="4199376"/>
                </a:cubicBezTo>
                <a:cubicBezTo>
                  <a:pt x="7163994" y="4199490"/>
                  <a:pt x="7164970" y="4199576"/>
                  <a:pt x="7165429" y="4199634"/>
                </a:cubicBezTo>
                <a:lnTo>
                  <a:pt x="7168526" y="4192406"/>
                </a:lnTo>
                <a:cubicBezTo>
                  <a:pt x="7164683" y="4192005"/>
                  <a:pt x="7161686" y="4191632"/>
                  <a:pt x="7159535" y="4191288"/>
                </a:cubicBezTo>
                <a:cubicBezTo>
                  <a:pt x="7157383" y="4190943"/>
                  <a:pt x="7155777" y="4190499"/>
                  <a:pt x="7154716" y="4189954"/>
                </a:cubicBezTo>
                <a:cubicBezTo>
                  <a:pt x="7153655" y="4189409"/>
                  <a:pt x="7152996" y="4188706"/>
                  <a:pt x="7152738" y="4187846"/>
                </a:cubicBezTo>
                <a:cubicBezTo>
                  <a:pt x="7152479" y="4186985"/>
                  <a:pt x="7152322" y="4185810"/>
                  <a:pt x="7152264" y="4184318"/>
                </a:cubicBezTo>
                <a:cubicBezTo>
                  <a:pt x="7152150" y="4183343"/>
                  <a:pt x="7152064" y="4182009"/>
                  <a:pt x="7152006" y="4180317"/>
                </a:cubicBezTo>
                <a:cubicBezTo>
                  <a:pt x="7151949" y="4178625"/>
                  <a:pt x="7151906" y="4176775"/>
                  <a:pt x="7151877" y="4174768"/>
                </a:cubicBezTo>
                <a:cubicBezTo>
                  <a:pt x="7151849" y="4172760"/>
                  <a:pt x="7151834" y="4170724"/>
                  <a:pt x="7151834" y="4168659"/>
                </a:cubicBezTo>
                <a:lnTo>
                  <a:pt x="7151834" y="4162894"/>
                </a:lnTo>
                <a:cubicBezTo>
                  <a:pt x="7151834" y="4156240"/>
                  <a:pt x="7151849" y="4150145"/>
                  <a:pt x="7151877" y="4144610"/>
                </a:cubicBezTo>
                <a:cubicBezTo>
                  <a:pt x="7151906" y="4139075"/>
                  <a:pt x="7151977" y="4133912"/>
                  <a:pt x="7152092" y="4129123"/>
                </a:cubicBezTo>
                <a:cubicBezTo>
                  <a:pt x="7152207" y="4124333"/>
                  <a:pt x="7152365" y="4119802"/>
                  <a:pt x="7152565" y="4115528"/>
                </a:cubicBezTo>
                <a:cubicBezTo>
                  <a:pt x="7152766" y="4111255"/>
                  <a:pt x="7153039" y="4107053"/>
                  <a:pt x="7153383" y="4102923"/>
                </a:cubicBezTo>
                <a:close/>
                <a:moveTo>
                  <a:pt x="6712566" y="4101891"/>
                </a:moveTo>
                <a:cubicBezTo>
                  <a:pt x="6711246" y="4102350"/>
                  <a:pt x="6709468" y="4102909"/>
                  <a:pt x="6707231" y="4103568"/>
                </a:cubicBezTo>
                <a:cubicBezTo>
                  <a:pt x="6704994" y="4104228"/>
                  <a:pt x="6702370" y="4104902"/>
                  <a:pt x="6699358" y="4105590"/>
                </a:cubicBezTo>
                <a:cubicBezTo>
                  <a:pt x="6696347" y="4106279"/>
                  <a:pt x="6693048" y="4106938"/>
                  <a:pt x="6689463" y="4107569"/>
                </a:cubicBezTo>
                <a:cubicBezTo>
                  <a:pt x="6685878" y="4108200"/>
                  <a:pt x="6682107" y="4108717"/>
                  <a:pt x="6678149" y="4109118"/>
                </a:cubicBezTo>
                <a:lnTo>
                  <a:pt x="6676428" y="4116174"/>
                </a:lnTo>
                <a:cubicBezTo>
                  <a:pt x="6679927" y="4116174"/>
                  <a:pt x="6682695" y="4116217"/>
                  <a:pt x="6684731" y="4116303"/>
                </a:cubicBezTo>
                <a:cubicBezTo>
                  <a:pt x="6686767" y="4116389"/>
                  <a:pt x="6688316" y="4116690"/>
                  <a:pt x="6689377" y="4117206"/>
                </a:cubicBezTo>
                <a:cubicBezTo>
                  <a:pt x="6690438" y="4117722"/>
                  <a:pt x="6691127" y="4118497"/>
                  <a:pt x="6691442" y="4119529"/>
                </a:cubicBezTo>
                <a:cubicBezTo>
                  <a:pt x="6691758" y="4120562"/>
                  <a:pt x="6691973" y="4122024"/>
                  <a:pt x="6692088" y="4123917"/>
                </a:cubicBezTo>
                <a:cubicBezTo>
                  <a:pt x="6692260" y="4126097"/>
                  <a:pt x="6692417" y="4130084"/>
                  <a:pt x="6692561" y="4135877"/>
                </a:cubicBezTo>
                <a:cubicBezTo>
                  <a:pt x="6692704" y="4141670"/>
                  <a:pt x="6692776" y="4149013"/>
                  <a:pt x="6692776" y="4157904"/>
                </a:cubicBezTo>
                <a:lnTo>
                  <a:pt x="6692776" y="4164959"/>
                </a:lnTo>
                <a:cubicBezTo>
                  <a:pt x="6692776" y="4167598"/>
                  <a:pt x="6692747" y="4170365"/>
                  <a:pt x="6692690" y="4173262"/>
                </a:cubicBezTo>
                <a:cubicBezTo>
                  <a:pt x="6692632" y="4176159"/>
                  <a:pt x="6692546" y="4179070"/>
                  <a:pt x="6692432" y="4181995"/>
                </a:cubicBezTo>
                <a:cubicBezTo>
                  <a:pt x="6692317" y="4184920"/>
                  <a:pt x="6692145" y="4187702"/>
                  <a:pt x="6691916" y="4190341"/>
                </a:cubicBezTo>
                <a:cubicBezTo>
                  <a:pt x="6688474" y="4190800"/>
                  <a:pt x="6685821" y="4191488"/>
                  <a:pt x="6683957" y="4192406"/>
                </a:cubicBezTo>
                <a:cubicBezTo>
                  <a:pt x="6682092" y="4193324"/>
                  <a:pt x="6680730" y="4194270"/>
                  <a:pt x="6679870" y="4195246"/>
                </a:cubicBezTo>
                <a:cubicBezTo>
                  <a:pt x="6679009" y="4196221"/>
                  <a:pt x="6678507" y="4197153"/>
                  <a:pt x="6678364" y="4198042"/>
                </a:cubicBezTo>
                <a:cubicBezTo>
                  <a:pt x="6678221" y="4198931"/>
                  <a:pt x="6678149" y="4199576"/>
                  <a:pt x="6678149" y="4199978"/>
                </a:cubicBezTo>
                <a:cubicBezTo>
                  <a:pt x="6678378" y="4199920"/>
                  <a:pt x="6679210" y="4199820"/>
                  <a:pt x="6680644" y="4199677"/>
                </a:cubicBezTo>
                <a:cubicBezTo>
                  <a:pt x="6682078" y="4199533"/>
                  <a:pt x="6683928" y="4199404"/>
                  <a:pt x="6686194" y="4199289"/>
                </a:cubicBezTo>
                <a:cubicBezTo>
                  <a:pt x="6688459" y="4199175"/>
                  <a:pt x="6691098" y="4199060"/>
                  <a:pt x="6694110" y="4198945"/>
                </a:cubicBezTo>
                <a:cubicBezTo>
                  <a:pt x="6697121" y="4198831"/>
                  <a:pt x="6700319" y="4198773"/>
                  <a:pt x="6703703" y="4198773"/>
                </a:cubicBezTo>
                <a:cubicBezTo>
                  <a:pt x="6706399" y="4198773"/>
                  <a:pt x="6709210" y="4198802"/>
                  <a:pt x="6712135" y="4198859"/>
                </a:cubicBezTo>
                <a:cubicBezTo>
                  <a:pt x="6715061" y="4198917"/>
                  <a:pt x="6717814" y="4198988"/>
                  <a:pt x="6720395" y="4199074"/>
                </a:cubicBezTo>
                <a:cubicBezTo>
                  <a:pt x="6722977" y="4199160"/>
                  <a:pt x="6725199" y="4199261"/>
                  <a:pt x="6727063" y="4199376"/>
                </a:cubicBezTo>
                <a:cubicBezTo>
                  <a:pt x="6728928" y="4199490"/>
                  <a:pt x="6730118" y="4199576"/>
                  <a:pt x="6730634" y="4199634"/>
                </a:cubicBezTo>
                <a:lnTo>
                  <a:pt x="6733732" y="4192406"/>
                </a:lnTo>
                <a:cubicBezTo>
                  <a:pt x="6729028" y="4192005"/>
                  <a:pt x="6725371" y="4191646"/>
                  <a:pt x="6722761" y="4191331"/>
                </a:cubicBezTo>
                <a:cubicBezTo>
                  <a:pt x="6720151" y="4191015"/>
                  <a:pt x="6718215" y="4190571"/>
                  <a:pt x="6716954" y="4189997"/>
                </a:cubicBezTo>
                <a:cubicBezTo>
                  <a:pt x="6715692" y="4189423"/>
                  <a:pt x="6714917" y="4188692"/>
                  <a:pt x="6714631" y="4187803"/>
                </a:cubicBezTo>
                <a:cubicBezTo>
                  <a:pt x="6714344" y="4186914"/>
                  <a:pt x="6714172" y="4185695"/>
                  <a:pt x="6714114" y="4184146"/>
                </a:cubicBezTo>
                <a:cubicBezTo>
                  <a:pt x="6713999" y="4182884"/>
                  <a:pt x="6713913" y="4181436"/>
                  <a:pt x="6713856" y="4179801"/>
                </a:cubicBezTo>
                <a:cubicBezTo>
                  <a:pt x="6713799" y="4178166"/>
                  <a:pt x="6713756" y="4176245"/>
                  <a:pt x="6713727" y="4174036"/>
                </a:cubicBezTo>
                <a:cubicBezTo>
                  <a:pt x="6713698" y="4171828"/>
                  <a:pt x="6713670" y="4169304"/>
                  <a:pt x="6713641" y="4166465"/>
                </a:cubicBezTo>
                <a:cubicBezTo>
                  <a:pt x="6713612" y="4163625"/>
                  <a:pt x="6713598" y="4160399"/>
                  <a:pt x="6713598" y="4156785"/>
                </a:cubicBezTo>
                <a:lnTo>
                  <a:pt x="6713598" y="4143363"/>
                </a:lnTo>
                <a:cubicBezTo>
                  <a:pt x="6713598" y="4139462"/>
                  <a:pt x="6713655" y="4135848"/>
                  <a:pt x="6713770" y="4132521"/>
                </a:cubicBezTo>
                <a:cubicBezTo>
                  <a:pt x="6715835" y="4129080"/>
                  <a:pt x="6718302" y="4126269"/>
                  <a:pt x="6721170" y="4124089"/>
                </a:cubicBezTo>
                <a:cubicBezTo>
                  <a:pt x="6724038" y="4121910"/>
                  <a:pt x="6727365" y="4120820"/>
                  <a:pt x="6731150" y="4120820"/>
                </a:cubicBezTo>
                <a:cubicBezTo>
                  <a:pt x="6733560" y="4120820"/>
                  <a:pt x="6735739" y="4121408"/>
                  <a:pt x="6737690" y="4122584"/>
                </a:cubicBezTo>
                <a:cubicBezTo>
                  <a:pt x="6739640" y="4123759"/>
                  <a:pt x="6740959" y="4125810"/>
                  <a:pt x="6741647" y="4128736"/>
                </a:cubicBezTo>
                <a:cubicBezTo>
                  <a:pt x="6744286" y="4128736"/>
                  <a:pt x="6746580" y="4128363"/>
                  <a:pt x="6748531" y="4127617"/>
                </a:cubicBezTo>
                <a:cubicBezTo>
                  <a:pt x="6750481" y="4126871"/>
                  <a:pt x="6752101" y="4125882"/>
                  <a:pt x="6753392" y="4124649"/>
                </a:cubicBezTo>
                <a:cubicBezTo>
                  <a:pt x="6754683" y="4123415"/>
                  <a:pt x="6755658" y="4121996"/>
                  <a:pt x="6756318" y="4120390"/>
                </a:cubicBezTo>
                <a:cubicBezTo>
                  <a:pt x="6756977" y="4118783"/>
                  <a:pt x="6757307" y="4117120"/>
                  <a:pt x="6757307" y="4115399"/>
                </a:cubicBezTo>
                <a:lnTo>
                  <a:pt x="6756876" y="4113036"/>
                </a:lnTo>
                <a:lnTo>
                  <a:pt x="6761379" y="4113592"/>
                </a:lnTo>
                <a:cubicBezTo>
                  <a:pt x="6763271" y="4113879"/>
                  <a:pt x="6764892" y="4114295"/>
                  <a:pt x="6766240" y="4114840"/>
                </a:cubicBezTo>
                <a:cubicBezTo>
                  <a:pt x="6767588" y="4115385"/>
                  <a:pt x="6768750" y="4116145"/>
                  <a:pt x="6769725" y="4117120"/>
                </a:cubicBezTo>
                <a:cubicBezTo>
                  <a:pt x="6770700" y="4118095"/>
                  <a:pt x="6771675" y="4119386"/>
                  <a:pt x="6772650" y="4120992"/>
                </a:cubicBezTo>
                <a:cubicBezTo>
                  <a:pt x="6773453" y="4122483"/>
                  <a:pt x="6774514" y="4124706"/>
                  <a:pt x="6775834" y="4127660"/>
                </a:cubicBezTo>
                <a:cubicBezTo>
                  <a:pt x="6777153" y="4130614"/>
                  <a:pt x="6778630" y="4134084"/>
                  <a:pt x="6780265" y="4138071"/>
                </a:cubicBezTo>
                <a:cubicBezTo>
                  <a:pt x="6781900" y="4142058"/>
                  <a:pt x="6783678" y="4146489"/>
                  <a:pt x="6785599" y="4151364"/>
                </a:cubicBezTo>
                <a:cubicBezTo>
                  <a:pt x="6787521" y="4156240"/>
                  <a:pt x="6789486" y="4161345"/>
                  <a:pt x="6791493" y="4166680"/>
                </a:cubicBezTo>
                <a:cubicBezTo>
                  <a:pt x="6793501" y="4172014"/>
                  <a:pt x="6795523" y="4177464"/>
                  <a:pt x="6797559" y="4183028"/>
                </a:cubicBezTo>
                <a:cubicBezTo>
                  <a:pt x="6799595" y="4188592"/>
                  <a:pt x="6801560" y="4194070"/>
                  <a:pt x="6803453" y="4199462"/>
                </a:cubicBezTo>
                <a:cubicBezTo>
                  <a:pt x="6803969" y="4199404"/>
                  <a:pt x="6804571" y="4199347"/>
                  <a:pt x="6805260" y="4199289"/>
                </a:cubicBezTo>
                <a:cubicBezTo>
                  <a:pt x="6805891" y="4199175"/>
                  <a:pt x="6806550" y="4199089"/>
                  <a:pt x="6807239" y="4199031"/>
                </a:cubicBezTo>
                <a:cubicBezTo>
                  <a:pt x="6807870" y="4198974"/>
                  <a:pt x="6808443" y="4198917"/>
                  <a:pt x="6808960" y="4198859"/>
                </a:cubicBezTo>
                <a:cubicBezTo>
                  <a:pt x="6809476" y="4198802"/>
                  <a:pt x="6809877" y="4198773"/>
                  <a:pt x="6810164" y="4198773"/>
                </a:cubicBezTo>
                <a:lnTo>
                  <a:pt x="6810336" y="4198773"/>
                </a:lnTo>
                <a:cubicBezTo>
                  <a:pt x="6807755" y="4204968"/>
                  <a:pt x="6805159" y="4210690"/>
                  <a:pt x="6802550" y="4215938"/>
                </a:cubicBezTo>
                <a:cubicBezTo>
                  <a:pt x="6799940" y="4221187"/>
                  <a:pt x="6796985" y="4225733"/>
                  <a:pt x="6793687" y="4229576"/>
                </a:cubicBezTo>
                <a:cubicBezTo>
                  <a:pt x="6790389" y="4233419"/>
                  <a:pt x="6786632" y="4236416"/>
                  <a:pt x="6782416" y="4238567"/>
                </a:cubicBezTo>
                <a:cubicBezTo>
                  <a:pt x="6778200" y="4240718"/>
                  <a:pt x="6773224" y="4241794"/>
                  <a:pt x="6767488" y="4241794"/>
                </a:cubicBezTo>
                <a:cubicBezTo>
                  <a:pt x="6765709" y="4241794"/>
                  <a:pt x="6763788" y="4241665"/>
                  <a:pt x="6761723" y="4241407"/>
                </a:cubicBezTo>
                <a:cubicBezTo>
                  <a:pt x="6759658" y="4241149"/>
                  <a:pt x="6757507" y="4240704"/>
                  <a:pt x="6755270" y="4240073"/>
                </a:cubicBezTo>
                <a:cubicBezTo>
                  <a:pt x="6754753" y="4241392"/>
                  <a:pt x="6754395" y="4242697"/>
                  <a:pt x="6754194" y="4243988"/>
                </a:cubicBezTo>
                <a:cubicBezTo>
                  <a:pt x="6753994" y="4245279"/>
                  <a:pt x="6753893" y="4246440"/>
                  <a:pt x="6753893" y="4247473"/>
                </a:cubicBezTo>
                <a:cubicBezTo>
                  <a:pt x="6753893" y="4251717"/>
                  <a:pt x="6755212" y="4254987"/>
                  <a:pt x="6757851" y="4257281"/>
                </a:cubicBezTo>
                <a:cubicBezTo>
                  <a:pt x="6760490" y="4259576"/>
                  <a:pt x="6764218" y="4260723"/>
                  <a:pt x="6769037" y="4260723"/>
                </a:cubicBezTo>
                <a:cubicBezTo>
                  <a:pt x="6774428" y="4260723"/>
                  <a:pt x="6779462" y="4259203"/>
                  <a:pt x="6784137" y="4256163"/>
                </a:cubicBezTo>
                <a:cubicBezTo>
                  <a:pt x="6788811" y="4253123"/>
                  <a:pt x="6793228" y="4248878"/>
                  <a:pt x="6797387" y="4243429"/>
                </a:cubicBezTo>
                <a:cubicBezTo>
                  <a:pt x="6801546" y="4237979"/>
                  <a:pt x="6805518" y="4231455"/>
                  <a:pt x="6809304" y="4223854"/>
                </a:cubicBezTo>
                <a:cubicBezTo>
                  <a:pt x="6813090" y="4216254"/>
                  <a:pt x="6816818" y="4207894"/>
                  <a:pt x="6820489" y="4198773"/>
                </a:cubicBezTo>
                <a:cubicBezTo>
                  <a:pt x="6822898" y="4192808"/>
                  <a:pt x="6825322" y="4186527"/>
                  <a:pt x="6827760" y="4179930"/>
                </a:cubicBezTo>
                <a:cubicBezTo>
                  <a:pt x="6830197" y="4173334"/>
                  <a:pt x="6832678" y="4166508"/>
                  <a:pt x="6835202" y="4159452"/>
                </a:cubicBezTo>
                <a:cubicBezTo>
                  <a:pt x="6837726" y="4152397"/>
                  <a:pt x="6840322" y="4145169"/>
                  <a:pt x="6842989" y="4137770"/>
                </a:cubicBezTo>
                <a:cubicBezTo>
                  <a:pt x="6845656" y="4130370"/>
                  <a:pt x="6848424" y="4122885"/>
                  <a:pt x="6851292" y="4115313"/>
                </a:cubicBezTo>
                <a:cubicBezTo>
                  <a:pt x="6854504" y="4114969"/>
                  <a:pt x="6857200" y="4114496"/>
                  <a:pt x="6859380" y="4113893"/>
                </a:cubicBezTo>
                <a:cubicBezTo>
                  <a:pt x="6861559" y="4113291"/>
                  <a:pt x="6863294" y="4112560"/>
                  <a:pt x="6864585" y="4111699"/>
                </a:cubicBezTo>
                <a:cubicBezTo>
                  <a:pt x="6865876" y="4110839"/>
                  <a:pt x="6866794" y="4109878"/>
                  <a:pt x="6867339" y="4108817"/>
                </a:cubicBezTo>
                <a:cubicBezTo>
                  <a:pt x="6867883" y="4107756"/>
                  <a:pt x="6868156" y="4106594"/>
                  <a:pt x="6868156" y="4105332"/>
                </a:cubicBezTo>
                <a:cubicBezTo>
                  <a:pt x="6867181" y="4105447"/>
                  <a:pt x="6864743" y="4105676"/>
                  <a:pt x="6860843" y="4106021"/>
                </a:cubicBezTo>
                <a:cubicBezTo>
                  <a:pt x="6856942" y="4106365"/>
                  <a:pt x="6851263" y="4106537"/>
                  <a:pt x="6843806" y="4106537"/>
                </a:cubicBezTo>
                <a:cubicBezTo>
                  <a:pt x="6841856" y="4106537"/>
                  <a:pt x="6839762" y="4106523"/>
                  <a:pt x="6837525" y="4106494"/>
                </a:cubicBezTo>
                <a:cubicBezTo>
                  <a:pt x="6835288" y="4106465"/>
                  <a:pt x="6833195" y="4106422"/>
                  <a:pt x="6831244" y="4106365"/>
                </a:cubicBezTo>
                <a:cubicBezTo>
                  <a:pt x="6829294" y="4106307"/>
                  <a:pt x="6827602" y="4106250"/>
                  <a:pt x="6826168" y="4106193"/>
                </a:cubicBezTo>
                <a:cubicBezTo>
                  <a:pt x="6824734" y="4106135"/>
                  <a:pt x="6823816" y="4106078"/>
                  <a:pt x="6823415" y="4106021"/>
                </a:cubicBezTo>
                <a:lnTo>
                  <a:pt x="6821350" y="4113248"/>
                </a:lnTo>
                <a:cubicBezTo>
                  <a:pt x="6824505" y="4113535"/>
                  <a:pt x="6827086" y="4113793"/>
                  <a:pt x="6829093" y="4114022"/>
                </a:cubicBezTo>
                <a:cubicBezTo>
                  <a:pt x="6831101" y="4114252"/>
                  <a:pt x="6832664" y="4114582"/>
                  <a:pt x="6833783" y="4115012"/>
                </a:cubicBezTo>
                <a:cubicBezTo>
                  <a:pt x="6834901" y="4115442"/>
                  <a:pt x="6835661" y="4116001"/>
                  <a:pt x="6836063" y="4116690"/>
                </a:cubicBezTo>
                <a:cubicBezTo>
                  <a:pt x="6836464" y="4117378"/>
                  <a:pt x="6836665" y="4118296"/>
                  <a:pt x="6836665" y="4119443"/>
                </a:cubicBezTo>
                <a:cubicBezTo>
                  <a:pt x="6836665" y="4120992"/>
                  <a:pt x="6836392" y="4123071"/>
                  <a:pt x="6835848" y="4125681"/>
                </a:cubicBezTo>
                <a:cubicBezTo>
                  <a:pt x="6835303" y="4128291"/>
                  <a:pt x="6834557" y="4131231"/>
                  <a:pt x="6833610" y="4134500"/>
                </a:cubicBezTo>
                <a:cubicBezTo>
                  <a:pt x="6832664" y="4137770"/>
                  <a:pt x="6831574" y="4141255"/>
                  <a:pt x="6830341" y="4144954"/>
                </a:cubicBezTo>
                <a:cubicBezTo>
                  <a:pt x="6829108" y="4148654"/>
                  <a:pt x="6827817" y="4152397"/>
                  <a:pt x="6826469" y="4156183"/>
                </a:cubicBezTo>
                <a:cubicBezTo>
                  <a:pt x="6825121" y="4159969"/>
                  <a:pt x="6823773" y="4163683"/>
                  <a:pt x="6822425" y="4167325"/>
                </a:cubicBezTo>
                <a:cubicBezTo>
                  <a:pt x="6821077" y="4170967"/>
                  <a:pt x="6819801" y="4174337"/>
                  <a:pt x="6818596" y="4177435"/>
                </a:cubicBezTo>
                <a:lnTo>
                  <a:pt x="6817908" y="4177435"/>
                </a:lnTo>
                <a:cubicBezTo>
                  <a:pt x="6815269" y="4169978"/>
                  <a:pt x="6812616" y="4162722"/>
                  <a:pt x="6809949" y="4155666"/>
                </a:cubicBezTo>
                <a:cubicBezTo>
                  <a:pt x="6807282" y="4148611"/>
                  <a:pt x="6804729" y="4141972"/>
                  <a:pt x="6802291" y="4135748"/>
                </a:cubicBezTo>
                <a:cubicBezTo>
                  <a:pt x="6799854" y="4129524"/>
                  <a:pt x="6797602" y="4123831"/>
                  <a:pt x="6795537" y="4118669"/>
                </a:cubicBezTo>
                <a:cubicBezTo>
                  <a:pt x="6793415" y="4113564"/>
                  <a:pt x="6791637" y="4109233"/>
                  <a:pt x="6790203" y="4105676"/>
                </a:cubicBezTo>
                <a:cubicBezTo>
                  <a:pt x="6788998" y="4105791"/>
                  <a:pt x="6787550" y="4105877"/>
                  <a:pt x="6785858" y="4105935"/>
                </a:cubicBezTo>
                <a:cubicBezTo>
                  <a:pt x="6784165" y="4105992"/>
                  <a:pt x="6782028" y="4106021"/>
                  <a:pt x="6779447" y="4106021"/>
                </a:cubicBezTo>
                <a:cubicBezTo>
                  <a:pt x="6776637" y="4106021"/>
                  <a:pt x="6773926" y="4105992"/>
                  <a:pt x="6771317" y="4105935"/>
                </a:cubicBezTo>
                <a:cubicBezTo>
                  <a:pt x="6768707" y="4105877"/>
                  <a:pt x="6766369" y="4105820"/>
                  <a:pt x="6764304" y="4105763"/>
                </a:cubicBezTo>
                <a:cubicBezTo>
                  <a:pt x="6762239" y="4105705"/>
                  <a:pt x="6760518" y="4105633"/>
                  <a:pt x="6759142" y="4105547"/>
                </a:cubicBezTo>
                <a:cubicBezTo>
                  <a:pt x="6757765" y="4105461"/>
                  <a:pt x="6756876" y="4105390"/>
                  <a:pt x="6756474" y="4105332"/>
                </a:cubicBezTo>
                <a:lnTo>
                  <a:pt x="6755466" y="4108948"/>
                </a:lnTo>
                <a:lnTo>
                  <a:pt x="6753693" y="4106107"/>
                </a:lnTo>
                <a:cubicBezTo>
                  <a:pt x="6752489" y="4104845"/>
                  <a:pt x="6750983" y="4103827"/>
                  <a:pt x="6749176" y="4103052"/>
                </a:cubicBezTo>
                <a:cubicBezTo>
                  <a:pt x="6747369" y="4102278"/>
                  <a:pt x="6745232" y="4101891"/>
                  <a:pt x="6742766" y="4101891"/>
                </a:cubicBezTo>
                <a:cubicBezTo>
                  <a:pt x="6740357" y="4101891"/>
                  <a:pt x="6738077" y="4102307"/>
                  <a:pt x="6735926" y="4103138"/>
                </a:cubicBezTo>
                <a:cubicBezTo>
                  <a:pt x="6733775" y="4103970"/>
                  <a:pt x="6731595" y="4105232"/>
                  <a:pt x="6729387" y="4106924"/>
                </a:cubicBezTo>
                <a:cubicBezTo>
                  <a:pt x="6727178" y="4108616"/>
                  <a:pt x="6724841" y="4110753"/>
                  <a:pt x="6722374" y="4113334"/>
                </a:cubicBezTo>
                <a:cubicBezTo>
                  <a:pt x="6719908" y="4115915"/>
                  <a:pt x="6717154" y="4118927"/>
                  <a:pt x="6714114" y="4122368"/>
                </a:cubicBezTo>
                <a:lnTo>
                  <a:pt x="6713082" y="4122196"/>
                </a:lnTo>
                <a:cubicBezTo>
                  <a:pt x="6713254" y="4115428"/>
                  <a:pt x="6713598" y="4108946"/>
                  <a:pt x="6714114" y="4102751"/>
                </a:cubicBezTo>
                <a:close/>
                <a:moveTo>
                  <a:pt x="6626841" y="4101891"/>
                </a:moveTo>
                <a:cubicBezTo>
                  <a:pt x="6625521" y="4102350"/>
                  <a:pt x="6623743" y="4102909"/>
                  <a:pt x="6621506" y="4103568"/>
                </a:cubicBezTo>
                <a:cubicBezTo>
                  <a:pt x="6619269" y="4104228"/>
                  <a:pt x="6616644" y="4104902"/>
                  <a:pt x="6613633" y="4105590"/>
                </a:cubicBezTo>
                <a:cubicBezTo>
                  <a:pt x="6610621" y="4106279"/>
                  <a:pt x="6607323" y="4106938"/>
                  <a:pt x="6603738" y="4107569"/>
                </a:cubicBezTo>
                <a:cubicBezTo>
                  <a:pt x="6600153" y="4108200"/>
                  <a:pt x="6596382" y="4108717"/>
                  <a:pt x="6592424" y="4109118"/>
                </a:cubicBezTo>
                <a:lnTo>
                  <a:pt x="6590703" y="4116174"/>
                </a:lnTo>
                <a:cubicBezTo>
                  <a:pt x="6594202" y="4116174"/>
                  <a:pt x="6596970" y="4116217"/>
                  <a:pt x="6599006" y="4116303"/>
                </a:cubicBezTo>
                <a:cubicBezTo>
                  <a:pt x="6601043" y="4116389"/>
                  <a:pt x="6602591" y="4116690"/>
                  <a:pt x="6603652" y="4117206"/>
                </a:cubicBezTo>
                <a:cubicBezTo>
                  <a:pt x="6604713" y="4117722"/>
                  <a:pt x="6605402" y="4118497"/>
                  <a:pt x="6605717" y="4119529"/>
                </a:cubicBezTo>
                <a:cubicBezTo>
                  <a:pt x="6606033" y="4120562"/>
                  <a:pt x="6606248" y="4122024"/>
                  <a:pt x="6606363" y="4123917"/>
                </a:cubicBezTo>
                <a:cubicBezTo>
                  <a:pt x="6606535" y="4126097"/>
                  <a:pt x="6606692" y="4130084"/>
                  <a:pt x="6606836" y="4135877"/>
                </a:cubicBezTo>
                <a:cubicBezTo>
                  <a:pt x="6606979" y="4141670"/>
                  <a:pt x="6607051" y="4149013"/>
                  <a:pt x="6607051" y="4157904"/>
                </a:cubicBezTo>
                <a:lnTo>
                  <a:pt x="6607051" y="4164959"/>
                </a:lnTo>
                <a:cubicBezTo>
                  <a:pt x="6607051" y="4167598"/>
                  <a:pt x="6607022" y="4170365"/>
                  <a:pt x="6606965" y="4173262"/>
                </a:cubicBezTo>
                <a:cubicBezTo>
                  <a:pt x="6606907" y="4176159"/>
                  <a:pt x="6606821" y="4179070"/>
                  <a:pt x="6606707" y="4181995"/>
                </a:cubicBezTo>
                <a:cubicBezTo>
                  <a:pt x="6606592" y="4184920"/>
                  <a:pt x="6606420" y="4187702"/>
                  <a:pt x="6606191" y="4190341"/>
                </a:cubicBezTo>
                <a:cubicBezTo>
                  <a:pt x="6602749" y="4190800"/>
                  <a:pt x="6600096" y="4191488"/>
                  <a:pt x="6598232" y="4192406"/>
                </a:cubicBezTo>
                <a:cubicBezTo>
                  <a:pt x="6596367" y="4193324"/>
                  <a:pt x="6595005" y="4194270"/>
                  <a:pt x="6594145" y="4195246"/>
                </a:cubicBezTo>
                <a:cubicBezTo>
                  <a:pt x="6593284" y="4196221"/>
                  <a:pt x="6592782" y="4197153"/>
                  <a:pt x="6592639" y="4198042"/>
                </a:cubicBezTo>
                <a:cubicBezTo>
                  <a:pt x="6592496" y="4198931"/>
                  <a:pt x="6592424" y="4199576"/>
                  <a:pt x="6592424" y="4199978"/>
                </a:cubicBezTo>
                <a:cubicBezTo>
                  <a:pt x="6592654" y="4199920"/>
                  <a:pt x="6593485" y="4199820"/>
                  <a:pt x="6594919" y="4199677"/>
                </a:cubicBezTo>
                <a:cubicBezTo>
                  <a:pt x="6596353" y="4199533"/>
                  <a:pt x="6598203" y="4199404"/>
                  <a:pt x="6600469" y="4199289"/>
                </a:cubicBezTo>
                <a:cubicBezTo>
                  <a:pt x="6602734" y="4199175"/>
                  <a:pt x="6605373" y="4199060"/>
                  <a:pt x="6608385" y="4198945"/>
                </a:cubicBezTo>
                <a:cubicBezTo>
                  <a:pt x="6611396" y="4198831"/>
                  <a:pt x="6614594" y="4198773"/>
                  <a:pt x="6617978" y="4198773"/>
                </a:cubicBezTo>
                <a:cubicBezTo>
                  <a:pt x="6620674" y="4198773"/>
                  <a:pt x="6623485" y="4198802"/>
                  <a:pt x="6626410" y="4198859"/>
                </a:cubicBezTo>
                <a:cubicBezTo>
                  <a:pt x="6629335" y="4198917"/>
                  <a:pt x="6632089" y="4198988"/>
                  <a:pt x="6634670" y="4199074"/>
                </a:cubicBezTo>
                <a:cubicBezTo>
                  <a:pt x="6637251" y="4199160"/>
                  <a:pt x="6639474" y="4199261"/>
                  <a:pt x="6641338" y="4199376"/>
                </a:cubicBezTo>
                <a:cubicBezTo>
                  <a:pt x="6643203" y="4199490"/>
                  <a:pt x="6644393" y="4199576"/>
                  <a:pt x="6644909" y="4199634"/>
                </a:cubicBezTo>
                <a:lnTo>
                  <a:pt x="6648007" y="4192406"/>
                </a:lnTo>
                <a:cubicBezTo>
                  <a:pt x="6643303" y="4192005"/>
                  <a:pt x="6639646" y="4191646"/>
                  <a:pt x="6637036" y="4191331"/>
                </a:cubicBezTo>
                <a:cubicBezTo>
                  <a:pt x="6634426" y="4191015"/>
                  <a:pt x="6632490" y="4190571"/>
                  <a:pt x="6631229" y="4189997"/>
                </a:cubicBezTo>
                <a:cubicBezTo>
                  <a:pt x="6629967" y="4189423"/>
                  <a:pt x="6629192" y="4188692"/>
                  <a:pt x="6628906" y="4187803"/>
                </a:cubicBezTo>
                <a:cubicBezTo>
                  <a:pt x="6628619" y="4186914"/>
                  <a:pt x="6628447" y="4185695"/>
                  <a:pt x="6628389" y="4184146"/>
                </a:cubicBezTo>
                <a:cubicBezTo>
                  <a:pt x="6628274" y="4182884"/>
                  <a:pt x="6628188" y="4181436"/>
                  <a:pt x="6628131" y="4179801"/>
                </a:cubicBezTo>
                <a:cubicBezTo>
                  <a:pt x="6628074" y="4178166"/>
                  <a:pt x="6628031" y="4176245"/>
                  <a:pt x="6628002" y="4174036"/>
                </a:cubicBezTo>
                <a:cubicBezTo>
                  <a:pt x="6627973" y="4171828"/>
                  <a:pt x="6627945" y="4169304"/>
                  <a:pt x="6627916" y="4166465"/>
                </a:cubicBezTo>
                <a:cubicBezTo>
                  <a:pt x="6627888" y="4163625"/>
                  <a:pt x="6627873" y="4160399"/>
                  <a:pt x="6627873" y="4156785"/>
                </a:cubicBezTo>
                <a:lnTo>
                  <a:pt x="6627873" y="4143363"/>
                </a:lnTo>
                <a:cubicBezTo>
                  <a:pt x="6627873" y="4139462"/>
                  <a:pt x="6627931" y="4135848"/>
                  <a:pt x="6628045" y="4132521"/>
                </a:cubicBezTo>
                <a:cubicBezTo>
                  <a:pt x="6630110" y="4129080"/>
                  <a:pt x="6632577" y="4126269"/>
                  <a:pt x="6635445" y="4124089"/>
                </a:cubicBezTo>
                <a:cubicBezTo>
                  <a:pt x="6638313" y="4121910"/>
                  <a:pt x="6641640" y="4120820"/>
                  <a:pt x="6645425" y="4120820"/>
                </a:cubicBezTo>
                <a:cubicBezTo>
                  <a:pt x="6647835" y="4120820"/>
                  <a:pt x="6650014" y="4121408"/>
                  <a:pt x="6651965" y="4122584"/>
                </a:cubicBezTo>
                <a:cubicBezTo>
                  <a:pt x="6653915" y="4123759"/>
                  <a:pt x="6655234" y="4125810"/>
                  <a:pt x="6655922" y="4128736"/>
                </a:cubicBezTo>
                <a:cubicBezTo>
                  <a:pt x="6658561" y="4128736"/>
                  <a:pt x="6660855" y="4128363"/>
                  <a:pt x="6662806" y="4127617"/>
                </a:cubicBezTo>
                <a:cubicBezTo>
                  <a:pt x="6664756" y="4126871"/>
                  <a:pt x="6666376" y="4125882"/>
                  <a:pt x="6667667" y="4124649"/>
                </a:cubicBezTo>
                <a:cubicBezTo>
                  <a:pt x="6668958" y="4123415"/>
                  <a:pt x="6669933" y="4121996"/>
                  <a:pt x="6670593" y="4120390"/>
                </a:cubicBezTo>
                <a:cubicBezTo>
                  <a:pt x="6671252" y="4118783"/>
                  <a:pt x="6671582" y="4117120"/>
                  <a:pt x="6671582" y="4115399"/>
                </a:cubicBezTo>
                <a:cubicBezTo>
                  <a:pt x="6671582" y="4113736"/>
                  <a:pt x="6671281" y="4112087"/>
                  <a:pt x="6670679" y="4110452"/>
                </a:cubicBezTo>
                <a:cubicBezTo>
                  <a:pt x="6670076" y="4108817"/>
                  <a:pt x="6669173" y="4107369"/>
                  <a:pt x="6667968" y="4106107"/>
                </a:cubicBezTo>
                <a:cubicBezTo>
                  <a:pt x="6666763" y="4104845"/>
                  <a:pt x="6665258" y="4103827"/>
                  <a:pt x="6663451" y="4103052"/>
                </a:cubicBezTo>
                <a:cubicBezTo>
                  <a:pt x="6661644" y="4102278"/>
                  <a:pt x="6659507" y="4101891"/>
                  <a:pt x="6657041" y="4101891"/>
                </a:cubicBezTo>
                <a:cubicBezTo>
                  <a:pt x="6654632" y="4101891"/>
                  <a:pt x="6652352" y="4102307"/>
                  <a:pt x="6650201" y="4103138"/>
                </a:cubicBezTo>
                <a:cubicBezTo>
                  <a:pt x="6648050" y="4103970"/>
                  <a:pt x="6645870" y="4105232"/>
                  <a:pt x="6643662" y="4106924"/>
                </a:cubicBezTo>
                <a:cubicBezTo>
                  <a:pt x="6641453" y="4108616"/>
                  <a:pt x="6639116" y="4110753"/>
                  <a:pt x="6636649" y="4113334"/>
                </a:cubicBezTo>
                <a:cubicBezTo>
                  <a:pt x="6634183" y="4115915"/>
                  <a:pt x="6631429" y="4118927"/>
                  <a:pt x="6628389" y="4122368"/>
                </a:cubicBezTo>
                <a:lnTo>
                  <a:pt x="6627357" y="4122196"/>
                </a:lnTo>
                <a:cubicBezTo>
                  <a:pt x="6627529" y="4115428"/>
                  <a:pt x="6627873" y="4108946"/>
                  <a:pt x="6628389" y="4102751"/>
                </a:cubicBezTo>
                <a:close/>
                <a:moveTo>
                  <a:pt x="6540220" y="4101891"/>
                </a:moveTo>
                <a:cubicBezTo>
                  <a:pt x="6533853" y="4101891"/>
                  <a:pt x="6527572" y="4103009"/>
                  <a:pt x="6521377" y="4105246"/>
                </a:cubicBezTo>
                <a:cubicBezTo>
                  <a:pt x="6515182" y="4107483"/>
                  <a:pt x="6509633" y="4110882"/>
                  <a:pt x="6504728" y="4115442"/>
                </a:cubicBezTo>
                <a:cubicBezTo>
                  <a:pt x="6499824" y="4120002"/>
                  <a:pt x="6495866" y="4125724"/>
                  <a:pt x="6492855" y="4132607"/>
                </a:cubicBezTo>
                <a:cubicBezTo>
                  <a:pt x="6489843" y="4139491"/>
                  <a:pt x="6488337" y="4147579"/>
                  <a:pt x="6488337" y="4156871"/>
                </a:cubicBezTo>
                <a:cubicBezTo>
                  <a:pt x="6488337" y="4165188"/>
                  <a:pt x="6489542" y="4172201"/>
                  <a:pt x="6491951" y="4177908"/>
                </a:cubicBezTo>
                <a:cubicBezTo>
                  <a:pt x="6494360" y="4183616"/>
                  <a:pt x="6497515" y="4188233"/>
                  <a:pt x="6501416" y="4191761"/>
                </a:cubicBezTo>
                <a:cubicBezTo>
                  <a:pt x="6505316" y="4195289"/>
                  <a:pt x="6509733" y="4197827"/>
                  <a:pt x="6514666" y="4199376"/>
                </a:cubicBezTo>
                <a:cubicBezTo>
                  <a:pt x="6519599" y="4200924"/>
                  <a:pt x="6524589" y="4201699"/>
                  <a:pt x="6529637" y="4201699"/>
                </a:cubicBezTo>
                <a:cubicBezTo>
                  <a:pt x="6543977" y="4201699"/>
                  <a:pt x="6558260" y="4195963"/>
                  <a:pt x="6572486" y="4184490"/>
                </a:cubicBezTo>
                <a:lnTo>
                  <a:pt x="6569044" y="4178812"/>
                </a:lnTo>
                <a:cubicBezTo>
                  <a:pt x="6566348" y="4180188"/>
                  <a:pt x="6563896" y="4181335"/>
                  <a:pt x="6561688" y="4182253"/>
                </a:cubicBezTo>
                <a:cubicBezTo>
                  <a:pt x="6559479" y="4183171"/>
                  <a:pt x="6557385" y="4183917"/>
                  <a:pt x="6555407" y="4184490"/>
                </a:cubicBezTo>
                <a:cubicBezTo>
                  <a:pt x="6553428" y="4185064"/>
                  <a:pt x="6551492" y="4185465"/>
                  <a:pt x="6549599" y="4185695"/>
                </a:cubicBezTo>
                <a:cubicBezTo>
                  <a:pt x="6547706" y="4185924"/>
                  <a:pt x="6545755" y="4186039"/>
                  <a:pt x="6543748" y="4186039"/>
                </a:cubicBezTo>
                <a:cubicBezTo>
                  <a:pt x="6538758" y="4186039"/>
                  <a:pt x="6534212" y="4185351"/>
                  <a:pt x="6530110" y="4183974"/>
                </a:cubicBezTo>
                <a:cubicBezTo>
                  <a:pt x="6526009" y="4182597"/>
                  <a:pt x="6522481" y="4180432"/>
                  <a:pt x="6519527" y="4177478"/>
                </a:cubicBezTo>
                <a:cubicBezTo>
                  <a:pt x="6516573" y="4174524"/>
                  <a:pt x="6514250" y="4170709"/>
                  <a:pt x="6512558" y="4166034"/>
                </a:cubicBezTo>
                <a:cubicBezTo>
                  <a:pt x="6510866" y="4161360"/>
                  <a:pt x="6509905" y="4155695"/>
                  <a:pt x="6509676" y="4149041"/>
                </a:cubicBezTo>
                <a:lnTo>
                  <a:pt x="6567839" y="4146632"/>
                </a:lnTo>
                <a:cubicBezTo>
                  <a:pt x="6568470" y="4144166"/>
                  <a:pt x="6568972" y="4141713"/>
                  <a:pt x="6569345" y="4139276"/>
                </a:cubicBezTo>
                <a:cubicBezTo>
                  <a:pt x="6569718" y="4136838"/>
                  <a:pt x="6569904" y="4134328"/>
                  <a:pt x="6569904" y="4131747"/>
                </a:cubicBezTo>
                <a:cubicBezTo>
                  <a:pt x="6569904" y="4127732"/>
                  <a:pt x="6569402" y="4123917"/>
                  <a:pt x="6568399" y="4120303"/>
                </a:cubicBezTo>
                <a:cubicBezTo>
                  <a:pt x="6567395" y="4116690"/>
                  <a:pt x="6565746" y="4113521"/>
                  <a:pt x="6563451" y="4110796"/>
                </a:cubicBezTo>
                <a:cubicBezTo>
                  <a:pt x="6561157" y="4108071"/>
                  <a:pt x="6558102" y="4105906"/>
                  <a:pt x="6554288" y="4104300"/>
                </a:cubicBezTo>
                <a:cubicBezTo>
                  <a:pt x="6550473" y="4102694"/>
                  <a:pt x="6545784" y="4101891"/>
                  <a:pt x="6540220" y="4101891"/>
                </a:cubicBezTo>
                <a:close/>
                <a:moveTo>
                  <a:pt x="6141066" y="4101891"/>
                </a:moveTo>
                <a:cubicBezTo>
                  <a:pt x="6139746" y="4102350"/>
                  <a:pt x="6137968" y="4102909"/>
                  <a:pt x="6135731" y="4103568"/>
                </a:cubicBezTo>
                <a:cubicBezTo>
                  <a:pt x="6133494" y="4104228"/>
                  <a:pt x="6130870" y="4104902"/>
                  <a:pt x="6127858" y="4105590"/>
                </a:cubicBezTo>
                <a:cubicBezTo>
                  <a:pt x="6124847" y="4106279"/>
                  <a:pt x="6121548" y="4106938"/>
                  <a:pt x="6117964" y="4107569"/>
                </a:cubicBezTo>
                <a:cubicBezTo>
                  <a:pt x="6114378" y="4108200"/>
                  <a:pt x="6110607" y="4108717"/>
                  <a:pt x="6106649" y="4109118"/>
                </a:cubicBezTo>
                <a:lnTo>
                  <a:pt x="6104928" y="4116174"/>
                </a:lnTo>
                <a:cubicBezTo>
                  <a:pt x="6108427" y="4116174"/>
                  <a:pt x="6111195" y="4116217"/>
                  <a:pt x="6113231" y="4116303"/>
                </a:cubicBezTo>
                <a:cubicBezTo>
                  <a:pt x="6115268" y="4116389"/>
                  <a:pt x="6116816" y="4116690"/>
                  <a:pt x="6117878" y="4117206"/>
                </a:cubicBezTo>
                <a:cubicBezTo>
                  <a:pt x="6118939" y="4117722"/>
                  <a:pt x="6119627" y="4118497"/>
                  <a:pt x="6119943" y="4119529"/>
                </a:cubicBezTo>
                <a:cubicBezTo>
                  <a:pt x="6120258" y="4120562"/>
                  <a:pt x="6120473" y="4122024"/>
                  <a:pt x="6120588" y="4123917"/>
                </a:cubicBezTo>
                <a:cubicBezTo>
                  <a:pt x="6120760" y="4126097"/>
                  <a:pt x="6120918" y="4130084"/>
                  <a:pt x="6121061" y="4135877"/>
                </a:cubicBezTo>
                <a:cubicBezTo>
                  <a:pt x="6121204" y="4141670"/>
                  <a:pt x="6121276" y="4149013"/>
                  <a:pt x="6121276" y="4157904"/>
                </a:cubicBezTo>
                <a:lnTo>
                  <a:pt x="6121276" y="4164959"/>
                </a:lnTo>
                <a:cubicBezTo>
                  <a:pt x="6121276" y="4167598"/>
                  <a:pt x="6121247" y="4170365"/>
                  <a:pt x="6121190" y="4173262"/>
                </a:cubicBezTo>
                <a:cubicBezTo>
                  <a:pt x="6121133" y="4176159"/>
                  <a:pt x="6121047" y="4179070"/>
                  <a:pt x="6120932" y="4181995"/>
                </a:cubicBezTo>
                <a:cubicBezTo>
                  <a:pt x="6120817" y="4184920"/>
                  <a:pt x="6120645" y="4187702"/>
                  <a:pt x="6120416" y="4190341"/>
                </a:cubicBezTo>
                <a:cubicBezTo>
                  <a:pt x="6116974" y="4190800"/>
                  <a:pt x="6114321" y="4191488"/>
                  <a:pt x="6112457" y="4192406"/>
                </a:cubicBezTo>
                <a:cubicBezTo>
                  <a:pt x="6110593" y="4193324"/>
                  <a:pt x="6109230" y="4194270"/>
                  <a:pt x="6108370" y="4195246"/>
                </a:cubicBezTo>
                <a:cubicBezTo>
                  <a:pt x="6107509" y="4196221"/>
                  <a:pt x="6107007" y="4197153"/>
                  <a:pt x="6106864" y="4198042"/>
                </a:cubicBezTo>
                <a:cubicBezTo>
                  <a:pt x="6106721" y="4198931"/>
                  <a:pt x="6106649" y="4199576"/>
                  <a:pt x="6106649" y="4199978"/>
                </a:cubicBezTo>
                <a:cubicBezTo>
                  <a:pt x="6106879" y="4199920"/>
                  <a:pt x="6107710" y="4199820"/>
                  <a:pt x="6109145" y="4199677"/>
                </a:cubicBezTo>
                <a:cubicBezTo>
                  <a:pt x="6110578" y="4199533"/>
                  <a:pt x="6112428" y="4199404"/>
                  <a:pt x="6114694" y="4199289"/>
                </a:cubicBezTo>
                <a:cubicBezTo>
                  <a:pt x="6116960" y="4199175"/>
                  <a:pt x="6119599" y="4199060"/>
                  <a:pt x="6122610" y="4198945"/>
                </a:cubicBezTo>
                <a:cubicBezTo>
                  <a:pt x="6125621" y="4198831"/>
                  <a:pt x="6128819" y="4198773"/>
                  <a:pt x="6132204" y="4198773"/>
                </a:cubicBezTo>
                <a:cubicBezTo>
                  <a:pt x="6134899" y="4198773"/>
                  <a:pt x="6137710" y="4198802"/>
                  <a:pt x="6140636" y="4198859"/>
                </a:cubicBezTo>
                <a:cubicBezTo>
                  <a:pt x="6143561" y="4198917"/>
                  <a:pt x="6146314" y="4198988"/>
                  <a:pt x="6148896" y="4199074"/>
                </a:cubicBezTo>
                <a:cubicBezTo>
                  <a:pt x="6151477" y="4199160"/>
                  <a:pt x="6153699" y="4199261"/>
                  <a:pt x="6155564" y="4199376"/>
                </a:cubicBezTo>
                <a:cubicBezTo>
                  <a:pt x="6157428" y="4199490"/>
                  <a:pt x="6158618" y="4199576"/>
                  <a:pt x="6159134" y="4199634"/>
                </a:cubicBezTo>
                <a:lnTo>
                  <a:pt x="6162232" y="4192406"/>
                </a:lnTo>
                <a:cubicBezTo>
                  <a:pt x="6157528" y="4192005"/>
                  <a:pt x="6153871" y="4191646"/>
                  <a:pt x="6151262" y="4191331"/>
                </a:cubicBezTo>
                <a:cubicBezTo>
                  <a:pt x="6148651" y="4191015"/>
                  <a:pt x="6146715" y="4190571"/>
                  <a:pt x="6145454" y="4189997"/>
                </a:cubicBezTo>
                <a:cubicBezTo>
                  <a:pt x="6144192" y="4189423"/>
                  <a:pt x="6143417" y="4188692"/>
                  <a:pt x="6143131" y="4187803"/>
                </a:cubicBezTo>
                <a:cubicBezTo>
                  <a:pt x="6142844" y="4186914"/>
                  <a:pt x="6142672" y="4185695"/>
                  <a:pt x="6142615" y="4184146"/>
                </a:cubicBezTo>
                <a:cubicBezTo>
                  <a:pt x="6142499" y="4182884"/>
                  <a:pt x="6142413" y="4181436"/>
                  <a:pt x="6142356" y="4179801"/>
                </a:cubicBezTo>
                <a:cubicBezTo>
                  <a:pt x="6142299" y="4178166"/>
                  <a:pt x="6142256" y="4176245"/>
                  <a:pt x="6142227" y="4174036"/>
                </a:cubicBezTo>
                <a:cubicBezTo>
                  <a:pt x="6142198" y="4171828"/>
                  <a:pt x="6142170" y="4169304"/>
                  <a:pt x="6142141" y="4166465"/>
                </a:cubicBezTo>
                <a:cubicBezTo>
                  <a:pt x="6142113" y="4163625"/>
                  <a:pt x="6142098" y="4160399"/>
                  <a:pt x="6142098" y="4156785"/>
                </a:cubicBezTo>
                <a:lnTo>
                  <a:pt x="6142098" y="4143363"/>
                </a:lnTo>
                <a:cubicBezTo>
                  <a:pt x="6142098" y="4139462"/>
                  <a:pt x="6142156" y="4135848"/>
                  <a:pt x="6142270" y="4132521"/>
                </a:cubicBezTo>
                <a:cubicBezTo>
                  <a:pt x="6144335" y="4129080"/>
                  <a:pt x="6146802" y="4126269"/>
                  <a:pt x="6149670" y="4124089"/>
                </a:cubicBezTo>
                <a:cubicBezTo>
                  <a:pt x="6152538" y="4121910"/>
                  <a:pt x="6155865" y="4120820"/>
                  <a:pt x="6159651" y="4120820"/>
                </a:cubicBezTo>
                <a:cubicBezTo>
                  <a:pt x="6162060" y="4120820"/>
                  <a:pt x="6164239" y="4121408"/>
                  <a:pt x="6166190" y="4122584"/>
                </a:cubicBezTo>
                <a:cubicBezTo>
                  <a:pt x="6168140" y="4123759"/>
                  <a:pt x="6169459" y="4125810"/>
                  <a:pt x="6170148" y="4128736"/>
                </a:cubicBezTo>
                <a:cubicBezTo>
                  <a:pt x="6172786" y="4128736"/>
                  <a:pt x="6175081" y="4128363"/>
                  <a:pt x="6177031" y="4127617"/>
                </a:cubicBezTo>
                <a:cubicBezTo>
                  <a:pt x="6178981" y="4126871"/>
                  <a:pt x="6180602" y="4125882"/>
                  <a:pt x="6181892" y="4124649"/>
                </a:cubicBezTo>
                <a:cubicBezTo>
                  <a:pt x="6183183" y="4123415"/>
                  <a:pt x="6184158" y="4121996"/>
                  <a:pt x="6184818" y="4120390"/>
                </a:cubicBezTo>
                <a:cubicBezTo>
                  <a:pt x="6185477" y="4118783"/>
                  <a:pt x="6185807" y="4117120"/>
                  <a:pt x="6185807" y="4115399"/>
                </a:cubicBezTo>
                <a:cubicBezTo>
                  <a:pt x="6185807" y="4113736"/>
                  <a:pt x="6185506" y="4112087"/>
                  <a:pt x="6184904" y="4110452"/>
                </a:cubicBezTo>
                <a:cubicBezTo>
                  <a:pt x="6184301" y="4108817"/>
                  <a:pt x="6183398" y="4107369"/>
                  <a:pt x="6182194" y="4106107"/>
                </a:cubicBezTo>
                <a:cubicBezTo>
                  <a:pt x="6180989" y="4104845"/>
                  <a:pt x="6179483" y="4103827"/>
                  <a:pt x="6177676" y="4103052"/>
                </a:cubicBezTo>
                <a:cubicBezTo>
                  <a:pt x="6175869" y="4102278"/>
                  <a:pt x="6173732" y="4101891"/>
                  <a:pt x="6171266" y="4101891"/>
                </a:cubicBezTo>
                <a:cubicBezTo>
                  <a:pt x="6168857" y="4101891"/>
                  <a:pt x="6166577" y="4102307"/>
                  <a:pt x="6164426" y="4103138"/>
                </a:cubicBezTo>
                <a:cubicBezTo>
                  <a:pt x="6162275" y="4103970"/>
                  <a:pt x="6160095" y="4105232"/>
                  <a:pt x="6157887" y="4106924"/>
                </a:cubicBezTo>
                <a:cubicBezTo>
                  <a:pt x="6155678" y="4108616"/>
                  <a:pt x="6153341" y="4110753"/>
                  <a:pt x="6150875" y="4113334"/>
                </a:cubicBezTo>
                <a:cubicBezTo>
                  <a:pt x="6148408" y="4115915"/>
                  <a:pt x="6145654" y="4118927"/>
                  <a:pt x="6142615" y="4122368"/>
                </a:cubicBezTo>
                <a:lnTo>
                  <a:pt x="6141582" y="4122196"/>
                </a:lnTo>
                <a:cubicBezTo>
                  <a:pt x="6141754" y="4115428"/>
                  <a:pt x="6142098" y="4108946"/>
                  <a:pt x="6142615" y="4102751"/>
                </a:cubicBezTo>
                <a:close/>
                <a:moveTo>
                  <a:pt x="6063971" y="4101891"/>
                </a:moveTo>
                <a:cubicBezTo>
                  <a:pt x="6057604" y="4101891"/>
                  <a:pt x="6051322" y="4103009"/>
                  <a:pt x="6045127" y="4105246"/>
                </a:cubicBezTo>
                <a:cubicBezTo>
                  <a:pt x="6038933" y="4107483"/>
                  <a:pt x="6033383" y="4110882"/>
                  <a:pt x="6028479" y="4115442"/>
                </a:cubicBezTo>
                <a:cubicBezTo>
                  <a:pt x="6023574" y="4120002"/>
                  <a:pt x="6019617" y="4125724"/>
                  <a:pt x="6016605" y="4132607"/>
                </a:cubicBezTo>
                <a:cubicBezTo>
                  <a:pt x="6013593" y="4139491"/>
                  <a:pt x="6012088" y="4147579"/>
                  <a:pt x="6012088" y="4156871"/>
                </a:cubicBezTo>
                <a:cubicBezTo>
                  <a:pt x="6012088" y="4165188"/>
                  <a:pt x="6013292" y="4172201"/>
                  <a:pt x="6015701" y="4177908"/>
                </a:cubicBezTo>
                <a:cubicBezTo>
                  <a:pt x="6018111" y="4183616"/>
                  <a:pt x="6021265" y="4188233"/>
                  <a:pt x="6025166" y="4191761"/>
                </a:cubicBezTo>
                <a:cubicBezTo>
                  <a:pt x="6029066" y="4195289"/>
                  <a:pt x="6033483" y="4197827"/>
                  <a:pt x="6038416" y="4199376"/>
                </a:cubicBezTo>
                <a:cubicBezTo>
                  <a:pt x="6043349" y="4200924"/>
                  <a:pt x="6048340" y="4201699"/>
                  <a:pt x="6053387" y="4201699"/>
                </a:cubicBezTo>
                <a:cubicBezTo>
                  <a:pt x="6067727" y="4201699"/>
                  <a:pt x="6082010" y="4195963"/>
                  <a:pt x="6096236" y="4184490"/>
                </a:cubicBezTo>
                <a:lnTo>
                  <a:pt x="6092794" y="4178812"/>
                </a:lnTo>
                <a:cubicBezTo>
                  <a:pt x="6090098" y="4180188"/>
                  <a:pt x="6087646" y="4181335"/>
                  <a:pt x="6085438" y="4182253"/>
                </a:cubicBezTo>
                <a:cubicBezTo>
                  <a:pt x="6083229" y="4183171"/>
                  <a:pt x="6081136" y="4183917"/>
                  <a:pt x="6079157" y="4184490"/>
                </a:cubicBezTo>
                <a:cubicBezTo>
                  <a:pt x="6077178" y="4185064"/>
                  <a:pt x="6075242" y="4185465"/>
                  <a:pt x="6073349" y="4185695"/>
                </a:cubicBezTo>
                <a:cubicBezTo>
                  <a:pt x="6071456" y="4185924"/>
                  <a:pt x="6069506" y="4186039"/>
                  <a:pt x="6067498" y="4186039"/>
                </a:cubicBezTo>
                <a:cubicBezTo>
                  <a:pt x="6062508" y="4186039"/>
                  <a:pt x="6057962" y="4185351"/>
                  <a:pt x="6053861" y="4183974"/>
                </a:cubicBezTo>
                <a:cubicBezTo>
                  <a:pt x="6049759" y="4182597"/>
                  <a:pt x="6046232" y="4180432"/>
                  <a:pt x="6043278" y="4177478"/>
                </a:cubicBezTo>
                <a:cubicBezTo>
                  <a:pt x="6040323" y="4174524"/>
                  <a:pt x="6038000" y="4170709"/>
                  <a:pt x="6036308" y="4166034"/>
                </a:cubicBezTo>
                <a:cubicBezTo>
                  <a:pt x="6034616" y="4161360"/>
                  <a:pt x="6033655" y="4155695"/>
                  <a:pt x="6033426" y="4149041"/>
                </a:cubicBezTo>
                <a:lnTo>
                  <a:pt x="6091590" y="4146632"/>
                </a:lnTo>
                <a:cubicBezTo>
                  <a:pt x="6092221" y="4144166"/>
                  <a:pt x="6092722" y="4141713"/>
                  <a:pt x="6093095" y="4139276"/>
                </a:cubicBezTo>
                <a:cubicBezTo>
                  <a:pt x="6093468" y="4136838"/>
                  <a:pt x="6093655" y="4134328"/>
                  <a:pt x="6093655" y="4131747"/>
                </a:cubicBezTo>
                <a:cubicBezTo>
                  <a:pt x="6093655" y="4127732"/>
                  <a:pt x="6093152" y="4123917"/>
                  <a:pt x="6092149" y="4120303"/>
                </a:cubicBezTo>
                <a:cubicBezTo>
                  <a:pt x="6091145" y="4116690"/>
                  <a:pt x="6089496" y="4113521"/>
                  <a:pt x="6087202" y="4110796"/>
                </a:cubicBezTo>
                <a:cubicBezTo>
                  <a:pt x="6084907" y="4108071"/>
                  <a:pt x="6081853" y="4105906"/>
                  <a:pt x="6078038" y="4104300"/>
                </a:cubicBezTo>
                <a:cubicBezTo>
                  <a:pt x="6074223" y="4102694"/>
                  <a:pt x="6069534" y="4101891"/>
                  <a:pt x="6063971" y="4101891"/>
                </a:cubicBezTo>
                <a:close/>
                <a:moveTo>
                  <a:pt x="5862199" y="4101891"/>
                </a:moveTo>
                <a:cubicBezTo>
                  <a:pt x="5856979" y="4101891"/>
                  <a:pt x="5852032" y="4102608"/>
                  <a:pt x="5847357" y="4104042"/>
                </a:cubicBezTo>
                <a:cubicBezTo>
                  <a:pt x="5842682" y="4105476"/>
                  <a:pt x="5838581" y="4107526"/>
                  <a:pt x="5835053" y="4110194"/>
                </a:cubicBezTo>
                <a:cubicBezTo>
                  <a:pt x="5831525" y="4112861"/>
                  <a:pt x="5828715" y="4116073"/>
                  <a:pt x="5826621" y="4119830"/>
                </a:cubicBezTo>
                <a:cubicBezTo>
                  <a:pt x="5824527" y="4123587"/>
                  <a:pt x="5823480" y="4127789"/>
                  <a:pt x="5823481" y="4132435"/>
                </a:cubicBezTo>
                <a:cubicBezTo>
                  <a:pt x="5823480" y="4136680"/>
                  <a:pt x="5824326" y="4140279"/>
                  <a:pt x="5826019" y="4143234"/>
                </a:cubicBezTo>
                <a:cubicBezTo>
                  <a:pt x="5827712" y="4146188"/>
                  <a:pt x="5829933" y="4148740"/>
                  <a:pt x="5832687" y="4150891"/>
                </a:cubicBezTo>
                <a:cubicBezTo>
                  <a:pt x="5835440" y="4153042"/>
                  <a:pt x="5838537" y="4154921"/>
                  <a:pt x="5841979" y="4156527"/>
                </a:cubicBezTo>
                <a:cubicBezTo>
                  <a:pt x="5845421" y="4158133"/>
                  <a:pt x="5848891" y="4159653"/>
                  <a:pt x="5852390" y="4161087"/>
                </a:cubicBezTo>
                <a:cubicBezTo>
                  <a:pt x="5855316" y="4162406"/>
                  <a:pt x="5858098" y="4163683"/>
                  <a:pt x="5860736" y="4164916"/>
                </a:cubicBezTo>
                <a:cubicBezTo>
                  <a:pt x="5863375" y="4166149"/>
                  <a:pt x="5865684" y="4167497"/>
                  <a:pt x="5867663" y="4168960"/>
                </a:cubicBezTo>
                <a:cubicBezTo>
                  <a:pt x="5869641" y="4170423"/>
                  <a:pt x="5871205" y="4172057"/>
                  <a:pt x="5872352" y="4173864"/>
                </a:cubicBezTo>
                <a:cubicBezTo>
                  <a:pt x="5873499" y="4175671"/>
                  <a:pt x="5874073" y="4177808"/>
                  <a:pt x="5874073" y="4180274"/>
                </a:cubicBezTo>
                <a:cubicBezTo>
                  <a:pt x="5874073" y="4182282"/>
                  <a:pt x="5873700" y="4184046"/>
                  <a:pt x="5872954" y="4185566"/>
                </a:cubicBezTo>
                <a:cubicBezTo>
                  <a:pt x="5872209" y="4187086"/>
                  <a:pt x="5871147" y="4188362"/>
                  <a:pt x="5869771" y="4189395"/>
                </a:cubicBezTo>
                <a:cubicBezTo>
                  <a:pt x="5868394" y="4190427"/>
                  <a:pt x="5866745" y="4191216"/>
                  <a:pt x="5864823" y="4191761"/>
                </a:cubicBezTo>
                <a:cubicBezTo>
                  <a:pt x="5862902" y="4192306"/>
                  <a:pt x="5860794" y="4192578"/>
                  <a:pt x="5858500" y="4192578"/>
                </a:cubicBezTo>
                <a:cubicBezTo>
                  <a:pt x="5855631" y="4192578"/>
                  <a:pt x="5852763" y="4192134"/>
                  <a:pt x="5849896" y="4191245"/>
                </a:cubicBezTo>
                <a:cubicBezTo>
                  <a:pt x="5847027" y="4190355"/>
                  <a:pt x="5844388" y="4188921"/>
                  <a:pt x="5841979" y="4186942"/>
                </a:cubicBezTo>
                <a:cubicBezTo>
                  <a:pt x="5839570" y="4184964"/>
                  <a:pt x="5837534" y="4182411"/>
                  <a:pt x="5835870" y="4179285"/>
                </a:cubicBezTo>
                <a:cubicBezTo>
                  <a:pt x="5834207" y="4176159"/>
                  <a:pt x="5833174" y="4172330"/>
                  <a:pt x="5832773" y="4167798"/>
                </a:cubicBezTo>
                <a:lnTo>
                  <a:pt x="5826234" y="4168142"/>
                </a:lnTo>
                <a:cubicBezTo>
                  <a:pt x="5826005" y="4171756"/>
                  <a:pt x="5825832" y="4174825"/>
                  <a:pt x="5825718" y="4177349"/>
                </a:cubicBezTo>
                <a:cubicBezTo>
                  <a:pt x="5825603" y="4179873"/>
                  <a:pt x="5825517" y="4181966"/>
                  <a:pt x="5825460" y="4183630"/>
                </a:cubicBezTo>
                <a:cubicBezTo>
                  <a:pt x="5825345" y="4185293"/>
                  <a:pt x="5825273" y="4186555"/>
                  <a:pt x="5825244" y="4187416"/>
                </a:cubicBezTo>
                <a:cubicBezTo>
                  <a:pt x="5825216" y="4188276"/>
                  <a:pt x="5825201" y="4188850"/>
                  <a:pt x="5825201" y="4189137"/>
                </a:cubicBezTo>
                <a:cubicBezTo>
                  <a:pt x="5825201" y="4191431"/>
                  <a:pt x="5826004" y="4193381"/>
                  <a:pt x="5827611" y="4194987"/>
                </a:cubicBezTo>
                <a:cubicBezTo>
                  <a:pt x="5829217" y="4196594"/>
                  <a:pt x="5831325" y="4197884"/>
                  <a:pt x="5833935" y="4198859"/>
                </a:cubicBezTo>
                <a:cubicBezTo>
                  <a:pt x="5836545" y="4199834"/>
                  <a:pt x="5839484" y="4200551"/>
                  <a:pt x="5842754" y="4201010"/>
                </a:cubicBezTo>
                <a:cubicBezTo>
                  <a:pt x="5846023" y="4201469"/>
                  <a:pt x="5849293" y="4201699"/>
                  <a:pt x="5852563" y="4201699"/>
                </a:cubicBezTo>
                <a:cubicBezTo>
                  <a:pt x="5858700" y="4201699"/>
                  <a:pt x="5864293" y="4200982"/>
                  <a:pt x="5869341" y="4199548"/>
                </a:cubicBezTo>
                <a:cubicBezTo>
                  <a:pt x="5874388" y="4198114"/>
                  <a:pt x="5878705" y="4196092"/>
                  <a:pt x="5882290" y="4193482"/>
                </a:cubicBezTo>
                <a:cubicBezTo>
                  <a:pt x="5885875" y="4190872"/>
                  <a:pt x="5888642" y="4187760"/>
                  <a:pt x="5890593" y="4184146"/>
                </a:cubicBezTo>
                <a:cubicBezTo>
                  <a:pt x="5892543" y="4180532"/>
                  <a:pt x="5893518" y="4176517"/>
                  <a:pt x="5893518" y="4172100"/>
                </a:cubicBezTo>
                <a:cubicBezTo>
                  <a:pt x="5893518" y="4167970"/>
                  <a:pt x="5892672" y="4164414"/>
                  <a:pt x="5890980" y="4161431"/>
                </a:cubicBezTo>
                <a:cubicBezTo>
                  <a:pt x="5889288" y="4158448"/>
                  <a:pt x="5887094" y="4155853"/>
                  <a:pt x="5884398" y="4153644"/>
                </a:cubicBezTo>
                <a:cubicBezTo>
                  <a:pt x="5881702" y="4151436"/>
                  <a:pt x="5878662" y="4149515"/>
                  <a:pt x="5875278" y="4147880"/>
                </a:cubicBezTo>
                <a:cubicBezTo>
                  <a:pt x="5871893" y="4146245"/>
                  <a:pt x="5868509" y="4144682"/>
                  <a:pt x="5865125" y="4143190"/>
                </a:cubicBezTo>
                <a:cubicBezTo>
                  <a:pt x="5861568" y="4141756"/>
                  <a:pt x="5858327" y="4140365"/>
                  <a:pt x="5855402" y="4139017"/>
                </a:cubicBezTo>
                <a:cubicBezTo>
                  <a:pt x="5852476" y="4137669"/>
                  <a:pt x="5849981" y="4136250"/>
                  <a:pt x="5847917" y="4134758"/>
                </a:cubicBezTo>
                <a:cubicBezTo>
                  <a:pt x="5845851" y="4133267"/>
                  <a:pt x="5844245" y="4131604"/>
                  <a:pt x="5843099" y="4129768"/>
                </a:cubicBezTo>
                <a:cubicBezTo>
                  <a:pt x="5841951" y="4127933"/>
                  <a:pt x="5841377" y="4125810"/>
                  <a:pt x="5841377" y="4123401"/>
                </a:cubicBezTo>
                <a:cubicBezTo>
                  <a:pt x="5841377" y="4119673"/>
                  <a:pt x="5842682" y="4116733"/>
                  <a:pt x="5845293" y="4114582"/>
                </a:cubicBezTo>
                <a:cubicBezTo>
                  <a:pt x="5847902" y="4112431"/>
                  <a:pt x="5851472" y="4111355"/>
                  <a:pt x="5856004" y="4111355"/>
                </a:cubicBezTo>
                <a:cubicBezTo>
                  <a:pt x="5861166" y="4111355"/>
                  <a:pt x="5865268" y="4112861"/>
                  <a:pt x="5868308" y="4115872"/>
                </a:cubicBezTo>
                <a:cubicBezTo>
                  <a:pt x="5871348" y="4118884"/>
                  <a:pt x="5873614" y="4123172"/>
                  <a:pt x="5875105" y="4128736"/>
                </a:cubicBezTo>
                <a:cubicBezTo>
                  <a:pt x="5875679" y="4128850"/>
                  <a:pt x="5876339" y="4128936"/>
                  <a:pt x="5877085" y="4128994"/>
                </a:cubicBezTo>
                <a:cubicBezTo>
                  <a:pt x="5877831" y="4129051"/>
                  <a:pt x="5878489" y="4129080"/>
                  <a:pt x="5879064" y="4129080"/>
                </a:cubicBezTo>
                <a:cubicBezTo>
                  <a:pt x="5880612" y="4129080"/>
                  <a:pt x="5882118" y="4128908"/>
                  <a:pt x="5883580" y="4128563"/>
                </a:cubicBezTo>
                <a:cubicBezTo>
                  <a:pt x="5885044" y="4128219"/>
                  <a:pt x="5886348" y="4127674"/>
                  <a:pt x="5887495" y="4126929"/>
                </a:cubicBezTo>
                <a:cubicBezTo>
                  <a:pt x="5888642" y="4126183"/>
                  <a:pt x="5889560" y="4125222"/>
                  <a:pt x="5890249" y="4124046"/>
                </a:cubicBezTo>
                <a:cubicBezTo>
                  <a:pt x="5890937" y="4122870"/>
                  <a:pt x="5891281" y="4121451"/>
                  <a:pt x="5891281" y="4119787"/>
                </a:cubicBezTo>
                <a:cubicBezTo>
                  <a:pt x="5891281" y="4117493"/>
                  <a:pt x="5890592" y="4115270"/>
                  <a:pt x="5889216" y="4113119"/>
                </a:cubicBezTo>
                <a:cubicBezTo>
                  <a:pt x="5887839" y="4110968"/>
                  <a:pt x="5885875" y="4109061"/>
                  <a:pt x="5883322" y="4107397"/>
                </a:cubicBezTo>
                <a:cubicBezTo>
                  <a:pt x="5880770" y="4105734"/>
                  <a:pt x="5877701" y="4104400"/>
                  <a:pt x="5874116" y="4103396"/>
                </a:cubicBezTo>
                <a:cubicBezTo>
                  <a:pt x="5870531" y="4102393"/>
                  <a:pt x="5866558" y="4101891"/>
                  <a:pt x="5862199" y="4101891"/>
                </a:cubicBezTo>
                <a:close/>
                <a:moveTo>
                  <a:pt x="5731577" y="4101891"/>
                </a:moveTo>
                <a:cubicBezTo>
                  <a:pt x="5730257" y="4102350"/>
                  <a:pt x="5728451" y="4102909"/>
                  <a:pt x="5726156" y="4103568"/>
                </a:cubicBezTo>
                <a:cubicBezTo>
                  <a:pt x="5723862" y="4104228"/>
                  <a:pt x="5721224" y="4104902"/>
                  <a:pt x="5718241" y="4105590"/>
                </a:cubicBezTo>
                <a:cubicBezTo>
                  <a:pt x="5715258" y="4106279"/>
                  <a:pt x="5711974" y="4106938"/>
                  <a:pt x="5708389" y="4107569"/>
                </a:cubicBezTo>
                <a:cubicBezTo>
                  <a:pt x="5704803" y="4108200"/>
                  <a:pt x="5701061" y="4108717"/>
                  <a:pt x="5697160" y="4109118"/>
                </a:cubicBezTo>
                <a:lnTo>
                  <a:pt x="5695440" y="4116174"/>
                </a:lnTo>
                <a:cubicBezTo>
                  <a:pt x="5699054" y="4116174"/>
                  <a:pt x="5701878" y="4116217"/>
                  <a:pt x="5703915" y="4116303"/>
                </a:cubicBezTo>
                <a:cubicBezTo>
                  <a:pt x="5705951" y="4116389"/>
                  <a:pt x="5707485" y="4116675"/>
                  <a:pt x="5708518" y="4117163"/>
                </a:cubicBezTo>
                <a:cubicBezTo>
                  <a:pt x="5709550" y="4117651"/>
                  <a:pt x="5710211" y="4118396"/>
                  <a:pt x="5710497" y="4119400"/>
                </a:cubicBezTo>
                <a:cubicBezTo>
                  <a:pt x="5710783" y="4120404"/>
                  <a:pt x="5710984" y="4121852"/>
                  <a:pt x="5711099" y="4123745"/>
                </a:cubicBezTo>
                <a:cubicBezTo>
                  <a:pt x="5711156" y="4124778"/>
                  <a:pt x="5711228" y="4126240"/>
                  <a:pt x="5711314" y="4128133"/>
                </a:cubicBezTo>
                <a:cubicBezTo>
                  <a:pt x="5711400" y="4130026"/>
                  <a:pt x="5711472" y="4132536"/>
                  <a:pt x="5711529" y="4135662"/>
                </a:cubicBezTo>
                <a:cubicBezTo>
                  <a:pt x="5711587" y="4138788"/>
                  <a:pt x="5711644" y="4142603"/>
                  <a:pt x="5711701" y="4147105"/>
                </a:cubicBezTo>
                <a:cubicBezTo>
                  <a:pt x="5711759" y="4151608"/>
                  <a:pt x="5711787" y="4156957"/>
                  <a:pt x="5711787" y="4163152"/>
                </a:cubicBezTo>
                <a:lnTo>
                  <a:pt x="5711787" y="4167798"/>
                </a:lnTo>
                <a:cubicBezTo>
                  <a:pt x="5711787" y="4169921"/>
                  <a:pt x="5711759" y="4172287"/>
                  <a:pt x="5711701" y="4174897"/>
                </a:cubicBezTo>
                <a:cubicBezTo>
                  <a:pt x="5711644" y="4177507"/>
                  <a:pt x="5711558" y="4180174"/>
                  <a:pt x="5711443" y="4182899"/>
                </a:cubicBezTo>
                <a:cubicBezTo>
                  <a:pt x="5711328" y="4185623"/>
                  <a:pt x="5711156" y="4188104"/>
                  <a:pt x="5710927" y="4190341"/>
                </a:cubicBezTo>
                <a:cubicBezTo>
                  <a:pt x="5707485" y="4190800"/>
                  <a:pt x="5704832" y="4191488"/>
                  <a:pt x="5702968" y="4192406"/>
                </a:cubicBezTo>
                <a:cubicBezTo>
                  <a:pt x="5701104" y="4193324"/>
                  <a:pt x="5699742" y="4194270"/>
                  <a:pt x="5698881" y="4195246"/>
                </a:cubicBezTo>
                <a:cubicBezTo>
                  <a:pt x="5698021" y="4196221"/>
                  <a:pt x="5697519" y="4197153"/>
                  <a:pt x="5697375" y="4198042"/>
                </a:cubicBezTo>
                <a:cubicBezTo>
                  <a:pt x="5697233" y="4198931"/>
                  <a:pt x="5697160" y="4199576"/>
                  <a:pt x="5697160" y="4199978"/>
                </a:cubicBezTo>
                <a:cubicBezTo>
                  <a:pt x="5697448" y="4199920"/>
                  <a:pt x="5698265" y="4199820"/>
                  <a:pt x="5699613" y="4199677"/>
                </a:cubicBezTo>
                <a:cubicBezTo>
                  <a:pt x="5700960" y="4199533"/>
                  <a:pt x="5702753" y="4199404"/>
                  <a:pt x="5704990" y="4199289"/>
                </a:cubicBezTo>
                <a:cubicBezTo>
                  <a:pt x="5707228" y="4199175"/>
                  <a:pt x="5709823" y="4199060"/>
                  <a:pt x="5712778" y="4198945"/>
                </a:cubicBezTo>
                <a:cubicBezTo>
                  <a:pt x="5715731" y="4198831"/>
                  <a:pt x="5718929" y="4198773"/>
                  <a:pt x="5722370" y="4198773"/>
                </a:cubicBezTo>
                <a:cubicBezTo>
                  <a:pt x="5725124" y="4198773"/>
                  <a:pt x="5727848" y="4198802"/>
                  <a:pt x="5730544" y="4198859"/>
                </a:cubicBezTo>
                <a:cubicBezTo>
                  <a:pt x="5733240" y="4198917"/>
                  <a:pt x="5735678" y="4198988"/>
                  <a:pt x="5737858" y="4199074"/>
                </a:cubicBezTo>
                <a:cubicBezTo>
                  <a:pt x="5740037" y="4199160"/>
                  <a:pt x="5741887" y="4199261"/>
                  <a:pt x="5743408" y="4199376"/>
                </a:cubicBezTo>
                <a:cubicBezTo>
                  <a:pt x="5744928" y="4199490"/>
                  <a:pt x="5745917" y="4199576"/>
                  <a:pt x="5746376" y="4199634"/>
                </a:cubicBezTo>
                <a:lnTo>
                  <a:pt x="5749473" y="4192406"/>
                </a:lnTo>
                <a:cubicBezTo>
                  <a:pt x="5745630" y="4192005"/>
                  <a:pt x="5742633" y="4191632"/>
                  <a:pt x="5740482" y="4191288"/>
                </a:cubicBezTo>
                <a:cubicBezTo>
                  <a:pt x="5738331" y="4190943"/>
                  <a:pt x="5736739" y="4190499"/>
                  <a:pt x="5735707" y="4189954"/>
                </a:cubicBezTo>
                <a:cubicBezTo>
                  <a:pt x="5734674" y="4189409"/>
                  <a:pt x="5734029" y="4188692"/>
                  <a:pt x="5733772" y="4187803"/>
                </a:cubicBezTo>
                <a:cubicBezTo>
                  <a:pt x="5733513" y="4186914"/>
                  <a:pt x="5733355" y="4185752"/>
                  <a:pt x="5733298" y="4184318"/>
                </a:cubicBezTo>
                <a:cubicBezTo>
                  <a:pt x="5733183" y="4182769"/>
                  <a:pt x="5733097" y="4181106"/>
                  <a:pt x="5733040" y="4179328"/>
                </a:cubicBezTo>
                <a:cubicBezTo>
                  <a:pt x="5732983" y="4177550"/>
                  <a:pt x="5732925" y="4175456"/>
                  <a:pt x="5732867" y="4173047"/>
                </a:cubicBezTo>
                <a:cubicBezTo>
                  <a:pt x="5732810" y="4170638"/>
                  <a:pt x="5732781" y="4167770"/>
                  <a:pt x="5732781" y="4164443"/>
                </a:cubicBezTo>
                <a:lnTo>
                  <a:pt x="5732781" y="4148181"/>
                </a:lnTo>
                <a:cubicBezTo>
                  <a:pt x="5732781" y="4146403"/>
                  <a:pt x="5732810" y="4144481"/>
                  <a:pt x="5732867" y="4142416"/>
                </a:cubicBezTo>
                <a:cubicBezTo>
                  <a:pt x="5732867" y="4140351"/>
                  <a:pt x="5732896" y="4138200"/>
                  <a:pt x="5732954" y="4135963"/>
                </a:cubicBezTo>
                <a:cubicBezTo>
                  <a:pt x="5732954" y="4133783"/>
                  <a:pt x="5733011" y="4131661"/>
                  <a:pt x="5733126" y="4129596"/>
                </a:cubicBezTo>
                <a:cubicBezTo>
                  <a:pt x="5734732" y="4128047"/>
                  <a:pt x="5736467" y="4126599"/>
                  <a:pt x="5738331" y="4125251"/>
                </a:cubicBezTo>
                <a:cubicBezTo>
                  <a:pt x="5740196" y="4123903"/>
                  <a:pt x="5742174" y="4122713"/>
                  <a:pt x="5744268" y="4121680"/>
                </a:cubicBezTo>
                <a:cubicBezTo>
                  <a:pt x="5746361" y="4120648"/>
                  <a:pt x="5748555" y="4119845"/>
                  <a:pt x="5750850" y="4119271"/>
                </a:cubicBezTo>
                <a:cubicBezTo>
                  <a:pt x="5753144" y="4118697"/>
                  <a:pt x="5755496" y="4118411"/>
                  <a:pt x="5757905" y="4118411"/>
                </a:cubicBezTo>
                <a:cubicBezTo>
                  <a:pt x="5762265" y="4118411"/>
                  <a:pt x="5765649" y="4119328"/>
                  <a:pt x="5768058" y="4121164"/>
                </a:cubicBezTo>
                <a:cubicBezTo>
                  <a:pt x="5770468" y="4122999"/>
                  <a:pt x="5772260" y="4125380"/>
                  <a:pt x="5773436" y="4128305"/>
                </a:cubicBezTo>
                <a:cubicBezTo>
                  <a:pt x="5774612" y="4131231"/>
                  <a:pt x="5775329" y="4134558"/>
                  <a:pt x="5775587" y="4138286"/>
                </a:cubicBezTo>
                <a:cubicBezTo>
                  <a:pt x="5775845" y="4142015"/>
                  <a:pt x="5775974" y="4145772"/>
                  <a:pt x="5775974" y="4149558"/>
                </a:cubicBezTo>
                <a:cubicBezTo>
                  <a:pt x="5775974" y="4153630"/>
                  <a:pt x="5775917" y="4157559"/>
                  <a:pt x="5775802" y="4161345"/>
                </a:cubicBezTo>
                <a:cubicBezTo>
                  <a:pt x="5775687" y="4165131"/>
                  <a:pt x="5775515" y="4168974"/>
                  <a:pt x="5775286" y="4172875"/>
                </a:cubicBezTo>
                <a:cubicBezTo>
                  <a:pt x="5775056" y="4176775"/>
                  <a:pt x="5774741" y="4180862"/>
                  <a:pt x="5774339" y="4185136"/>
                </a:cubicBezTo>
                <a:cubicBezTo>
                  <a:pt x="5773938" y="4189409"/>
                  <a:pt x="5773450" y="4194070"/>
                  <a:pt x="5772877" y="4199117"/>
                </a:cubicBezTo>
                <a:cubicBezTo>
                  <a:pt x="5774541" y="4199003"/>
                  <a:pt x="5776404" y="4198917"/>
                  <a:pt x="5778469" y="4198859"/>
                </a:cubicBezTo>
                <a:cubicBezTo>
                  <a:pt x="5780535" y="4198802"/>
                  <a:pt x="5782771" y="4198773"/>
                  <a:pt x="5785181" y="4198773"/>
                </a:cubicBezTo>
                <a:cubicBezTo>
                  <a:pt x="5788220" y="4198773"/>
                  <a:pt x="5791132" y="4198802"/>
                  <a:pt x="5793914" y="4198859"/>
                </a:cubicBezTo>
                <a:cubicBezTo>
                  <a:pt x="5796696" y="4198917"/>
                  <a:pt x="5799205" y="4198988"/>
                  <a:pt x="5801442" y="4199074"/>
                </a:cubicBezTo>
                <a:cubicBezTo>
                  <a:pt x="5803679" y="4199160"/>
                  <a:pt x="5805558" y="4199261"/>
                  <a:pt x="5807079" y="4199376"/>
                </a:cubicBezTo>
                <a:cubicBezTo>
                  <a:pt x="5808598" y="4199490"/>
                  <a:pt x="5809588" y="4199576"/>
                  <a:pt x="5810046" y="4199634"/>
                </a:cubicBezTo>
                <a:lnTo>
                  <a:pt x="5813144" y="4192406"/>
                </a:lnTo>
                <a:cubicBezTo>
                  <a:pt x="5809243" y="4192005"/>
                  <a:pt x="5806132" y="4191589"/>
                  <a:pt x="5803809" y="4191158"/>
                </a:cubicBezTo>
                <a:cubicBezTo>
                  <a:pt x="5801485" y="4190728"/>
                  <a:pt x="5799722" y="4190169"/>
                  <a:pt x="5798517" y="4189481"/>
                </a:cubicBezTo>
                <a:cubicBezTo>
                  <a:pt x="5797312" y="4188792"/>
                  <a:pt x="5796523" y="4187903"/>
                  <a:pt x="5796151" y="4186813"/>
                </a:cubicBezTo>
                <a:cubicBezTo>
                  <a:pt x="5795778" y="4185724"/>
                  <a:pt x="5795592" y="4184318"/>
                  <a:pt x="5795592" y="4182597"/>
                </a:cubicBezTo>
                <a:cubicBezTo>
                  <a:pt x="5795592" y="4181450"/>
                  <a:pt x="5795649" y="4179916"/>
                  <a:pt x="5795764" y="4177994"/>
                </a:cubicBezTo>
                <a:cubicBezTo>
                  <a:pt x="5795878" y="4176073"/>
                  <a:pt x="5796007" y="4173936"/>
                  <a:pt x="5796151" y="4171584"/>
                </a:cubicBezTo>
                <a:cubicBezTo>
                  <a:pt x="5796294" y="4169232"/>
                  <a:pt x="5796452" y="4166708"/>
                  <a:pt x="5796624" y="4164012"/>
                </a:cubicBezTo>
                <a:cubicBezTo>
                  <a:pt x="5796796" y="4161317"/>
                  <a:pt x="5796954" y="4158635"/>
                  <a:pt x="5797097" y="4155968"/>
                </a:cubicBezTo>
                <a:cubicBezTo>
                  <a:pt x="5797241" y="4153300"/>
                  <a:pt x="5797370" y="4150705"/>
                  <a:pt x="5797484" y="4148181"/>
                </a:cubicBezTo>
                <a:cubicBezTo>
                  <a:pt x="5797599" y="4145657"/>
                  <a:pt x="5797657" y="4143363"/>
                  <a:pt x="5797657" y="4141298"/>
                </a:cubicBezTo>
                <a:cubicBezTo>
                  <a:pt x="5797657" y="4135676"/>
                  <a:pt x="5797212" y="4130471"/>
                  <a:pt x="5796323" y="4125681"/>
                </a:cubicBezTo>
                <a:cubicBezTo>
                  <a:pt x="5795434" y="4120891"/>
                  <a:pt x="5793928" y="4116733"/>
                  <a:pt x="5791806" y="4113205"/>
                </a:cubicBezTo>
                <a:cubicBezTo>
                  <a:pt x="5789683" y="4109677"/>
                  <a:pt x="5786873" y="4106910"/>
                  <a:pt x="5783374" y="4104902"/>
                </a:cubicBezTo>
                <a:cubicBezTo>
                  <a:pt x="5779874" y="4102894"/>
                  <a:pt x="5775544" y="4101891"/>
                  <a:pt x="5770382" y="4101891"/>
                </a:cubicBezTo>
                <a:cubicBezTo>
                  <a:pt x="5766596" y="4101891"/>
                  <a:pt x="5763025" y="4102407"/>
                  <a:pt x="5759669" y="4103439"/>
                </a:cubicBezTo>
                <a:cubicBezTo>
                  <a:pt x="5756314" y="4104472"/>
                  <a:pt x="5753101" y="4105877"/>
                  <a:pt x="5750033" y="4107655"/>
                </a:cubicBezTo>
                <a:cubicBezTo>
                  <a:pt x="5746964" y="4109434"/>
                  <a:pt x="5744024" y="4111470"/>
                  <a:pt x="5741214" y="4113764"/>
                </a:cubicBezTo>
                <a:cubicBezTo>
                  <a:pt x="5738403" y="4116059"/>
                  <a:pt x="5735649" y="4118468"/>
                  <a:pt x="5732954" y="4120992"/>
                </a:cubicBezTo>
                <a:lnTo>
                  <a:pt x="5732437" y="4120820"/>
                </a:lnTo>
                <a:cubicBezTo>
                  <a:pt x="5732437" y="4116862"/>
                  <a:pt x="5732509" y="4113406"/>
                  <a:pt x="5732652" y="4110452"/>
                </a:cubicBezTo>
                <a:cubicBezTo>
                  <a:pt x="5732796" y="4107498"/>
                  <a:pt x="5732954" y="4104931"/>
                  <a:pt x="5733126" y="4102751"/>
                </a:cubicBezTo>
                <a:close/>
                <a:moveTo>
                  <a:pt x="5666106" y="4101891"/>
                </a:moveTo>
                <a:cubicBezTo>
                  <a:pt x="5664788" y="4102350"/>
                  <a:pt x="5662937" y="4102909"/>
                  <a:pt x="5660558" y="4103568"/>
                </a:cubicBezTo>
                <a:cubicBezTo>
                  <a:pt x="5658176" y="4104228"/>
                  <a:pt x="5655438" y="4104902"/>
                  <a:pt x="5652340" y="4105590"/>
                </a:cubicBezTo>
                <a:cubicBezTo>
                  <a:pt x="5649243" y="4106279"/>
                  <a:pt x="5645844" y="4106938"/>
                  <a:pt x="5642144" y="4107569"/>
                </a:cubicBezTo>
                <a:cubicBezTo>
                  <a:pt x="5638445" y="4108200"/>
                  <a:pt x="5634615" y="4108717"/>
                  <a:pt x="5630658" y="4109118"/>
                </a:cubicBezTo>
                <a:lnTo>
                  <a:pt x="5628937" y="4116174"/>
                </a:lnTo>
                <a:cubicBezTo>
                  <a:pt x="5632493" y="4116174"/>
                  <a:pt x="5635275" y="4116217"/>
                  <a:pt x="5637283" y="4116303"/>
                </a:cubicBezTo>
                <a:cubicBezTo>
                  <a:pt x="5639290" y="4116389"/>
                  <a:pt x="5640811" y="4116690"/>
                  <a:pt x="5641843" y="4117206"/>
                </a:cubicBezTo>
                <a:cubicBezTo>
                  <a:pt x="5642875" y="4117722"/>
                  <a:pt x="5643535" y="4118497"/>
                  <a:pt x="5643822" y="4119529"/>
                </a:cubicBezTo>
                <a:cubicBezTo>
                  <a:pt x="5644109" y="4120562"/>
                  <a:pt x="5644309" y="4122024"/>
                  <a:pt x="5644425" y="4123917"/>
                </a:cubicBezTo>
                <a:cubicBezTo>
                  <a:pt x="5644481" y="4124778"/>
                  <a:pt x="5644553" y="4126126"/>
                  <a:pt x="5644639" y="4127961"/>
                </a:cubicBezTo>
                <a:cubicBezTo>
                  <a:pt x="5644725" y="4129797"/>
                  <a:pt x="5644798" y="4132292"/>
                  <a:pt x="5644855" y="4135447"/>
                </a:cubicBezTo>
                <a:cubicBezTo>
                  <a:pt x="5644912" y="4138602"/>
                  <a:pt x="5644969" y="4142531"/>
                  <a:pt x="5645027" y="4147234"/>
                </a:cubicBezTo>
                <a:cubicBezTo>
                  <a:pt x="5645084" y="4151938"/>
                  <a:pt x="5645112" y="4157645"/>
                  <a:pt x="5645113" y="4164357"/>
                </a:cubicBezTo>
                <a:lnTo>
                  <a:pt x="5645113" y="4169089"/>
                </a:lnTo>
                <a:cubicBezTo>
                  <a:pt x="5645112" y="4171154"/>
                  <a:pt x="5645084" y="4173405"/>
                  <a:pt x="5645027" y="4175843"/>
                </a:cubicBezTo>
                <a:cubicBezTo>
                  <a:pt x="5644969" y="4178281"/>
                  <a:pt x="5644883" y="4180776"/>
                  <a:pt x="5644768" y="4183329"/>
                </a:cubicBezTo>
                <a:cubicBezTo>
                  <a:pt x="5644654" y="4185881"/>
                  <a:pt x="5644481" y="4188219"/>
                  <a:pt x="5644252" y="4190341"/>
                </a:cubicBezTo>
                <a:cubicBezTo>
                  <a:pt x="5640811" y="4190800"/>
                  <a:pt x="5638158" y="4191488"/>
                  <a:pt x="5636293" y="4192406"/>
                </a:cubicBezTo>
                <a:cubicBezTo>
                  <a:pt x="5634429" y="4193324"/>
                  <a:pt x="5633067" y="4194270"/>
                  <a:pt x="5632206" y="4195246"/>
                </a:cubicBezTo>
                <a:cubicBezTo>
                  <a:pt x="5631346" y="4196221"/>
                  <a:pt x="5630844" y="4197153"/>
                  <a:pt x="5630700" y="4198042"/>
                </a:cubicBezTo>
                <a:cubicBezTo>
                  <a:pt x="5630557" y="4198931"/>
                  <a:pt x="5630486" y="4199576"/>
                  <a:pt x="5630486" y="4199978"/>
                </a:cubicBezTo>
                <a:cubicBezTo>
                  <a:pt x="5630772" y="4199920"/>
                  <a:pt x="5631633" y="4199820"/>
                  <a:pt x="5633067" y="4199677"/>
                </a:cubicBezTo>
                <a:cubicBezTo>
                  <a:pt x="5634501" y="4199533"/>
                  <a:pt x="5636336" y="4199404"/>
                  <a:pt x="5638574" y="4199289"/>
                </a:cubicBezTo>
                <a:cubicBezTo>
                  <a:pt x="5640811" y="4199175"/>
                  <a:pt x="5643420" y="4199060"/>
                  <a:pt x="5646404" y="4198945"/>
                </a:cubicBezTo>
                <a:cubicBezTo>
                  <a:pt x="5649386" y="4198831"/>
                  <a:pt x="5652569" y="4198773"/>
                  <a:pt x="5655954" y="4198773"/>
                </a:cubicBezTo>
                <a:cubicBezTo>
                  <a:pt x="5658707" y="4198773"/>
                  <a:pt x="5661388" y="4198802"/>
                  <a:pt x="5663998" y="4198859"/>
                </a:cubicBezTo>
                <a:cubicBezTo>
                  <a:pt x="5666609" y="4198917"/>
                  <a:pt x="5668989" y="4198988"/>
                  <a:pt x="5671140" y="4199074"/>
                </a:cubicBezTo>
                <a:cubicBezTo>
                  <a:pt x="5673291" y="4199160"/>
                  <a:pt x="5675112" y="4199261"/>
                  <a:pt x="5676604" y="4199376"/>
                </a:cubicBezTo>
                <a:cubicBezTo>
                  <a:pt x="5678095" y="4199490"/>
                  <a:pt x="5679070" y="4199576"/>
                  <a:pt x="5679529" y="4199634"/>
                </a:cubicBezTo>
                <a:lnTo>
                  <a:pt x="5682626" y="4192406"/>
                </a:lnTo>
                <a:cubicBezTo>
                  <a:pt x="5678784" y="4192005"/>
                  <a:pt x="5675787" y="4191632"/>
                  <a:pt x="5673635" y="4191288"/>
                </a:cubicBezTo>
                <a:cubicBezTo>
                  <a:pt x="5671484" y="4190943"/>
                  <a:pt x="5669878" y="4190499"/>
                  <a:pt x="5668817" y="4189954"/>
                </a:cubicBezTo>
                <a:cubicBezTo>
                  <a:pt x="5667756" y="4189409"/>
                  <a:pt x="5667096" y="4188706"/>
                  <a:pt x="5666838" y="4187846"/>
                </a:cubicBezTo>
                <a:cubicBezTo>
                  <a:pt x="5666580" y="4186985"/>
                  <a:pt x="5666422" y="4185810"/>
                  <a:pt x="5666365" y="4184318"/>
                </a:cubicBezTo>
                <a:cubicBezTo>
                  <a:pt x="5666250" y="4183343"/>
                  <a:pt x="5666165" y="4182009"/>
                  <a:pt x="5666106" y="4180317"/>
                </a:cubicBezTo>
                <a:cubicBezTo>
                  <a:pt x="5666049" y="4178625"/>
                  <a:pt x="5666006" y="4176775"/>
                  <a:pt x="5665977" y="4174768"/>
                </a:cubicBezTo>
                <a:cubicBezTo>
                  <a:pt x="5665950" y="4172760"/>
                  <a:pt x="5665934" y="4170724"/>
                  <a:pt x="5665934" y="4168659"/>
                </a:cubicBezTo>
                <a:lnTo>
                  <a:pt x="5665934" y="4162894"/>
                </a:lnTo>
                <a:cubicBezTo>
                  <a:pt x="5665934" y="4156240"/>
                  <a:pt x="5665950" y="4150145"/>
                  <a:pt x="5665977" y="4144610"/>
                </a:cubicBezTo>
                <a:cubicBezTo>
                  <a:pt x="5666006" y="4139075"/>
                  <a:pt x="5666078" y="4133912"/>
                  <a:pt x="5666192" y="4129123"/>
                </a:cubicBezTo>
                <a:cubicBezTo>
                  <a:pt x="5666307" y="4124333"/>
                  <a:pt x="5666465" y="4119802"/>
                  <a:pt x="5666666" y="4115528"/>
                </a:cubicBezTo>
                <a:cubicBezTo>
                  <a:pt x="5666867" y="4111255"/>
                  <a:pt x="5667139" y="4107053"/>
                  <a:pt x="5667483" y="4102923"/>
                </a:cubicBezTo>
                <a:close/>
                <a:moveTo>
                  <a:pt x="5322002" y="4101891"/>
                </a:moveTo>
                <a:cubicBezTo>
                  <a:pt x="5320683" y="4102350"/>
                  <a:pt x="5318876" y="4102909"/>
                  <a:pt x="5316582" y="4103568"/>
                </a:cubicBezTo>
                <a:cubicBezTo>
                  <a:pt x="5314287" y="4104228"/>
                  <a:pt x="5311648" y="4104902"/>
                  <a:pt x="5308666" y="4105590"/>
                </a:cubicBezTo>
                <a:cubicBezTo>
                  <a:pt x="5305683" y="4106279"/>
                  <a:pt x="5302399" y="4106938"/>
                  <a:pt x="5298814" y="4107569"/>
                </a:cubicBezTo>
                <a:cubicBezTo>
                  <a:pt x="5295229" y="4108200"/>
                  <a:pt x="5291486" y="4108717"/>
                  <a:pt x="5287586" y="4109118"/>
                </a:cubicBezTo>
                <a:lnTo>
                  <a:pt x="5285865" y="4116174"/>
                </a:lnTo>
                <a:cubicBezTo>
                  <a:pt x="5289479" y="4116174"/>
                  <a:pt x="5292304" y="4116217"/>
                  <a:pt x="5294341" y="4116303"/>
                </a:cubicBezTo>
                <a:cubicBezTo>
                  <a:pt x="5296377" y="4116389"/>
                  <a:pt x="5297910" y="4116675"/>
                  <a:pt x="5298944" y="4117163"/>
                </a:cubicBezTo>
                <a:cubicBezTo>
                  <a:pt x="5299975" y="4117651"/>
                  <a:pt x="5300635" y="4118396"/>
                  <a:pt x="5300922" y="4119400"/>
                </a:cubicBezTo>
                <a:cubicBezTo>
                  <a:pt x="5301209" y="4120404"/>
                  <a:pt x="5301410" y="4121852"/>
                  <a:pt x="5301524" y="4123745"/>
                </a:cubicBezTo>
                <a:cubicBezTo>
                  <a:pt x="5301582" y="4124778"/>
                  <a:pt x="5301653" y="4126240"/>
                  <a:pt x="5301739" y="4128133"/>
                </a:cubicBezTo>
                <a:cubicBezTo>
                  <a:pt x="5301825" y="4130026"/>
                  <a:pt x="5301897" y="4132536"/>
                  <a:pt x="5301955" y="4135662"/>
                </a:cubicBezTo>
                <a:cubicBezTo>
                  <a:pt x="5302012" y="4138788"/>
                  <a:pt x="5302069" y="4142603"/>
                  <a:pt x="5302126" y="4147105"/>
                </a:cubicBezTo>
                <a:cubicBezTo>
                  <a:pt x="5302184" y="4151608"/>
                  <a:pt x="5302213" y="4156957"/>
                  <a:pt x="5302213" y="4163152"/>
                </a:cubicBezTo>
                <a:lnTo>
                  <a:pt x="5302213" y="4167798"/>
                </a:lnTo>
                <a:cubicBezTo>
                  <a:pt x="5302213" y="4169921"/>
                  <a:pt x="5302184" y="4172287"/>
                  <a:pt x="5302126" y="4174897"/>
                </a:cubicBezTo>
                <a:cubicBezTo>
                  <a:pt x="5302069" y="4177507"/>
                  <a:pt x="5301983" y="4180174"/>
                  <a:pt x="5301868" y="4182899"/>
                </a:cubicBezTo>
                <a:cubicBezTo>
                  <a:pt x="5301754" y="4185623"/>
                  <a:pt x="5301582" y="4188104"/>
                  <a:pt x="5301353" y="4190341"/>
                </a:cubicBezTo>
                <a:cubicBezTo>
                  <a:pt x="5297910" y="4190800"/>
                  <a:pt x="5295258" y="4191488"/>
                  <a:pt x="5293394" y="4192406"/>
                </a:cubicBezTo>
                <a:cubicBezTo>
                  <a:pt x="5291529" y="4193324"/>
                  <a:pt x="5290167" y="4194270"/>
                  <a:pt x="5289306" y="4195246"/>
                </a:cubicBezTo>
                <a:cubicBezTo>
                  <a:pt x="5288446" y="4196221"/>
                  <a:pt x="5287944" y="4197153"/>
                  <a:pt x="5287801" y="4198042"/>
                </a:cubicBezTo>
                <a:cubicBezTo>
                  <a:pt x="5287657" y="4198931"/>
                  <a:pt x="5287586" y="4199576"/>
                  <a:pt x="5287586" y="4199978"/>
                </a:cubicBezTo>
                <a:cubicBezTo>
                  <a:pt x="5287872" y="4199920"/>
                  <a:pt x="5288690" y="4199820"/>
                  <a:pt x="5290038" y="4199677"/>
                </a:cubicBezTo>
                <a:cubicBezTo>
                  <a:pt x="5291386" y="4199533"/>
                  <a:pt x="5293179" y="4199404"/>
                  <a:pt x="5295415" y="4199289"/>
                </a:cubicBezTo>
                <a:cubicBezTo>
                  <a:pt x="5297652" y="4199175"/>
                  <a:pt x="5300248" y="4199060"/>
                  <a:pt x="5303202" y="4198945"/>
                </a:cubicBezTo>
                <a:cubicBezTo>
                  <a:pt x="5306157" y="4198831"/>
                  <a:pt x="5309354" y="4198773"/>
                  <a:pt x="5312796" y="4198773"/>
                </a:cubicBezTo>
                <a:cubicBezTo>
                  <a:pt x="5315549" y="4198773"/>
                  <a:pt x="5318274" y="4198802"/>
                  <a:pt x="5320970" y="4198859"/>
                </a:cubicBezTo>
                <a:cubicBezTo>
                  <a:pt x="5323666" y="4198917"/>
                  <a:pt x="5326103" y="4198988"/>
                  <a:pt x="5328283" y="4199074"/>
                </a:cubicBezTo>
                <a:cubicBezTo>
                  <a:pt x="5330463" y="4199160"/>
                  <a:pt x="5332313" y="4199261"/>
                  <a:pt x="5333833" y="4199376"/>
                </a:cubicBezTo>
                <a:cubicBezTo>
                  <a:pt x="5335353" y="4199490"/>
                  <a:pt x="5336342" y="4199576"/>
                  <a:pt x="5336801" y="4199634"/>
                </a:cubicBezTo>
                <a:lnTo>
                  <a:pt x="5339899" y="4192406"/>
                </a:lnTo>
                <a:cubicBezTo>
                  <a:pt x="5336055" y="4192005"/>
                  <a:pt x="5333058" y="4191632"/>
                  <a:pt x="5330907" y="4191288"/>
                </a:cubicBezTo>
                <a:cubicBezTo>
                  <a:pt x="5328756" y="4190943"/>
                  <a:pt x="5327165" y="4190499"/>
                  <a:pt x="5326132" y="4189954"/>
                </a:cubicBezTo>
                <a:cubicBezTo>
                  <a:pt x="5325100" y="4189409"/>
                  <a:pt x="5324454" y="4188692"/>
                  <a:pt x="5324196" y="4187803"/>
                </a:cubicBezTo>
                <a:cubicBezTo>
                  <a:pt x="5323938" y="4186914"/>
                  <a:pt x="5323780" y="4185752"/>
                  <a:pt x="5323723" y="4184318"/>
                </a:cubicBezTo>
                <a:cubicBezTo>
                  <a:pt x="5323608" y="4182769"/>
                  <a:pt x="5323523" y="4181106"/>
                  <a:pt x="5323465" y="4179328"/>
                </a:cubicBezTo>
                <a:cubicBezTo>
                  <a:pt x="5323407" y="4177550"/>
                  <a:pt x="5323350" y="4175456"/>
                  <a:pt x="5323293" y="4173047"/>
                </a:cubicBezTo>
                <a:cubicBezTo>
                  <a:pt x="5323235" y="4170638"/>
                  <a:pt x="5323207" y="4167770"/>
                  <a:pt x="5323207" y="4164443"/>
                </a:cubicBezTo>
                <a:lnTo>
                  <a:pt x="5323207" y="4148181"/>
                </a:lnTo>
                <a:cubicBezTo>
                  <a:pt x="5323207" y="4146403"/>
                  <a:pt x="5323235" y="4144481"/>
                  <a:pt x="5323293" y="4142416"/>
                </a:cubicBezTo>
                <a:cubicBezTo>
                  <a:pt x="5323293" y="4140351"/>
                  <a:pt x="5323321" y="4138200"/>
                  <a:pt x="5323379" y="4135963"/>
                </a:cubicBezTo>
                <a:cubicBezTo>
                  <a:pt x="5323379" y="4133783"/>
                  <a:pt x="5323436" y="4131661"/>
                  <a:pt x="5323551" y="4129596"/>
                </a:cubicBezTo>
                <a:cubicBezTo>
                  <a:pt x="5325157" y="4128047"/>
                  <a:pt x="5326892" y="4126599"/>
                  <a:pt x="5328756" y="4125251"/>
                </a:cubicBezTo>
                <a:cubicBezTo>
                  <a:pt x="5330620" y="4123903"/>
                  <a:pt x="5332599" y="4122713"/>
                  <a:pt x="5334693" y="4121680"/>
                </a:cubicBezTo>
                <a:cubicBezTo>
                  <a:pt x="5336787" y="4120648"/>
                  <a:pt x="5338981" y="4119845"/>
                  <a:pt x="5341275" y="4119271"/>
                </a:cubicBezTo>
                <a:cubicBezTo>
                  <a:pt x="5343570" y="4118697"/>
                  <a:pt x="5345921" y="4118411"/>
                  <a:pt x="5348331" y="4118411"/>
                </a:cubicBezTo>
                <a:cubicBezTo>
                  <a:pt x="5352691" y="4118411"/>
                  <a:pt x="5356074" y="4119328"/>
                  <a:pt x="5358484" y="4121164"/>
                </a:cubicBezTo>
                <a:cubicBezTo>
                  <a:pt x="5360893" y="4122999"/>
                  <a:pt x="5362686" y="4125380"/>
                  <a:pt x="5363861" y="4128305"/>
                </a:cubicBezTo>
                <a:cubicBezTo>
                  <a:pt x="5365037" y="4131231"/>
                  <a:pt x="5365754" y="4134558"/>
                  <a:pt x="5366012" y="4138286"/>
                </a:cubicBezTo>
                <a:cubicBezTo>
                  <a:pt x="5366270" y="4142015"/>
                  <a:pt x="5366399" y="4145772"/>
                  <a:pt x="5366399" y="4149558"/>
                </a:cubicBezTo>
                <a:cubicBezTo>
                  <a:pt x="5366399" y="4153630"/>
                  <a:pt x="5366342" y="4157559"/>
                  <a:pt x="5366227" y="4161345"/>
                </a:cubicBezTo>
                <a:cubicBezTo>
                  <a:pt x="5366113" y="4165131"/>
                  <a:pt x="5365940" y="4168974"/>
                  <a:pt x="5365711" y="4172875"/>
                </a:cubicBezTo>
                <a:cubicBezTo>
                  <a:pt x="5365482" y="4176775"/>
                  <a:pt x="5365166" y="4180862"/>
                  <a:pt x="5364765" y="4185136"/>
                </a:cubicBezTo>
                <a:cubicBezTo>
                  <a:pt x="5364363" y="4189409"/>
                  <a:pt x="5363875" y="4194070"/>
                  <a:pt x="5363302" y="4199117"/>
                </a:cubicBezTo>
                <a:cubicBezTo>
                  <a:pt x="5364965" y="4199003"/>
                  <a:pt x="5366830" y="4198917"/>
                  <a:pt x="5368895" y="4198859"/>
                </a:cubicBezTo>
                <a:cubicBezTo>
                  <a:pt x="5370959" y="4198802"/>
                  <a:pt x="5373197" y="4198773"/>
                  <a:pt x="5375606" y="4198773"/>
                </a:cubicBezTo>
                <a:cubicBezTo>
                  <a:pt x="5378647" y="4198773"/>
                  <a:pt x="5381557" y="4198802"/>
                  <a:pt x="5384339" y="4198859"/>
                </a:cubicBezTo>
                <a:cubicBezTo>
                  <a:pt x="5387121" y="4198917"/>
                  <a:pt x="5389631" y="4198988"/>
                  <a:pt x="5391868" y="4199074"/>
                </a:cubicBezTo>
                <a:cubicBezTo>
                  <a:pt x="5394105" y="4199160"/>
                  <a:pt x="5395983" y="4199261"/>
                  <a:pt x="5397503" y="4199376"/>
                </a:cubicBezTo>
                <a:cubicBezTo>
                  <a:pt x="5399023" y="4199490"/>
                  <a:pt x="5400013" y="4199576"/>
                  <a:pt x="5400472" y="4199634"/>
                </a:cubicBezTo>
                <a:lnTo>
                  <a:pt x="5403569" y="4192406"/>
                </a:lnTo>
                <a:cubicBezTo>
                  <a:pt x="5399669" y="4192005"/>
                  <a:pt x="5396557" y="4191589"/>
                  <a:pt x="5394234" y="4191158"/>
                </a:cubicBezTo>
                <a:cubicBezTo>
                  <a:pt x="5391911" y="4190728"/>
                  <a:pt x="5390147" y="4190169"/>
                  <a:pt x="5388942" y="4189481"/>
                </a:cubicBezTo>
                <a:cubicBezTo>
                  <a:pt x="5387738" y="4188792"/>
                  <a:pt x="5386949" y="4187903"/>
                  <a:pt x="5386576" y="4186813"/>
                </a:cubicBezTo>
                <a:cubicBezTo>
                  <a:pt x="5386203" y="4185724"/>
                  <a:pt x="5386017" y="4184318"/>
                  <a:pt x="5386017" y="4182597"/>
                </a:cubicBezTo>
                <a:cubicBezTo>
                  <a:pt x="5386017" y="4181450"/>
                  <a:pt x="5386074" y="4179916"/>
                  <a:pt x="5386189" y="4177994"/>
                </a:cubicBezTo>
                <a:cubicBezTo>
                  <a:pt x="5386303" y="4176073"/>
                  <a:pt x="5386433" y="4173936"/>
                  <a:pt x="5386576" y="4171584"/>
                </a:cubicBezTo>
                <a:cubicBezTo>
                  <a:pt x="5386719" y="4169232"/>
                  <a:pt x="5386877" y="4166708"/>
                  <a:pt x="5387050" y="4164012"/>
                </a:cubicBezTo>
                <a:cubicBezTo>
                  <a:pt x="5387221" y="4161317"/>
                  <a:pt x="5387379" y="4158635"/>
                  <a:pt x="5387523" y="4155968"/>
                </a:cubicBezTo>
                <a:cubicBezTo>
                  <a:pt x="5387666" y="4153300"/>
                  <a:pt x="5387795" y="4150705"/>
                  <a:pt x="5387910" y="4148181"/>
                </a:cubicBezTo>
                <a:cubicBezTo>
                  <a:pt x="5388024" y="4145657"/>
                  <a:pt x="5388082" y="4143363"/>
                  <a:pt x="5388082" y="4141298"/>
                </a:cubicBezTo>
                <a:cubicBezTo>
                  <a:pt x="5388082" y="4135676"/>
                  <a:pt x="5387637" y="4130471"/>
                  <a:pt x="5386748" y="4125681"/>
                </a:cubicBezTo>
                <a:cubicBezTo>
                  <a:pt x="5385859" y="4120891"/>
                  <a:pt x="5384353" y="4116733"/>
                  <a:pt x="5382232" y="4113205"/>
                </a:cubicBezTo>
                <a:cubicBezTo>
                  <a:pt x="5380109" y="4109677"/>
                  <a:pt x="5377298" y="4106910"/>
                  <a:pt x="5373799" y="4104902"/>
                </a:cubicBezTo>
                <a:cubicBezTo>
                  <a:pt x="5370300" y="4102894"/>
                  <a:pt x="5365969" y="4101891"/>
                  <a:pt x="5360807" y="4101891"/>
                </a:cubicBezTo>
                <a:cubicBezTo>
                  <a:pt x="5357021" y="4101891"/>
                  <a:pt x="5353450" y="4102407"/>
                  <a:pt x="5350094" y="4103439"/>
                </a:cubicBezTo>
                <a:cubicBezTo>
                  <a:pt x="5346739" y="4104472"/>
                  <a:pt x="5343527" y="4105877"/>
                  <a:pt x="5340458" y="4107655"/>
                </a:cubicBezTo>
                <a:cubicBezTo>
                  <a:pt x="5337389" y="4109434"/>
                  <a:pt x="5334449" y="4111470"/>
                  <a:pt x="5331639" y="4113764"/>
                </a:cubicBezTo>
                <a:cubicBezTo>
                  <a:pt x="5328828" y="4116059"/>
                  <a:pt x="5326075" y="4118468"/>
                  <a:pt x="5323379" y="4120992"/>
                </a:cubicBezTo>
                <a:lnTo>
                  <a:pt x="5322862" y="4120820"/>
                </a:lnTo>
                <a:cubicBezTo>
                  <a:pt x="5322862" y="4116862"/>
                  <a:pt x="5322935" y="4113406"/>
                  <a:pt x="5323078" y="4110452"/>
                </a:cubicBezTo>
                <a:cubicBezTo>
                  <a:pt x="5323221" y="4107498"/>
                  <a:pt x="5323379" y="4104931"/>
                  <a:pt x="5323551" y="4102751"/>
                </a:cubicBezTo>
                <a:close/>
                <a:moveTo>
                  <a:pt x="5226029" y="4101891"/>
                </a:moveTo>
                <a:cubicBezTo>
                  <a:pt x="5222473" y="4101891"/>
                  <a:pt x="5218716" y="4102278"/>
                  <a:pt x="5214758" y="4103052"/>
                </a:cubicBezTo>
                <a:cubicBezTo>
                  <a:pt x="5210800" y="4103827"/>
                  <a:pt x="5206900" y="4105074"/>
                  <a:pt x="5203056" y="4106795"/>
                </a:cubicBezTo>
                <a:cubicBezTo>
                  <a:pt x="5199213" y="4108516"/>
                  <a:pt x="5195556" y="4110739"/>
                  <a:pt x="5192086" y="4113463"/>
                </a:cubicBezTo>
                <a:cubicBezTo>
                  <a:pt x="5188615" y="4116188"/>
                  <a:pt x="5185547" y="4119486"/>
                  <a:pt x="5182879" y="4123358"/>
                </a:cubicBezTo>
                <a:cubicBezTo>
                  <a:pt x="5180212" y="4127230"/>
                  <a:pt x="5178104" y="4131704"/>
                  <a:pt x="5176556" y="4136780"/>
                </a:cubicBezTo>
                <a:cubicBezTo>
                  <a:pt x="5175007" y="4141857"/>
                  <a:pt x="5174232" y="4147607"/>
                  <a:pt x="5174232" y="4154032"/>
                </a:cubicBezTo>
                <a:cubicBezTo>
                  <a:pt x="5174232" y="4161833"/>
                  <a:pt x="5175380" y="4168702"/>
                  <a:pt x="5177674" y="4174639"/>
                </a:cubicBezTo>
                <a:cubicBezTo>
                  <a:pt x="5179968" y="4180575"/>
                  <a:pt x="5183094" y="4185551"/>
                  <a:pt x="5187052" y="4189567"/>
                </a:cubicBezTo>
                <a:cubicBezTo>
                  <a:pt x="5191010" y="4193582"/>
                  <a:pt x="5195628" y="4196608"/>
                  <a:pt x="5200906" y="4198644"/>
                </a:cubicBezTo>
                <a:cubicBezTo>
                  <a:pt x="5206182" y="4200680"/>
                  <a:pt x="5211832" y="4201699"/>
                  <a:pt x="5217855" y="4201699"/>
                </a:cubicBezTo>
                <a:cubicBezTo>
                  <a:pt x="5221641" y="4201699"/>
                  <a:pt x="5225556" y="4201268"/>
                  <a:pt x="5229600" y="4200408"/>
                </a:cubicBezTo>
                <a:cubicBezTo>
                  <a:pt x="5233644" y="4199548"/>
                  <a:pt x="5237587" y="4198214"/>
                  <a:pt x="5241430" y="4196407"/>
                </a:cubicBezTo>
                <a:cubicBezTo>
                  <a:pt x="5245274" y="4194600"/>
                  <a:pt x="5248916" y="4192306"/>
                  <a:pt x="5252358" y="4189524"/>
                </a:cubicBezTo>
                <a:cubicBezTo>
                  <a:pt x="5255799" y="4186742"/>
                  <a:pt x="5258796" y="4183415"/>
                  <a:pt x="5261349" y="4179543"/>
                </a:cubicBezTo>
                <a:cubicBezTo>
                  <a:pt x="5263901" y="4175671"/>
                  <a:pt x="5265938" y="4171240"/>
                  <a:pt x="5267458" y="4166250"/>
                </a:cubicBezTo>
                <a:cubicBezTo>
                  <a:pt x="5268978" y="4161259"/>
                  <a:pt x="5269738" y="4155666"/>
                  <a:pt x="5269738" y="4149472"/>
                </a:cubicBezTo>
                <a:cubicBezTo>
                  <a:pt x="5269738" y="4141842"/>
                  <a:pt x="5268605" y="4135060"/>
                  <a:pt x="5266339" y="4129123"/>
                </a:cubicBezTo>
                <a:cubicBezTo>
                  <a:pt x="5264074" y="4123186"/>
                  <a:pt x="5260962" y="4118210"/>
                  <a:pt x="5257005" y="4114195"/>
                </a:cubicBezTo>
                <a:cubicBezTo>
                  <a:pt x="5253046" y="4110179"/>
                  <a:pt x="5248414" y="4107125"/>
                  <a:pt x="5243108" y="4105031"/>
                </a:cubicBezTo>
                <a:cubicBezTo>
                  <a:pt x="5237802" y="4102938"/>
                  <a:pt x="5232109" y="4101891"/>
                  <a:pt x="5226029" y="4101891"/>
                </a:cubicBezTo>
                <a:close/>
                <a:moveTo>
                  <a:pt x="5128775" y="4101891"/>
                </a:moveTo>
                <a:cubicBezTo>
                  <a:pt x="5123555" y="4101891"/>
                  <a:pt x="5118607" y="4102608"/>
                  <a:pt x="5113932" y="4104042"/>
                </a:cubicBezTo>
                <a:cubicBezTo>
                  <a:pt x="5109257" y="4105476"/>
                  <a:pt x="5105156" y="4107526"/>
                  <a:pt x="5101629" y="4110194"/>
                </a:cubicBezTo>
                <a:cubicBezTo>
                  <a:pt x="5098101" y="4112861"/>
                  <a:pt x="5095290" y="4116073"/>
                  <a:pt x="5093197" y="4119830"/>
                </a:cubicBezTo>
                <a:cubicBezTo>
                  <a:pt x="5091103" y="4123587"/>
                  <a:pt x="5090056" y="4127789"/>
                  <a:pt x="5090056" y="4132435"/>
                </a:cubicBezTo>
                <a:cubicBezTo>
                  <a:pt x="5090056" y="4136680"/>
                  <a:pt x="5090902" y="4140279"/>
                  <a:pt x="5092594" y="4143234"/>
                </a:cubicBezTo>
                <a:cubicBezTo>
                  <a:pt x="5094286" y="4146188"/>
                  <a:pt x="5096509" y="4148740"/>
                  <a:pt x="5099262" y="4150891"/>
                </a:cubicBezTo>
                <a:cubicBezTo>
                  <a:pt x="5102016" y="4153042"/>
                  <a:pt x="5105113" y="4154921"/>
                  <a:pt x="5108555" y="4156527"/>
                </a:cubicBezTo>
                <a:cubicBezTo>
                  <a:pt x="5111997" y="4158133"/>
                  <a:pt x="5115467" y="4159653"/>
                  <a:pt x="5118966" y="4161087"/>
                </a:cubicBezTo>
                <a:cubicBezTo>
                  <a:pt x="5121891" y="4162406"/>
                  <a:pt x="5124673" y="4163683"/>
                  <a:pt x="5127313" y="4164916"/>
                </a:cubicBezTo>
                <a:cubicBezTo>
                  <a:pt x="5129951" y="4166149"/>
                  <a:pt x="5132259" y="4167497"/>
                  <a:pt x="5134238" y="4168960"/>
                </a:cubicBezTo>
                <a:cubicBezTo>
                  <a:pt x="5136217" y="4170423"/>
                  <a:pt x="5137780" y="4172057"/>
                  <a:pt x="5138927" y="4173864"/>
                </a:cubicBezTo>
                <a:cubicBezTo>
                  <a:pt x="5140075" y="4175671"/>
                  <a:pt x="5140648" y="4177808"/>
                  <a:pt x="5140648" y="4180274"/>
                </a:cubicBezTo>
                <a:cubicBezTo>
                  <a:pt x="5140648" y="4182282"/>
                  <a:pt x="5140275" y="4184046"/>
                  <a:pt x="5139530" y="4185566"/>
                </a:cubicBezTo>
                <a:cubicBezTo>
                  <a:pt x="5138784" y="4187086"/>
                  <a:pt x="5137723" y="4188362"/>
                  <a:pt x="5136346" y="4189395"/>
                </a:cubicBezTo>
                <a:cubicBezTo>
                  <a:pt x="5134969" y="4190427"/>
                  <a:pt x="5133320" y="4191216"/>
                  <a:pt x="5131399" y="4191761"/>
                </a:cubicBezTo>
                <a:cubicBezTo>
                  <a:pt x="5129477" y="4192306"/>
                  <a:pt x="5127369" y="4192578"/>
                  <a:pt x="5125075" y="4192578"/>
                </a:cubicBezTo>
                <a:cubicBezTo>
                  <a:pt x="5122207" y="4192578"/>
                  <a:pt x="5119339" y="4192134"/>
                  <a:pt x="5116471" y="4191245"/>
                </a:cubicBezTo>
                <a:cubicBezTo>
                  <a:pt x="5113603" y="4190355"/>
                  <a:pt x="5110964" y="4188921"/>
                  <a:pt x="5108555" y="4186942"/>
                </a:cubicBezTo>
                <a:cubicBezTo>
                  <a:pt x="5106146" y="4184964"/>
                  <a:pt x="5104109" y="4182411"/>
                  <a:pt x="5102446" y="4179285"/>
                </a:cubicBezTo>
                <a:cubicBezTo>
                  <a:pt x="5100782" y="4176159"/>
                  <a:pt x="5099751" y="4172330"/>
                  <a:pt x="5099349" y="4167798"/>
                </a:cubicBezTo>
                <a:lnTo>
                  <a:pt x="5092809" y="4168142"/>
                </a:lnTo>
                <a:cubicBezTo>
                  <a:pt x="5092580" y="4171756"/>
                  <a:pt x="5092408" y="4174825"/>
                  <a:pt x="5092293" y="4177349"/>
                </a:cubicBezTo>
                <a:cubicBezTo>
                  <a:pt x="5092178" y="4179873"/>
                  <a:pt x="5092092" y="4181966"/>
                  <a:pt x="5092035" y="4183630"/>
                </a:cubicBezTo>
                <a:cubicBezTo>
                  <a:pt x="5091920" y="4185293"/>
                  <a:pt x="5091848" y="4186555"/>
                  <a:pt x="5091820" y="4187416"/>
                </a:cubicBezTo>
                <a:cubicBezTo>
                  <a:pt x="5091791" y="4188276"/>
                  <a:pt x="5091777" y="4188850"/>
                  <a:pt x="5091777" y="4189137"/>
                </a:cubicBezTo>
                <a:cubicBezTo>
                  <a:pt x="5091777" y="4191431"/>
                  <a:pt x="5092580" y="4193381"/>
                  <a:pt x="5094186" y="4194987"/>
                </a:cubicBezTo>
                <a:cubicBezTo>
                  <a:pt x="5095792" y="4196594"/>
                  <a:pt x="5097900" y="4197884"/>
                  <a:pt x="5100510" y="4198859"/>
                </a:cubicBezTo>
                <a:cubicBezTo>
                  <a:pt x="5103120" y="4199834"/>
                  <a:pt x="5106060" y="4200551"/>
                  <a:pt x="5109329" y="4201010"/>
                </a:cubicBezTo>
                <a:cubicBezTo>
                  <a:pt x="5112599" y="4201469"/>
                  <a:pt x="5115868" y="4201699"/>
                  <a:pt x="5119138" y="4201699"/>
                </a:cubicBezTo>
                <a:cubicBezTo>
                  <a:pt x="5125275" y="4201699"/>
                  <a:pt x="5130868" y="4200982"/>
                  <a:pt x="5135916" y="4199548"/>
                </a:cubicBezTo>
                <a:cubicBezTo>
                  <a:pt x="5140964" y="4198114"/>
                  <a:pt x="5145280" y="4196092"/>
                  <a:pt x="5148865" y="4193482"/>
                </a:cubicBezTo>
                <a:cubicBezTo>
                  <a:pt x="5152450" y="4190872"/>
                  <a:pt x="5155218" y="4187760"/>
                  <a:pt x="5157168" y="4184146"/>
                </a:cubicBezTo>
                <a:cubicBezTo>
                  <a:pt x="5159119" y="4180532"/>
                  <a:pt x="5160093" y="4176517"/>
                  <a:pt x="5160094" y="4172100"/>
                </a:cubicBezTo>
                <a:cubicBezTo>
                  <a:pt x="5160093" y="4167970"/>
                  <a:pt x="5159247" y="4164414"/>
                  <a:pt x="5157555" y="4161431"/>
                </a:cubicBezTo>
                <a:cubicBezTo>
                  <a:pt x="5155863" y="4158448"/>
                  <a:pt x="5153669" y="4155853"/>
                  <a:pt x="5150973" y="4153644"/>
                </a:cubicBezTo>
                <a:cubicBezTo>
                  <a:pt x="5148277" y="4151436"/>
                  <a:pt x="5145237" y="4149515"/>
                  <a:pt x="5141853" y="4147880"/>
                </a:cubicBezTo>
                <a:cubicBezTo>
                  <a:pt x="5138469" y="4146245"/>
                  <a:pt x="5135084" y="4144682"/>
                  <a:pt x="5131701" y="4143190"/>
                </a:cubicBezTo>
                <a:cubicBezTo>
                  <a:pt x="5128144" y="4141756"/>
                  <a:pt x="5124903" y="4140365"/>
                  <a:pt x="5121977" y="4139017"/>
                </a:cubicBezTo>
                <a:cubicBezTo>
                  <a:pt x="5119052" y="4137669"/>
                  <a:pt x="5116557" y="4136250"/>
                  <a:pt x="5114492" y="4134758"/>
                </a:cubicBezTo>
                <a:cubicBezTo>
                  <a:pt x="5112427" y="4133267"/>
                  <a:pt x="5110821" y="4131604"/>
                  <a:pt x="5109673" y="4129768"/>
                </a:cubicBezTo>
                <a:cubicBezTo>
                  <a:pt x="5108526" y="4127933"/>
                  <a:pt x="5107952" y="4125810"/>
                  <a:pt x="5107952" y="4123401"/>
                </a:cubicBezTo>
                <a:cubicBezTo>
                  <a:pt x="5107952" y="4119673"/>
                  <a:pt x="5109257" y="4116733"/>
                  <a:pt x="5111867" y="4114582"/>
                </a:cubicBezTo>
                <a:cubicBezTo>
                  <a:pt x="5114477" y="4112431"/>
                  <a:pt x="5118048" y="4111355"/>
                  <a:pt x="5122580" y="4111355"/>
                </a:cubicBezTo>
                <a:cubicBezTo>
                  <a:pt x="5127742" y="4111355"/>
                  <a:pt x="5131843" y="4112861"/>
                  <a:pt x="5134884" y="4115872"/>
                </a:cubicBezTo>
                <a:cubicBezTo>
                  <a:pt x="5137923" y="4118884"/>
                  <a:pt x="5140189" y="4123172"/>
                  <a:pt x="5141681" y="4128736"/>
                </a:cubicBezTo>
                <a:cubicBezTo>
                  <a:pt x="5142254" y="4128850"/>
                  <a:pt x="5142914" y="4128936"/>
                  <a:pt x="5143660" y="4128994"/>
                </a:cubicBezTo>
                <a:cubicBezTo>
                  <a:pt x="5144405" y="4129051"/>
                  <a:pt x="5145065" y="4129080"/>
                  <a:pt x="5145639" y="4129080"/>
                </a:cubicBezTo>
                <a:cubicBezTo>
                  <a:pt x="5147187" y="4129080"/>
                  <a:pt x="5148694" y="4128908"/>
                  <a:pt x="5150156" y="4128563"/>
                </a:cubicBezTo>
                <a:cubicBezTo>
                  <a:pt x="5151618" y="4128219"/>
                  <a:pt x="5152924" y="4127674"/>
                  <a:pt x="5154071" y="4126929"/>
                </a:cubicBezTo>
                <a:cubicBezTo>
                  <a:pt x="5155218" y="4126183"/>
                  <a:pt x="5156136" y="4125222"/>
                  <a:pt x="5156824" y="4124046"/>
                </a:cubicBezTo>
                <a:cubicBezTo>
                  <a:pt x="5157513" y="4122870"/>
                  <a:pt x="5157857" y="4121451"/>
                  <a:pt x="5157857" y="4119787"/>
                </a:cubicBezTo>
                <a:cubicBezTo>
                  <a:pt x="5157857" y="4117493"/>
                  <a:pt x="5157168" y="4115270"/>
                  <a:pt x="5155791" y="4113119"/>
                </a:cubicBezTo>
                <a:cubicBezTo>
                  <a:pt x="5154415" y="4110968"/>
                  <a:pt x="5152450" y="4109061"/>
                  <a:pt x="5149898" y="4107397"/>
                </a:cubicBezTo>
                <a:cubicBezTo>
                  <a:pt x="5147345" y="4105734"/>
                  <a:pt x="5144276" y="4104400"/>
                  <a:pt x="5140691" y="4103396"/>
                </a:cubicBezTo>
                <a:cubicBezTo>
                  <a:pt x="5137106" y="4102393"/>
                  <a:pt x="5133134" y="4101891"/>
                  <a:pt x="5128775" y="4101891"/>
                </a:cubicBezTo>
                <a:close/>
                <a:moveTo>
                  <a:pt x="5036166" y="4101891"/>
                </a:moveTo>
                <a:cubicBezTo>
                  <a:pt x="5034847" y="4102350"/>
                  <a:pt x="5033069" y="4102909"/>
                  <a:pt x="5030832" y="4103568"/>
                </a:cubicBezTo>
                <a:cubicBezTo>
                  <a:pt x="5028594" y="4104228"/>
                  <a:pt x="5025970" y="4104902"/>
                  <a:pt x="5022960" y="4105590"/>
                </a:cubicBezTo>
                <a:cubicBezTo>
                  <a:pt x="5019947" y="4106279"/>
                  <a:pt x="5016649" y="4106938"/>
                  <a:pt x="5013064" y="4107569"/>
                </a:cubicBezTo>
                <a:cubicBezTo>
                  <a:pt x="5009479" y="4108200"/>
                  <a:pt x="5005707" y="4108717"/>
                  <a:pt x="5001750" y="4109118"/>
                </a:cubicBezTo>
                <a:lnTo>
                  <a:pt x="5000029" y="4116174"/>
                </a:lnTo>
                <a:cubicBezTo>
                  <a:pt x="5003528" y="4116174"/>
                  <a:pt x="5006295" y="4116217"/>
                  <a:pt x="5008332" y="4116303"/>
                </a:cubicBezTo>
                <a:cubicBezTo>
                  <a:pt x="5010368" y="4116389"/>
                  <a:pt x="5011917" y="4116690"/>
                  <a:pt x="5012978" y="4117206"/>
                </a:cubicBezTo>
                <a:cubicBezTo>
                  <a:pt x="5014039" y="4117722"/>
                  <a:pt x="5014728" y="4118497"/>
                  <a:pt x="5015043" y="4119529"/>
                </a:cubicBezTo>
                <a:cubicBezTo>
                  <a:pt x="5015358" y="4120562"/>
                  <a:pt x="5015574" y="4122024"/>
                  <a:pt x="5015688" y="4123917"/>
                </a:cubicBezTo>
                <a:cubicBezTo>
                  <a:pt x="5015860" y="4126097"/>
                  <a:pt x="5016019" y="4130084"/>
                  <a:pt x="5016162" y="4135877"/>
                </a:cubicBezTo>
                <a:cubicBezTo>
                  <a:pt x="5016305" y="4141670"/>
                  <a:pt x="5016377" y="4149013"/>
                  <a:pt x="5016377" y="4157904"/>
                </a:cubicBezTo>
                <a:lnTo>
                  <a:pt x="5016377" y="4164959"/>
                </a:lnTo>
                <a:cubicBezTo>
                  <a:pt x="5016377" y="4167598"/>
                  <a:pt x="5016348" y="4170365"/>
                  <a:pt x="5016291" y="4173262"/>
                </a:cubicBezTo>
                <a:cubicBezTo>
                  <a:pt x="5016234" y="4176159"/>
                  <a:pt x="5016147" y="4179070"/>
                  <a:pt x="5016033" y="4181995"/>
                </a:cubicBezTo>
                <a:cubicBezTo>
                  <a:pt x="5015918" y="4184920"/>
                  <a:pt x="5015746" y="4187702"/>
                  <a:pt x="5015516" y="4190341"/>
                </a:cubicBezTo>
                <a:cubicBezTo>
                  <a:pt x="5012075" y="4190800"/>
                  <a:pt x="5009422" y="4191488"/>
                  <a:pt x="5007557" y="4192406"/>
                </a:cubicBezTo>
                <a:cubicBezTo>
                  <a:pt x="5005693" y="4193324"/>
                  <a:pt x="5004331" y="4194270"/>
                  <a:pt x="5003471" y="4195246"/>
                </a:cubicBezTo>
                <a:cubicBezTo>
                  <a:pt x="5002611" y="4196221"/>
                  <a:pt x="5002108" y="4197153"/>
                  <a:pt x="5001965" y="4198042"/>
                </a:cubicBezTo>
                <a:cubicBezTo>
                  <a:pt x="5001821" y="4198931"/>
                  <a:pt x="5001750" y="4199576"/>
                  <a:pt x="5001750" y="4199978"/>
                </a:cubicBezTo>
                <a:cubicBezTo>
                  <a:pt x="5001979" y="4199920"/>
                  <a:pt x="5002811" y="4199820"/>
                  <a:pt x="5004245" y="4199677"/>
                </a:cubicBezTo>
                <a:cubicBezTo>
                  <a:pt x="5005679" y="4199533"/>
                  <a:pt x="5007529" y="4199404"/>
                  <a:pt x="5009795" y="4199289"/>
                </a:cubicBezTo>
                <a:cubicBezTo>
                  <a:pt x="5012060" y="4199175"/>
                  <a:pt x="5014699" y="4199060"/>
                  <a:pt x="5017710" y="4198945"/>
                </a:cubicBezTo>
                <a:cubicBezTo>
                  <a:pt x="5020722" y="4198831"/>
                  <a:pt x="5023920" y="4198773"/>
                  <a:pt x="5027304" y="4198773"/>
                </a:cubicBezTo>
                <a:cubicBezTo>
                  <a:pt x="5030000" y="4198773"/>
                  <a:pt x="5032810" y="4198802"/>
                  <a:pt x="5035736" y="4198859"/>
                </a:cubicBezTo>
                <a:cubicBezTo>
                  <a:pt x="5038661" y="4198917"/>
                  <a:pt x="5041414" y="4198988"/>
                  <a:pt x="5043996" y="4199074"/>
                </a:cubicBezTo>
                <a:cubicBezTo>
                  <a:pt x="5046578" y="4199160"/>
                  <a:pt x="5048800" y="4199261"/>
                  <a:pt x="5050664" y="4199376"/>
                </a:cubicBezTo>
                <a:cubicBezTo>
                  <a:pt x="5052528" y="4199490"/>
                  <a:pt x="5053719" y="4199576"/>
                  <a:pt x="5054235" y="4199634"/>
                </a:cubicBezTo>
                <a:lnTo>
                  <a:pt x="5057332" y="4192406"/>
                </a:lnTo>
                <a:cubicBezTo>
                  <a:pt x="5052629" y="4192005"/>
                  <a:pt x="5048972" y="4191646"/>
                  <a:pt x="5046363" y="4191331"/>
                </a:cubicBezTo>
                <a:cubicBezTo>
                  <a:pt x="5043752" y="4191015"/>
                  <a:pt x="5041816" y="4190571"/>
                  <a:pt x="5040554" y="4189997"/>
                </a:cubicBezTo>
                <a:cubicBezTo>
                  <a:pt x="5039292" y="4189423"/>
                  <a:pt x="5038518" y="4188692"/>
                  <a:pt x="5038231" y="4187803"/>
                </a:cubicBezTo>
                <a:cubicBezTo>
                  <a:pt x="5037944" y="4186914"/>
                  <a:pt x="5037772" y="4185695"/>
                  <a:pt x="5037715" y="4184146"/>
                </a:cubicBezTo>
                <a:cubicBezTo>
                  <a:pt x="5037600" y="4182884"/>
                  <a:pt x="5037514" y="4181436"/>
                  <a:pt x="5037457" y="4179801"/>
                </a:cubicBezTo>
                <a:cubicBezTo>
                  <a:pt x="5037400" y="4178166"/>
                  <a:pt x="5037356" y="4176245"/>
                  <a:pt x="5037328" y="4174036"/>
                </a:cubicBezTo>
                <a:cubicBezTo>
                  <a:pt x="5037299" y="4171828"/>
                  <a:pt x="5037270" y="4169304"/>
                  <a:pt x="5037242" y="4166465"/>
                </a:cubicBezTo>
                <a:cubicBezTo>
                  <a:pt x="5037213" y="4163625"/>
                  <a:pt x="5037199" y="4160399"/>
                  <a:pt x="5037199" y="4156785"/>
                </a:cubicBezTo>
                <a:lnTo>
                  <a:pt x="5037199" y="4143363"/>
                </a:lnTo>
                <a:cubicBezTo>
                  <a:pt x="5037199" y="4139462"/>
                  <a:pt x="5037256" y="4135848"/>
                  <a:pt x="5037371" y="4132521"/>
                </a:cubicBezTo>
                <a:cubicBezTo>
                  <a:pt x="5039436" y="4129080"/>
                  <a:pt x="5041902" y="4126269"/>
                  <a:pt x="5044770" y="4124089"/>
                </a:cubicBezTo>
                <a:cubicBezTo>
                  <a:pt x="5047638" y="4121910"/>
                  <a:pt x="5050966" y="4120820"/>
                  <a:pt x="5054752" y="4120820"/>
                </a:cubicBezTo>
                <a:cubicBezTo>
                  <a:pt x="5057161" y="4120820"/>
                  <a:pt x="5059341" y="4121408"/>
                  <a:pt x="5061290" y="4122584"/>
                </a:cubicBezTo>
                <a:cubicBezTo>
                  <a:pt x="5063241" y="4123759"/>
                  <a:pt x="5064560" y="4125810"/>
                  <a:pt x="5065248" y="4128736"/>
                </a:cubicBezTo>
                <a:cubicBezTo>
                  <a:pt x="5067887" y="4128736"/>
                  <a:pt x="5070181" y="4128363"/>
                  <a:pt x="5072132" y="4127617"/>
                </a:cubicBezTo>
                <a:cubicBezTo>
                  <a:pt x="5074082" y="4126871"/>
                  <a:pt x="5075702" y="4125882"/>
                  <a:pt x="5076993" y="4124649"/>
                </a:cubicBezTo>
                <a:cubicBezTo>
                  <a:pt x="5078283" y="4123415"/>
                  <a:pt x="5079258" y="4121996"/>
                  <a:pt x="5079919" y="4120390"/>
                </a:cubicBezTo>
                <a:cubicBezTo>
                  <a:pt x="5080578" y="4118783"/>
                  <a:pt x="5080907" y="4117120"/>
                  <a:pt x="5080908" y="4115399"/>
                </a:cubicBezTo>
                <a:cubicBezTo>
                  <a:pt x="5080907" y="4113736"/>
                  <a:pt x="5080606" y="4112087"/>
                  <a:pt x="5080004" y="4110452"/>
                </a:cubicBezTo>
                <a:cubicBezTo>
                  <a:pt x="5079402" y="4108817"/>
                  <a:pt x="5078498" y="4107369"/>
                  <a:pt x="5077295" y="4106107"/>
                </a:cubicBezTo>
                <a:cubicBezTo>
                  <a:pt x="5076089" y="4104845"/>
                  <a:pt x="5074584" y="4103827"/>
                  <a:pt x="5072777" y="4103052"/>
                </a:cubicBezTo>
                <a:cubicBezTo>
                  <a:pt x="5070970" y="4102278"/>
                  <a:pt x="5068833" y="4101891"/>
                  <a:pt x="5066367" y="4101891"/>
                </a:cubicBezTo>
                <a:cubicBezTo>
                  <a:pt x="5063958" y="4101891"/>
                  <a:pt x="5061678" y="4102307"/>
                  <a:pt x="5059527" y="4103138"/>
                </a:cubicBezTo>
                <a:cubicBezTo>
                  <a:pt x="5057376" y="4103970"/>
                  <a:pt x="5055196" y="4105232"/>
                  <a:pt x="5052987" y="4106924"/>
                </a:cubicBezTo>
                <a:cubicBezTo>
                  <a:pt x="5050779" y="4108616"/>
                  <a:pt x="5048441" y="4110753"/>
                  <a:pt x="5045975" y="4113334"/>
                </a:cubicBezTo>
                <a:cubicBezTo>
                  <a:pt x="5043508" y="4115915"/>
                  <a:pt x="5040756" y="4118927"/>
                  <a:pt x="5037715" y="4122368"/>
                </a:cubicBezTo>
                <a:lnTo>
                  <a:pt x="5036682" y="4122196"/>
                </a:lnTo>
                <a:cubicBezTo>
                  <a:pt x="5036855" y="4115428"/>
                  <a:pt x="5037199" y="4108946"/>
                  <a:pt x="5037715" y="4102751"/>
                </a:cubicBezTo>
                <a:close/>
                <a:moveTo>
                  <a:pt x="4948858" y="4101891"/>
                </a:moveTo>
                <a:cubicBezTo>
                  <a:pt x="4945416" y="4101891"/>
                  <a:pt x="4941888" y="4102335"/>
                  <a:pt x="4938275" y="4103224"/>
                </a:cubicBezTo>
                <a:cubicBezTo>
                  <a:pt x="4934661" y="4104113"/>
                  <a:pt x="4931147" y="4105318"/>
                  <a:pt x="4927734" y="4106838"/>
                </a:cubicBezTo>
                <a:cubicBezTo>
                  <a:pt x="4924321" y="4108358"/>
                  <a:pt x="4921081" y="4110122"/>
                  <a:pt x="4918012" y="4112130"/>
                </a:cubicBezTo>
                <a:cubicBezTo>
                  <a:pt x="4914943" y="4114137"/>
                  <a:pt x="4912261" y="4116260"/>
                  <a:pt x="4909967" y="4118497"/>
                </a:cubicBezTo>
                <a:cubicBezTo>
                  <a:pt x="4907672" y="4120734"/>
                  <a:pt x="4905851" y="4122999"/>
                  <a:pt x="4904504" y="4125294"/>
                </a:cubicBezTo>
                <a:cubicBezTo>
                  <a:pt x="4903155" y="4127588"/>
                  <a:pt x="4902481" y="4129797"/>
                  <a:pt x="4902481" y="4131919"/>
                </a:cubicBezTo>
                <a:cubicBezTo>
                  <a:pt x="4902481" y="4133296"/>
                  <a:pt x="4902754" y="4134529"/>
                  <a:pt x="4903299" y="4135619"/>
                </a:cubicBezTo>
                <a:cubicBezTo>
                  <a:pt x="4903844" y="4136709"/>
                  <a:pt x="4904575" y="4137641"/>
                  <a:pt x="4905493" y="4138415"/>
                </a:cubicBezTo>
                <a:cubicBezTo>
                  <a:pt x="4906411" y="4139190"/>
                  <a:pt x="4907472" y="4139778"/>
                  <a:pt x="4908676" y="4140179"/>
                </a:cubicBezTo>
                <a:cubicBezTo>
                  <a:pt x="4909881" y="4140581"/>
                  <a:pt x="4911171" y="4140781"/>
                  <a:pt x="4912548" y="4140781"/>
                </a:cubicBezTo>
                <a:cubicBezTo>
                  <a:pt x="4913867" y="4140781"/>
                  <a:pt x="4915201" y="4140595"/>
                  <a:pt x="4916549" y="4140222"/>
                </a:cubicBezTo>
                <a:cubicBezTo>
                  <a:pt x="4917897" y="4139849"/>
                  <a:pt x="4919188" y="4139347"/>
                  <a:pt x="4920421" y="4138716"/>
                </a:cubicBezTo>
                <a:cubicBezTo>
                  <a:pt x="4921654" y="4138085"/>
                  <a:pt x="4922773" y="4137340"/>
                  <a:pt x="4923777" y="4136479"/>
                </a:cubicBezTo>
                <a:cubicBezTo>
                  <a:pt x="4924780" y="4135619"/>
                  <a:pt x="4925598" y="4134701"/>
                  <a:pt x="4926229" y="4133726"/>
                </a:cubicBezTo>
                <a:cubicBezTo>
                  <a:pt x="4924450" y="4132120"/>
                  <a:pt x="4923174" y="4130585"/>
                  <a:pt x="4922400" y="4129123"/>
                </a:cubicBezTo>
                <a:cubicBezTo>
                  <a:pt x="4921625" y="4127660"/>
                  <a:pt x="4921238" y="4126126"/>
                  <a:pt x="4921238" y="4124520"/>
                </a:cubicBezTo>
                <a:cubicBezTo>
                  <a:pt x="4921238" y="4121594"/>
                  <a:pt x="4922400" y="4119328"/>
                  <a:pt x="4924723" y="4117722"/>
                </a:cubicBezTo>
                <a:cubicBezTo>
                  <a:pt x="4927047" y="4116116"/>
                  <a:pt x="4930416" y="4115313"/>
                  <a:pt x="4934833" y="4115313"/>
                </a:cubicBezTo>
                <a:cubicBezTo>
                  <a:pt x="4937816" y="4115313"/>
                  <a:pt x="4940569" y="4115743"/>
                  <a:pt x="4943093" y="4116604"/>
                </a:cubicBezTo>
                <a:cubicBezTo>
                  <a:pt x="4945617" y="4117464"/>
                  <a:pt x="4947811" y="4118884"/>
                  <a:pt x="4949675" y="4120863"/>
                </a:cubicBezTo>
                <a:cubicBezTo>
                  <a:pt x="4951539" y="4122842"/>
                  <a:pt x="4953002" y="4125452"/>
                  <a:pt x="4954063" y="4128693"/>
                </a:cubicBezTo>
                <a:cubicBezTo>
                  <a:pt x="4955124" y="4131933"/>
                  <a:pt x="4955655" y="4135963"/>
                  <a:pt x="4955655" y="4140781"/>
                </a:cubicBezTo>
                <a:lnTo>
                  <a:pt x="4955655" y="4143363"/>
                </a:lnTo>
                <a:cubicBezTo>
                  <a:pt x="4951411" y="4144338"/>
                  <a:pt x="4947036" y="4145428"/>
                  <a:pt x="4942533" y="4146632"/>
                </a:cubicBezTo>
                <a:cubicBezTo>
                  <a:pt x="4938031" y="4147837"/>
                  <a:pt x="4933657" y="4149213"/>
                  <a:pt x="4929412" y="4150762"/>
                </a:cubicBezTo>
                <a:cubicBezTo>
                  <a:pt x="4925167" y="4152311"/>
                  <a:pt x="4921167" y="4154060"/>
                  <a:pt x="4917409" y="4156011"/>
                </a:cubicBezTo>
                <a:cubicBezTo>
                  <a:pt x="4913652" y="4157961"/>
                  <a:pt x="4910354" y="4160169"/>
                  <a:pt x="4907515" y="4162636"/>
                </a:cubicBezTo>
                <a:cubicBezTo>
                  <a:pt x="4904675" y="4165102"/>
                  <a:pt x="4902438" y="4167856"/>
                  <a:pt x="4900803" y="4170896"/>
                </a:cubicBezTo>
                <a:cubicBezTo>
                  <a:pt x="4899169" y="4173936"/>
                  <a:pt x="4898351" y="4177320"/>
                  <a:pt x="4898351" y="4181049"/>
                </a:cubicBezTo>
                <a:cubicBezTo>
                  <a:pt x="4898351" y="4183974"/>
                  <a:pt x="4898883" y="4186699"/>
                  <a:pt x="4899943" y="4189223"/>
                </a:cubicBezTo>
                <a:cubicBezTo>
                  <a:pt x="4901004" y="4191747"/>
                  <a:pt x="4902481" y="4193926"/>
                  <a:pt x="4904374" y="4195762"/>
                </a:cubicBezTo>
                <a:cubicBezTo>
                  <a:pt x="4906267" y="4197597"/>
                  <a:pt x="4908547" y="4199046"/>
                  <a:pt x="4911215" y="4200107"/>
                </a:cubicBezTo>
                <a:cubicBezTo>
                  <a:pt x="4913882" y="4201168"/>
                  <a:pt x="4916822" y="4201699"/>
                  <a:pt x="4920034" y="4201699"/>
                </a:cubicBezTo>
                <a:cubicBezTo>
                  <a:pt x="4925483" y="4201699"/>
                  <a:pt x="4930946" y="4200207"/>
                  <a:pt x="4936425" y="4197224"/>
                </a:cubicBezTo>
                <a:cubicBezTo>
                  <a:pt x="4941903" y="4194242"/>
                  <a:pt x="4947624" y="4190054"/>
                  <a:pt x="4953590" y="4184662"/>
                </a:cubicBezTo>
                <a:lnTo>
                  <a:pt x="4954106" y="4184662"/>
                </a:lnTo>
                <a:lnTo>
                  <a:pt x="4954106" y="4189825"/>
                </a:lnTo>
                <a:cubicBezTo>
                  <a:pt x="4954106" y="4191316"/>
                  <a:pt x="4954321" y="4192765"/>
                  <a:pt x="4954751" y="4194170"/>
                </a:cubicBezTo>
                <a:cubicBezTo>
                  <a:pt x="4955181" y="4195575"/>
                  <a:pt x="4955870" y="4196837"/>
                  <a:pt x="4956816" y="4197956"/>
                </a:cubicBezTo>
                <a:cubicBezTo>
                  <a:pt x="4957763" y="4199074"/>
                  <a:pt x="4958982" y="4199978"/>
                  <a:pt x="4960473" y="4200666"/>
                </a:cubicBezTo>
                <a:cubicBezTo>
                  <a:pt x="4961965" y="4201354"/>
                  <a:pt x="4963801" y="4201699"/>
                  <a:pt x="4965980" y="4201699"/>
                </a:cubicBezTo>
                <a:cubicBezTo>
                  <a:pt x="4967701" y="4201699"/>
                  <a:pt x="4969794" y="4201469"/>
                  <a:pt x="4972261" y="4201010"/>
                </a:cubicBezTo>
                <a:cubicBezTo>
                  <a:pt x="4974727" y="4200551"/>
                  <a:pt x="4977309" y="4199935"/>
                  <a:pt x="4980004" y="4199160"/>
                </a:cubicBezTo>
                <a:cubicBezTo>
                  <a:pt x="4982700" y="4198386"/>
                  <a:pt x="4985368" y="4197468"/>
                  <a:pt x="4988007" y="4196407"/>
                </a:cubicBezTo>
                <a:cubicBezTo>
                  <a:pt x="4990645" y="4195346"/>
                  <a:pt x="4992997" y="4194184"/>
                  <a:pt x="4995062" y="4192922"/>
                </a:cubicBezTo>
                <a:lnTo>
                  <a:pt x="4992997" y="4187416"/>
                </a:lnTo>
                <a:cubicBezTo>
                  <a:pt x="4988580" y="4189137"/>
                  <a:pt x="4984852" y="4189997"/>
                  <a:pt x="4981812" y="4189997"/>
                </a:cubicBezTo>
                <a:cubicBezTo>
                  <a:pt x="4980664" y="4189997"/>
                  <a:pt x="4979660" y="4189854"/>
                  <a:pt x="4978800" y="4189567"/>
                </a:cubicBezTo>
                <a:cubicBezTo>
                  <a:pt x="4977939" y="4189280"/>
                  <a:pt x="4977223" y="4188792"/>
                  <a:pt x="4976649" y="4188104"/>
                </a:cubicBezTo>
                <a:cubicBezTo>
                  <a:pt x="4976075" y="4187416"/>
                  <a:pt x="4975645" y="4186469"/>
                  <a:pt x="4975358" y="4185265"/>
                </a:cubicBezTo>
                <a:cubicBezTo>
                  <a:pt x="4975072" y="4184060"/>
                  <a:pt x="4974928" y="4182511"/>
                  <a:pt x="4974928" y="4180618"/>
                </a:cubicBezTo>
                <a:cubicBezTo>
                  <a:pt x="4974928" y="4179529"/>
                  <a:pt x="4974971" y="4177908"/>
                  <a:pt x="4975057" y="4175757"/>
                </a:cubicBezTo>
                <a:cubicBezTo>
                  <a:pt x="4975143" y="4173606"/>
                  <a:pt x="4975244" y="4171154"/>
                  <a:pt x="4975358" y="4168401"/>
                </a:cubicBezTo>
                <a:cubicBezTo>
                  <a:pt x="4975473" y="4165647"/>
                  <a:pt x="4975617" y="4162751"/>
                  <a:pt x="4975788" y="4159710"/>
                </a:cubicBezTo>
                <a:cubicBezTo>
                  <a:pt x="4975961" y="4156670"/>
                  <a:pt x="4976104" y="4153716"/>
                  <a:pt x="4976219" y="4150848"/>
                </a:cubicBezTo>
                <a:cubicBezTo>
                  <a:pt x="4976333" y="4147980"/>
                  <a:pt x="4976433" y="4145356"/>
                  <a:pt x="4976520" y="4142975"/>
                </a:cubicBezTo>
                <a:cubicBezTo>
                  <a:pt x="4976606" y="4140595"/>
                  <a:pt x="4976649" y="4138688"/>
                  <a:pt x="4976649" y="4137254"/>
                </a:cubicBezTo>
                <a:cubicBezTo>
                  <a:pt x="4976649" y="4133238"/>
                  <a:pt x="4976219" y="4129137"/>
                  <a:pt x="4975358" y="4124950"/>
                </a:cubicBezTo>
                <a:cubicBezTo>
                  <a:pt x="4974498" y="4120762"/>
                  <a:pt x="4973006" y="4116962"/>
                  <a:pt x="4970884" y="4113549"/>
                </a:cubicBezTo>
                <a:cubicBezTo>
                  <a:pt x="4968762" y="4110136"/>
                  <a:pt x="4965908" y="4107340"/>
                  <a:pt x="4962323" y="4105160"/>
                </a:cubicBezTo>
                <a:cubicBezTo>
                  <a:pt x="4958738" y="4102981"/>
                  <a:pt x="4954250" y="4101891"/>
                  <a:pt x="4948858" y="4101891"/>
                </a:cubicBezTo>
                <a:close/>
                <a:moveTo>
                  <a:pt x="4604899" y="4101891"/>
                </a:moveTo>
                <a:cubicBezTo>
                  <a:pt x="4599680" y="4101891"/>
                  <a:pt x="4594732" y="4102608"/>
                  <a:pt x="4590057" y="4104042"/>
                </a:cubicBezTo>
                <a:cubicBezTo>
                  <a:pt x="4585382" y="4105476"/>
                  <a:pt x="4581281" y="4107526"/>
                  <a:pt x="4577754" y="4110194"/>
                </a:cubicBezTo>
                <a:cubicBezTo>
                  <a:pt x="4574226" y="4112861"/>
                  <a:pt x="4571415" y="4116073"/>
                  <a:pt x="4569321" y="4119830"/>
                </a:cubicBezTo>
                <a:cubicBezTo>
                  <a:pt x="4567228" y="4123587"/>
                  <a:pt x="4566181" y="4127789"/>
                  <a:pt x="4566181" y="4132435"/>
                </a:cubicBezTo>
                <a:cubicBezTo>
                  <a:pt x="4566181" y="4136680"/>
                  <a:pt x="4567027" y="4140279"/>
                  <a:pt x="4568720" y="4143234"/>
                </a:cubicBezTo>
                <a:cubicBezTo>
                  <a:pt x="4570411" y="4146188"/>
                  <a:pt x="4572634" y="4148740"/>
                  <a:pt x="4575387" y="4150891"/>
                </a:cubicBezTo>
                <a:cubicBezTo>
                  <a:pt x="4578140" y="4153042"/>
                  <a:pt x="4581238" y="4154921"/>
                  <a:pt x="4584680" y="4156527"/>
                </a:cubicBezTo>
                <a:cubicBezTo>
                  <a:pt x="4588122" y="4158133"/>
                  <a:pt x="4591592" y="4159653"/>
                  <a:pt x="4595091" y="4161087"/>
                </a:cubicBezTo>
                <a:cubicBezTo>
                  <a:pt x="4598016" y="4162406"/>
                  <a:pt x="4600798" y="4163683"/>
                  <a:pt x="4603437" y="4164916"/>
                </a:cubicBezTo>
                <a:cubicBezTo>
                  <a:pt x="4606075" y="4166149"/>
                  <a:pt x="4608384" y="4167497"/>
                  <a:pt x="4610363" y="4168960"/>
                </a:cubicBezTo>
                <a:cubicBezTo>
                  <a:pt x="4612342" y="4170423"/>
                  <a:pt x="4613905" y="4172057"/>
                  <a:pt x="4615052" y="4173864"/>
                </a:cubicBezTo>
                <a:cubicBezTo>
                  <a:pt x="4616200" y="4175671"/>
                  <a:pt x="4616773" y="4177808"/>
                  <a:pt x="4616773" y="4180274"/>
                </a:cubicBezTo>
                <a:cubicBezTo>
                  <a:pt x="4616773" y="4182282"/>
                  <a:pt x="4616400" y="4184046"/>
                  <a:pt x="4615654" y="4185566"/>
                </a:cubicBezTo>
                <a:cubicBezTo>
                  <a:pt x="4614909" y="4187086"/>
                  <a:pt x="4613848" y="4188362"/>
                  <a:pt x="4612472" y="4189395"/>
                </a:cubicBezTo>
                <a:cubicBezTo>
                  <a:pt x="4611095" y="4190427"/>
                  <a:pt x="4609445" y="4191216"/>
                  <a:pt x="4607524" y="4191761"/>
                </a:cubicBezTo>
                <a:cubicBezTo>
                  <a:pt x="4605602" y="4192306"/>
                  <a:pt x="4603495" y="4192578"/>
                  <a:pt x="4601200" y="4192578"/>
                </a:cubicBezTo>
                <a:cubicBezTo>
                  <a:pt x="4598332" y="4192578"/>
                  <a:pt x="4595464" y="4192134"/>
                  <a:pt x="4592596" y="4191245"/>
                </a:cubicBezTo>
                <a:cubicBezTo>
                  <a:pt x="4589727" y="4190355"/>
                  <a:pt x="4587090" y="4188921"/>
                  <a:pt x="4584680" y="4186942"/>
                </a:cubicBezTo>
                <a:cubicBezTo>
                  <a:pt x="4582271" y="4184964"/>
                  <a:pt x="4580234" y="4182411"/>
                  <a:pt x="4578571" y="4179285"/>
                </a:cubicBezTo>
                <a:cubicBezTo>
                  <a:pt x="4576907" y="4176159"/>
                  <a:pt x="4575875" y="4172330"/>
                  <a:pt x="4575473" y="4167798"/>
                </a:cubicBezTo>
                <a:lnTo>
                  <a:pt x="4568935" y="4168142"/>
                </a:lnTo>
                <a:cubicBezTo>
                  <a:pt x="4568705" y="4171756"/>
                  <a:pt x="4568533" y="4174825"/>
                  <a:pt x="4568418" y="4177349"/>
                </a:cubicBezTo>
                <a:cubicBezTo>
                  <a:pt x="4568303" y="4179873"/>
                  <a:pt x="4568217" y="4181966"/>
                  <a:pt x="4568160" y="4183630"/>
                </a:cubicBezTo>
                <a:cubicBezTo>
                  <a:pt x="4568045" y="4185293"/>
                  <a:pt x="4567973" y="4186555"/>
                  <a:pt x="4567945" y="4187416"/>
                </a:cubicBezTo>
                <a:cubicBezTo>
                  <a:pt x="4567917" y="4188276"/>
                  <a:pt x="4567902" y="4188850"/>
                  <a:pt x="4567902" y="4189137"/>
                </a:cubicBezTo>
                <a:cubicBezTo>
                  <a:pt x="4567902" y="4191431"/>
                  <a:pt x="4568705" y="4193381"/>
                  <a:pt x="4570311" y="4194987"/>
                </a:cubicBezTo>
                <a:cubicBezTo>
                  <a:pt x="4571918" y="4196594"/>
                  <a:pt x="4574025" y="4197884"/>
                  <a:pt x="4576635" y="4198859"/>
                </a:cubicBezTo>
                <a:cubicBezTo>
                  <a:pt x="4579245" y="4199834"/>
                  <a:pt x="4582184" y="4200551"/>
                  <a:pt x="4585454" y="4201010"/>
                </a:cubicBezTo>
                <a:cubicBezTo>
                  <a:pt x="4588724" y="4201469"/>
                  <a:pt x="4591993" y="4201699"/>
                  <a:pt x="4595263" y="4201699"/>
                </a:cubicBezTo>
                <a:cubicBezTo>
                  <a:pt x="4601400" y="4201699"/>
                  <a:pt x="4606993" y="4200982"/>
                  <a:pt x="4612041" y="4199548"/>
                </a:cubicBezTo>
                <a:cubicBezTo>
                  <a:pt x="4617089" y="4198114"/>
                  <a:pt x="4621405" y="4196092"/>
                  <a:pt x="4624990" y="4193482"/>
                </a:cubicBezTo>
                <a:cubicBezTo>
                  <a:pt x="4628575" y="4190872"/>
                  <a:pt x="4631343" y="4187760"/>
                  <a:pt x="4633293" y="4184146"/>
                </a:cubicBezTo>
                <a:cubicBezTo>
                  <a:pt x="4635243" y="4180532"/>
                  <a:pt x="4636218" y="4176517"/>
                  <a:pt x="4636218" y="4172100"/>
                </a:cubicBezTo>
                <a:cubicBezTo>
                  <a:pt x="4636218" y="4167970"/>
                  <a:pt x="4635372" y="4164414"/>
                  <a:pt x="4633680" y="4161431"/>
                </a:cubicBezTo>
                <a:cubicBezTo>
                  <a:pt x="4631988" y="4158448"/>
                  <a:pt x="4629794" y="4155853"/>
                  <a:pt x="4627098" y="4153644"/>
                </a:cubicBezTo>
                <a:cubicBezTo>
                  <a:pt x="4624402" y="4151436"/>
                  <a:pt x="4621362" y="4149515"/>
                  <a:pt x="4617978" y="4147880"/>
                </a:cubicBezTo>
                <a:cubicBezTo>
                  <a:pt x="4614594" y="4146245"/>
                  <a:pt x="4611209" y="4144682"/>
                  <a:pt x="4607825" y="4143190"/>
                </a:cubicBezTo>
                <a:cubicBezTo>
                  <a:pt x="4604268" y="4141756"/>
                  <a:pt x="4601027" y="4140365"/>
                  <a:pt x="4598103" y="4139017"/>
                </a:cubicBezTo>
                <a:cubicBezTo>
                  <a:pt x="4595177" y="4137669"/>
                  <a:pt x="4592682" y="4136250"/>
                  <a:pt x="4590616" y="4134758"/>
                </a:cubicBezTo>
                <a:cubicBezTo>
                  <a:pt x="4588552" y="4133267"/>
                  <a:pt x="4586946" y="4131604"/>
                  <a:pt x="4585798" y="4129768"/>
                </a:cubicBezTo>
                <a:cubicBezTo>
                  <a:pt x="4584651" y="4127933"/>
                  <a:pt x="4584077" y="4125810"/>
                  <a:pt x="4584077" y="4123401"/>
                </a:cubicBezTo>
                <a:cubicBezTo>
                  <a:pt x="4584077" y="4119673"/>
                  <a:pt x="4585382" y="4116733"/>
                  <a:pt x="4587992" y="4114582"/>
                </a:cubicBezTo>
                <a:cubicBezTo>
                  <a:pt x="4590602" y="4112431"/>
                  <a:pt x="4594173" y="4111355"/>
                  <a:pt x="4598704" y="4111355"/>
                </a:cubicBezTo>
                <a:cubicBezTo>
                  <a:pt x="4603868" y="4111355"/>
                  <a:pt x="4607968" y="4112861"/>
                  <a:pt x="4611008" y="4115872"/>
                </a:cubicBezTo>
                <a:cubicBezTo>
                  <a:pt x="4614048" y="4118884"/>
                  <a:pt x="4616314" y="4123172"/>
                  <a:pt x="4617806" y="4128736"/>
                </a:cubicBezTo>
                <a:cubicBezTo>
                  <a:pt x="4618379" y="4128850"/>
                  <a:pt x="4619040" y="4128936"/>
                  <a:pt x="4619785" y="4128994"/>
                </a:cubicBezTo>
                <a:cubicBezTo>
                  <a:pt x="4620530" y="4129051"/>
                  <a:pt x="4621190" y="4129080"/>
                  <a:pt x="4621763" y="4129080"/>
                </a:cubicBezTo>
                <a:cubicBezTo>
                  <a:pt x="4623312" y="4129080"/>
                  <a:pt x="4624818" y="4128908"/>
                  <a:pt x="4626281" y="4128563"/>
                </a:cubicBezTo>
                <a:cubicBezTo>
                  <a:pt x="4627743" y="4128219"/>
                  <a:pt x="4629048" y="4127674"/>
                  <a:pt x="4630196" y="4126929"/>
                </a:cubicBezTo>
                <a:cubicBezTo>
                  <a:pt x="4631343" y="4126183"/>
                  <a:pt x="4632261" y="4125222"/>
                  <a:pt x="4632949" y="4124046"/>
                </a:cubicBezTo>
                <a:cubicBezTo>
                  <a:pt x="4633637" y="4122870"/>
                  <a:pt x="4633981" y="4121451"/>
                  <a:pt x="4633981" y="4119787"/>
                </a:cubicBezTo>
                <a:cubicBezTo>
                  <a:pt x="4633981" y="4117493"/>
                  <a:pt x="4633293" y="4115270"/>
                  <a:pt x="4631916" y="4113119"/>
                </a:cubicBezTo>
                <a:cubicBezTo>
                  <a:pt x="4630540" y="4110968"/>
                  <a:pt x="4628575" y="4109061"/>
                  <a:pt x="4626023" y="4107397"/>
                </a:cubicBezTo>
                <a:cubicBezTo>
                  <a:pt x="4623470" y="4105734"/>
                  <a:pt x="4620401" y="4104400"/>
                  <a:pt x="4616816" y="4103396"/>
                </a:cubicBezTo>
                <a:cubicBezTo>
                  <a:pt x="4613231" y="4102393"/>
                  <a:pt x="4609259" y="4101891"/>
                  <a:pt x="4604899" y="4101891"/>
                </a:cubicBezTo>
                <a:close/>
                <a:moveTo>
                  <a:pt x="4512291" y="4101891"/>
                </a:moveTo>
                <a:cubicBezTo>
                  <a:pt x="4510972" y="4102350"/>
                  <a:pt x="4509194" y="4102909"/>
                  <a:pt x="4506957" y="4103568"/>
                </a:cubicBezTo>
                <a:cubicBezTo>
                  <a:pt x="4504720" y="4104228"/>
                  <a:pt x="4502095" y="4104902"/>
                  <a:pt x="4499084" y="4105590"/>
                </a:cubicBezTo>
                <a:cubicBezTo>
                  <a:pt x="4496072" y="4106279"/>
                  <a:pt x="4492774" y="4106938"/>
                  <a:pt x="4489189" y="4107569"/>
                </a:cubicBezTo>
                <a:cubicBezTo>
                  <a:pt x="4485604" y="4108200"/>
                  <a:pt x="4481833" y="4108717"/>
                  <a:pt x="4477875" y="4109118"/>
                </a:cubicBezTo>
                <a:lnTo>
                  <a:pt x="4476154" y="4116174"/>
                </a:lnTo>
                <a:cubicBezTo>
                  <a:pt x="4479653" y="4116174"/>
                  <a:pt x="4482420" y="4116217"/>
                  <a:pt x="4484457" y="4116303"/>
                </a:cubicBezTo>
                <a:cubicBezTo>
                  <a:pt x="4486493" y="4116389"/>
                  <a:pt x="4488042" y="4116690"/>
                  <a:pt x="4489103" y="4117206"/>
                </a:cubicBezTo>
                <a:cubicBezTo>
                  <a:pt x="4490165" y="4117722"/>
                  <a:pt x="4490853" y="4118497"/>
                  <a:pt x="4491168" y="4119529"/>
                </a:cubicBezTo>
                <a:cubicBezTo>
                  <a:pt x="4491483" y="4120562"/>
                  <a:pt x="4491699" y="4122024"/>
                  <a:pt x="4491813" y="4123917"/>
                </a:cubicBezTo>
                <a:cubicBezTo>
                  <a:pt x="4491986" y="4126097"/>
                  <a:pt x="4492143" y="4130084"/>
                  <a:pt x="4492287" y="4135877"/>
                </a:cubicBezTo>
                <a:cubicBezTo>
                  <a:pt x="4492430" y="4141670"/>
                  <a:pt x="4492502" y="4149013"/>
                  <a:pt x="4492502" y="4157904"/>
                </a:cubicBezTo>
                <a:lnTo>
                  <a:pt x="4492502" y="4164959"/>
                </a:lnTo>
                <a:cubicBezTo>
                  <a:pt x="4492502" y="4167598"/>
                  <a:pt x="4492473" y="4170365"/>
                  <a:pt x="4492416" y="4173262"/>
                </a:cubicBezTo>
                <a:cubicBezTo>
                  <a:pt x="4492358" y="4176159"/>
                  <a:pt x="4492272" y="4179070"/>
                  <a:pt x="4492158" y="4181995"/>
                </a:cubicBezTo>
                <a:cubicBezTo>
                  <a:pt x="4492043" y="4184920"/>
                  <a:pt x="4491871" y="4187702"/>
                  <a:pt x="4491641" y="4190341"/>
                </a:cubicBezTo>
                <a:cubicBezTo>
                  <a:pt x="4488200" y="4190800"/>
                  <a:pt x="4485546" y="4191488"/>
                  <a:pt x="4483682" y="4192406"/>
                </a:cubicBezTo>
                <a:cubicBezTo>
                  <a:pt x="4481818" y="4193324"/>
                  <a:pt x="4480456" y="4194270"/>
                  <a:pt x="4479595" y="4195246"/>
                </a:cubicBezTo>
                <a:cubicBezTo>
                  <a:pt x="4478735" y="4196221"/>
                  <a:pt x="4478233" y="4197153"/>
                  <a:pt x="4478090" y="4198042"/>
                </a:cubicBezTo>
                <a:cubicBezTo>
                  <a:pt x="4477946" y="4198931"/>
                  <a:pt x="4477875" y="4199576"/>
                  <a:pt x="4477875" y="4199978"/>
                </a:cubicBezTo>
                <a:cubicBezTo>
                  <a:pt x="4478104" y="4199920"/>
                  <a:pt x="4478936" y="4199820"/>
                  <a:pt x="4480370" y="4199677"/>
                </a:cubicBezTo>
                <a:cubicBezTo>
                  <a:pt x="4481804" y="4199533"/>
                  <a:pt x="4483654" y="4199404"/>
                  <a:pt x="4485920" y="4199289"/>
                </a:cubicBezTo>
                <a:cubicBezTo>
                  <a:pt x="4488186" y="4199175"/>
                  <a:pt x="4490824" y="4199060"/>
                  <a:pt x="4493835" y="4198945"/>
                </a:cubicBezTo>
                <a:cubicBezTo>
                  <a:pt x="4496847" y="4198831"/>
                  <a:pt x="4500044" y="4198773"/>
                  <a:pt x="4503429" y="4198773"/>
                </a:cubicBezTo>
                <a:cubicBezTo>
                  <a:pt x="4506125" y="4198773"/>
                  <a:pt x="4508936" y="4198802"/>
                  <a:pt x="4511861" y="4198859"/>
                </a:cubicBezTo>
                <a:cubicBezTo>
                  <a:pt x="4514786" y="4198917"/>
                  <a:pt x="4517540" y="4198988"/>
                  <a:pt x="4520121" y="4199074"/>
                </a:cubicBezTo>
                <a:cubicBezTo>
                  <a:pt x="4522702" y="4199160"/>
                  <a:pt x="4524925" y="4199261"/>
                  <a:pt x="4526789" y="4199376"/>
                </a:cubicBezTo>
                <a:cubicBezTo>
                  <a:pt x="4528653" y="4199490"/>
                  <a:pt x="4529844" y="4199576"/>
                  <a:pt x="4530360" y="4199634"/>
                </a:cubicBezTo>
                <a:lnTo>
                  <a:pt x="4533457" y="4192406"/>
                </a:lnTo>
                <a:cubicBezTo>
                  <a:pt x="4528754" y="4192005"/>
                  <a:pt x="4525097" y="4191646"/>
                  <a:pt x="4522487" y="4191331"/>
                </a:cubicBezTo>
                <a:cubicBezTo>
                  <a:pt x="4519877" y="4191015"/>
                  <a:pt x="4517942" y="4190571"/>
                  <a:pt x="4516679" y="4189997"/>
                </a:cubicBezTo>
                <a:cubicBezTo>
                  <a:pt x="4515417" y="4189423"/>
                  <a:pt x="4514643" y="4188692"/>
                  <a:pt x="4514356" y="4187803"/>
                </a:cubicBezTo>
                <a:cubicBezTo>
                  <a:pt x="4514069" y="4186914"/>
                  <a:pt x="4513897" y="4185695"/>
                  <a:pt x="4513840" y="4184146"/>
                </a:cubicBezTo>
                <a:cubicBezTo>
                  <a:pt x="4513726" y="4182884"/>
                  <a:pt x="4513639" y="4181436"/>
                  <a:pt x="4513582" y="4179801"/>
                </a:cubicBezTo>
                <a:cubicBezTo>
                  <a:pt x="4513524" y="4178166"/>
                  <a:pt x="4513481" y="4176245"/>
                  <a:pt x="4513453" y="4174036"/>
                </a:cubicBezTo>
                <a:cubicBezTo>
                  <a:pt x="4513424" y="4171828"/>
                  <a:pt x="4513395" y="4169304"/>
                  <a:pt x="4513367" y="4166465"/>
                </a:cubicBezTo>
                <a:cubicBezTo>
                  <a:pt x="4513338" y="4163625"/>
                  <a:pt x="4513324" y="4160399"/>
                  <a:pt x="4513324" y="4156785"/>
                </a:cubicBezTo>
                <a:lnTo>
                  <a:pt x="4513324" y="4143363"/>
                </a:lnTo>
                <a:cubicBezTo>
                  <a:pt x="4513324" y="4139462"/>
                  <a:pt x="4513381" y="4135848"/>
                  <a:pt x="4513496" y="4132521"/>
                </a:cubicBezTo>
                <a:cubicBezTo>
                  <a:pt x="4515561" y="4129080"/>
                  <a:pt x="4518027" y="4126269"/>
                  <a:pt x="4520895" y="4124089"/>
                </a:cubicBezTo>
                <a:cubicBezTo>
                  <a:pt x="4523763" y="4121910"/>
                  <a:pt x="4527090" y="4120820"/>
                  <a:pt x="4530876" y="4120820"/>
                </a:cubicBezTo>
                <a:cubicBezTo>
                  <a:pt x="4533285" y="4120820"/>
                  <a:pt x="4535465" y="4121408"/>
                  <a:pt x="4537415" y="4122584"/>
                </a:cubicBezTo>
                <a:cubicBezTo>
                  <a:pt x="4539365" y="4123759"/>
                  <a:pt x="4540685" y="4125810"/>
                  <a:pt x="4541373" y="4128736"/>
                </a:cubicBezTo>
                <a:cubicBezTo>
                  <a:pt x="4544012" y="4128736"/>
                  <a:pt x="4546306" y="4128363"/>
                  <a:pt x="4548256" y="4127617"/>
                </a:cubicBezTo>
                <a:cubicBezTo>
                  <a:pt x="4550207" y="4126871"/>
                  <a:pt x="4551827" y="4125882"/>
                  <a:pt x="4553118" y="4124649"/>
                </a:cubicBezTo>
                <a:cubicBezTo>
                  <a:pt x="4554408" y="4123415"/>
                  <a:pt x="4555383" y="4121996"/>
                  <a:pt x="4556043" y="4120390"/>
                </a:cubicBezTo>
                <a:cubicBezTo>
                  <a:pt x="4556703" y="4118783"/>
                  <a:pt x="4557033" y="4117120"/>
                  <a:pt x="4557033" y="4115399"/>
                </a:cubicBezTo>
                <a:cubicBezTo>
                  <a:pt x="4557033" y="4113736"/>
                  <a:pt x="4556731" y="4112087"/>
                  <a:pt x="4556129" y="4110452"/>
                </a:cubicBezTo>
                <a:cubicBezTo>
                  <a:pt x="4555527" y="4108817"/>
                  <a:pt x="4554623" y="4107369"/>
                  <a:pt x="4553419" y="4106107"/>
                </a:cubicBezTo>
                <a:cubicBezTo>
                  <a:pt x="4552214" y="4104845"/>
                  <a:pt x="4550709" y="4103827"/>
                  <a:pt x="4548902" y="4103052"/>
                </a:cubicBezTo>
                <a:cubicBezTo>
                  <a:pt x="4547095" y="4102278"/>
                  <a:pt x="4544958" y="4101891"/>
                  <a:pt x="4542492" y="4101891"/>
                </a:cubicBezTo>
                <a:cubicBezTo>
                  <a:pt x="4540083" y="4101891"/>
                  <a:pt x="4537802" y="4102307"/>
                  <a:pt x="4535651" y="4103138"/>
                </a:cubicBezTo>
                <a:cubicBezTo>
                  <a:pt x="4533500" y="4103970"/>
                  <a:pt x="4531320" y="4105232"/>
                  <a:pt x="4529113" y="4106924"/>
                </a:cubicBezTo>
                <a:cubicBezTo>
                  <a:pt x="4526904" y="4108616"/>
                  <a:pt x="4524566" y="4110753"/>
                  <a:pt x="4522100" y="4113334"/>
                </a:cubicBezTo>
                <a:cubicBezTo>
                  <a:pt x="4519633" y="4115915"/>
                  <a:pt x="4516880" y="4118927"/>
                  <a:pt x="4513840" y="4122368"/>
                </a:cubicBezTo>
                <a:lnTo>
                  <a:pt x="4512807" y="4122196"/>
                </a:lnTo>
                <a:cubicBezTo>
                  <a:pt x="4512980" y="4115428"/>
                  <a:pt x="4513324" y="4108946"/>
                  <a:pt x="4513840" y="4102751"/>
                </a:cubicBezTo>
                <a:close/>
                <a:moveTo>
                  <a:pt x="4435196" y="4101891"/>
                </a:moveTo>
                <a:cubicBezTo>
                  <a:pt x="4428829" y="4101891"/>
                  <a:pt x="4422548" y="4103009"/>
                  <a:pt x="4416353" y="4105246"/>
                </a:cubicBezTo>
                <a:cubicBezTo>
                  <a:pt x="4410158" y="4107483"/>
                  <a:pt x="4404608" y="4110882"/>
                  <a:pt x="4399704" y="4115442"/>
                </a:cubicBezTo>
                <a:cubicBezTo>
                  <a:pt x="4394799" y="4120002"/>
                  <a:pt x="4390841" y="4125724"/>
                  <a:pt x="4387830" y="4132607"/>
                </a:cubicBezTo>
                <a:cubicBezTo>
                  <a:pt x="4384819" y="4139491"/>
                  <a:pt x="4383313" y="4147579"/>
                  <a:pt x="4383313" y="4156871"/>
                </a:cubicBezTo>
                <a:cubicBezTo>
                  <a:pt x="4383313" y="4165188"/>
                  <a:pt x="4384517" y="4172201"/>
                  <a:pt x="4386927" y="4177908"/>
                </a:cubicBezTo>
                <a:cubicBezTo>
                  <a:pt x="4389336" y="4183616"/>
                  <a:pt x="4392491" y="4188233"/>
                  <a:pt x="4396391" y="4191761"/>
                </a:cubicBezTo>
                <a:cubicBezTo>
                  <a:pt x="4400292" y="4195289"/>
                  <a:pt x="4404708" y="4197827"/>
                  <a:pt x="4409641" y="4199376"/>
                </a:cubicBezTo>
                <a:cubicBezTo>
                  <a:pt x="4414574" y="4200924"/>
                  <a:pt x="4419565" y="4201699"/>
                  <a:pt x="4424613" y="4201699"/>
                </a:cubicBezTo>
                <a:cubicBezTo>
                  <a:pt x="4438953" y="4201699"/>
                  <a:pt x="4453236" y="4195963"/>
                  <a:pt x="4467461" y="4184490"/>
                </a:cubicBezTo>
                <a:lnTo>
                  <a:pt x="4464020" y="4178812"/>
                </a:lnTo>
                <a:cubicBezTo>
                  <a:pt x="4461324" y="4180188"/>
                  <a:pt x="4458872" y="4181335"/>
                  <a:pt x="4456663" y="4182253"/>
                </a:cubicBezTo>
                <a:cubicBezTo>
                  <a:pt x="4454455" y="4183171"/>
                  <a:pt x="4452361" y="4183917"/>
                  <a:pt x="4450382" y="4184490"/>
                </a:cubicBezTo>
                <a:cubicBezTo>
                  <a:pt x="4448403" y="4185064"/>
                  <a:pt x="4446468" y="4185465"/>
                  <a:pt x="4444574" y="4185695"/>
                </a:cubicBezTo>
                <a:cubicBezTo>
                  <a:pt x="4442682" y="4185924"/>
                  <a:pt x="4440731" y="4186039"/>
                  <a:pt x="4438724" y="4186039"/>
                </a:cubicBezTo>
                <a:cubicBezTo>
                  <a:pt x="4433733" y="4186039"/>
                  <a:pt x="4429187" y="4185351"/>
                  <a:pt x="4425086" y="4183974"/>
                </a:cubicBezTo>
                <a:cubicBezTo>
                  <a:pt x="4420985" y="4182597"/>
                  <a:pt x="4417457" y="4180432"/>
                  <a:pt x="4414503" y="4177478"/>
                </a:cubicBezTo>
                <a:cubicBezTo>
                  <a:pt x="4411549" y="4174524"/>
                  <a:pt x="4409226" y="4170709"/>
                  <a:pt x="4407534" y="4166034"/>
                </a:cubicBezTo>
                <a:cubicBezTo>
                  <a:pt x="4405841" y="4161360"/>
                  <a:pt x="4404881" y="4155695"/>
                  <a:pt x="4404651" y="4149041"/>
                </a:cubicBezTo>
                <a:lnTo>
                  <a:pt x="4462816" y="4146632"/>
                </a:lnTo>
                <a:cubicBezTo>
                  <a:pt x="4463446" y="4144166"/>
                  <a:pt x="4463948" y="4141713"/>
                  <a:pt x="4464321" y="4139276"/>
                </a:cubicBezTo>
                <a:cubicBezTo>
                  <a:pt x="4464694" y="4136838"/>
                  <a:pt x="4464880" y="4134328"/>
                  <a:pt x="4464880" y="4131747"/>
                </a:cubicBezTo>
                <a:cubicBezTo>
                  <a:pt x="4464880" y="4127732"/>
                  <a:pt x="4464378" y="4123917"/>
                  <a:pt x="4463374" y="4120303"/>
                </a:cubicBezTo>
                <a:cubicBezTo>
                  <a:pt x="4462371" y="4116690"/>
                  <a:pt x="4460721" y="4113521"/>
                  <a:pt x="4458428" y="4110796"/>
                </a:cubicBezTo>
                <a:cubicBezTo>
                  <a:pt x="4456133" y="4108071"/>
                  <a:pt x="4453078" y="4105906"/>
                  <a:pt x="4449263" y="4104300"/>
                </a:cubicBezTo>
                <a:cubicBezTo>
                  <a:pt x="4445450" y="4102694"/>
                  <a:pt x="4440760" y="4101891"/>
                  <a:pt x="4435196" y="4101891"/>
                </a:cubicBezTo>
                <a:close/>
                <a:moveTo>
                  <a:pt x="4112327" y="4101891"/>
                </a:moveTo>
                <a:cubicBezTo>
                  <a:pt x="4111008" y="4102350"/>
                  <a:pt x="4109201" y="4102909"/>
                  <a:pt x="4106907" y="4103568"/>
                </a:cubicBezTo>
                <a:cubicBezTo>
                  <a:pt x="4104612" y="4104228"/>
                  <a:pt x="4101974" y="4104902"/>
                  <a:pt x="4098991" y="4105590"/>
                </a:cubicBezTo>
                <a:cubicBezTo>
                  <a:pt x="4096008" y="4106279"/>
                  <a:pt x="4092724" y="4106938"/>
                  <a:pt x="4089139" y="4107569"/>
                </a:cubicBezTo>
                <a:cubicBezTo>
                  <a:pt x="4085554" y="4108200"/>
                  <a:pt x="4081811" y="4108717"/>
                  <a:pt x="4077911" y="4109118"/>
                </a:cubicBezTo>
                <a:lnTo>
                  <a:pt x="4076190" y="4116174"/>
                </a:lnTo>
                <a:cubicBezTo>
                  <a:pt x="4079804" y="4116174"/>
                  <a:pt x="4082629" y="4116217"/>
                  <a:pt x="4084665" y="4116303"/>
                </a:cubicBezTo>
                <a:cubicBezTo>
                  <a:pt x="4086701" y="4116389"/>
                  <a:pt x="4088236" y="4116675"/>
                  <a:pt x="4089268" y="4117163"/>
                </a:cubicBezTo>
                <a:cubicBezTo>
                  <a:pt x="4090301" y="4117651"/>
                  <a:pt x="4090960" y="4118396"/>
                  <a:pt x="4091247" y="4119400"/>
                </a:cubicBezTo>
                <a:cubicBezTo>
                  <a:pt x="4091534" y="4120404"/>
                  <a:pt x="4091735" y="4121852"/>
                  <a:pt x="4091849" y="4123745"/>
                </a:cubicBezTo>
                <a:cubicBezTo>
                  <a:pt x="4091907" y="4124778"/>
                  <a:pt x="4091978" y="4126240"/>
                  <a:pt x="4092064" y="4128133"/>
                </a:cubicBezTo>
                <a:cubicBezTo>
                  <a:pt x="4092150" y="4130026"/>
                  <a:pt x="4092222" y="4132536"/>
                  <a:pt x="4092280" y="4135662"/>
                </a:cubicBezTo>
                <a:cubicBezTo>
                  <a:pt x="4092337" y="4138788"/>
                  <a:pt x="4092394" y="4142603"/>
                  <a:pt x="4092452" y="4147105"/>
                </a:cubicBezTo>
                <a:cubicBezTo>
                  <a:pt x="4092509" y="4151608"/>
                  <a:pt x="4092538" y="4156957"/>
                  <a:pt x="4092538" y="4163152"/>
                </a:cubicBezTo>
                <a:lnTo>
                  <a:pt x="4092538" y="4167798"/>
                </a:lnTo>
                <a:cubicBezTo>
                  <a:pt x="4092538" y="4169921"/>
                  <a:pt x="4092509" y="4172287"/>
                  <a:pt x="4092452" y="4174897"/>
                </a:cubicBezTo>
                <a:cubicBezTo>
                  <a:pt x="4092394" y="4177507"/>
                  <a:pt x="4092308" y="4180174"/>
                  <a:pt x="4092194" y="4182899"/>
                </a:cubicBezTo>
                <a:cubicBezTo>
                  <a:pt x="4092079" y="4185623"/>
                  <a:pt x="4091907" y="4188104"/>
                  <a:pt x="4091677" y="4190341"/>
                </a:cubicBezTo>
                <a:cubicBezTo>
                  <a:pt x="4088236" y="4190800"/>
                  <a:pt x="4085582" y="4191488"/>
                  <a:pt x="4083719" y="4192406"/>
                </a:cubicBezTo>
                <a:cubicBezTo>
                  <a:pt x="4081854" y="4193324"/>
                  <a:pt x="4080492" y="4194270"/>
                  <a:pt x="4079631" y="4195246"/>
                </a:cubicBezTo>
                <a:cubicBezTo>
                  <a:pt x="4078771" y="4196221"/>
                  <a:pt x="4078269" y="4197153"/>
                  <a:pt x="4078126" y="4198042"/>
                </a:cubicBezTo>
                <a:cubicBezTo>
                  <a:pt x="4077982" y="4198931"/>
                  <a:pt x="4077911" y="4199576"/>
                  <a:pt x="4077911" y="4199978"/>
                </a:cubicBezTo>
                <a:cubicBezTo>
                  <a:pt x="4078140" y="4199920"/>
                  <a:pt x="4078943" y="4199834"/>
                  <a:pt x="4080320" y="4199720"/>
                </a:cubicBezTo>
                <a:cubicBezTo>
                  <a:pt x="4081697" y="4199605"/>
                  <a:pt x="4083503" y="4199476"/>
                  <a:pt x="4085740" y="4199332"/>
                </a:cubicBezTo>
                <a:cubicBezTo>
                  <a:pt x="4087977" y="4199189"/>
                  <a:pt x="4090573" y="4199060"/>
                  <a:pt x="4093527" y="4198945"/>
                </a:cubicBezTo>
                <a:cubicBezTo>
                  <a:pt x="4096481" y="4198831"/>
                  <a:pt x="4099679" y="4198773"/>
                  <a:pt x="4103121" y="4198773"/>
                </a:cubicBezTo>
                <a:cubicBezTo>
                  <a:pt x="4105874" y="4198773"/>
                  <a:pt x="4108584" y="4198802"/>
                  <a:pt x="4111252" y="4198859"/>
                </a:cubicBezTo>
                <a:cubicBezTo>
                  <a:pt x="4113919" y="4198917"/>
                  <a:pt x="4116357" y="4198988"/>
                  <a:pt x="4118565" y="4199074"/>
                </a:cubicBezTo>
                <a:cubicBezTo>
                  <a:pt x="4120774" y="4199160"/>
                  <a:pt x="4122638" y="4199261"/>
                  <a:pt x="4124158" y="4199376"/>
                </a:cubicBezTo>
                <a:cubicBezTo>
                  <a:pt x="4125678" y="4199490"/>
                  <a:pt x="4126667" y="4199576"/>
                  <a:pt x="4127126" y="4199634"/>
                </a:cubicBezTo>
                <a:lnTo>
                  <a:pt x="4130224" y="4192406"/>
                </a:lnTo>
                <a:cubicBezTo>
                  <a:pt x="4126381" y="4192005"/>
                  <a:pt x="4123383" y="4191632"/>
                  <a:pt x="4121232" y="4191288"/>
                </a:cubicBezTo>
                <a:cubicBezTo>
                  <a:pt x="4119081" y="4190943"/>
                  <a:pt x="4117490" y="4190499"/>
                  <a:pt x="4116457" y="4189954"/>
                </a:cubicBezTo>
                <a:cubicBezTo>
                  <a:pt x="4115425" y="4189409"/>
                  <a:pt x="4114779" y="4188706"/>
                  <a:pt x="4114521" y="4187846"/>
                </a:cubicBezTo>
                <a:cubicBezTo>
                  <a:pt x="4114263" y="4186985"/>
                  <a:pt x="4114105" y="4185810"/>
                  <a:pt x="4114048" y="4184318"/>
                </a:cubicBezTo>
                <a:cubicBezTo>
                  <a:pt x="4113933" y="4182769"/>
                  <a:pt x="4113847" y="4181106"/>
                  <a:pt x="4113790" y="4179328"/>
                </a:cubicBezTo>
                <a:cubicBezTo>
                  <a:pt x="4113732" y="4177550"/>
                  <a:pt x="4113675" y="4175456"/>
                  <a:pt x="4113618" y="4173047"/>
                </a:cubicBezTo>
                <a:cubicBezTo>
                  <a:pt x="4113560" y="4170638"/>
                  <a:pt x="4113532" y="4167770"/>
                  <a:pt x="4113532" y="4164443"/>
                </a:cubicBezTo>
                <a:lnTo>
                  <a:pt x="4113532" y="4142416"/>
                </a:lnTo>
                <a:cubicBezTo>
                  <a:pt x="4113532" y="4140351"/>
                  <a:pt x="4113560" y="4138214"/>
                  <a:pt x="4113618" y="4136006"/>
                </a:cubicBezTo>
                <a:cubicBezTo>
                  <a:pt x="4113675" y="4133798"/>
                  <a:pt x="4113761" y="4131661"/>
                  <a:pt x="4113876" y="4129596"/>
                </a:cubicBezTo>
                <a:cubicBezTo>
                  <a:pt x="4115425" y="4128047"/>
                  <a:pt x="4117117" y="4126599"/>
                  <a:pt x="4118952" y="4125251"/>
                </a:cubicBezTo>
                <a:cubicBezTo>
                  <a:pt x="4120788" y="4123903"/>
                  <a:pt x="4122738" y="4122713"/>
                  <a:pt x="4124803" y="4121680"/>
                </a:cubicBezTo>
                <a:cubicBezTo>
                  <a:pt x="4126868" y="4120648"/>
                  <a:pt x="4129005" y="4119845"/>
                  <a:pt x="4131213" y="4119271"/>
                </a:cubicBezTo>
                <a:cubicBezTo>
                  <a:pt x="4133422" y="4118697"/>
                  <a:pt x="4135701" y="4118411"/>
                  <a:pt x="4138053" y="4118411"/>
                </a:cubicBezTo>
                <a:cubicBezTo>
                  <a:pt x="4142241" y="4118411"/>
                  <a:pt x="4145496" y="4119328"/>
                  <a:pt x="4147819" y="4121164"/>
                </a:cubicBezTo>
                <a:cubicBezTo>
                  <a:pt x="4150142" y="4122999"/>
                  <a:pt x="4151863" y="4125394"/>
                  <a:pt x="4152982" y="4128348"/>
                </a:cubicBezTo>
                <a:cubicBezTo>
                  <a:pt x="4154100" y="4131302"/>
                  <a:pt x="4154774" y="4134615"/>
                  <a:pt x="4155004" y="4138286"/>
                </a:cubicBezTo>
                <a:cubicBezTo>
                  <a:pt x="4155233" y="4141957"/>
                  <a:pt x="4155348" y="4145600"/>
                  <a:pt x="4155348" y="4149213"/>
                </a:cubicBezTo>
                <a:cubicBezTo>
                  <a:pt x="4155348" y="4153401"/>
                  <a:pt x="4155305" y="4157387"/>
                  <a:pt x="4155219" y="4161173"/>
                </a:cubicBezTo>
                <a:cubicBezTo>
                  <a:pt x="4155133" y="4164959"/>
                  <a:pt x="4154975" y="4168816"/>
                  <a:pt x="4154746" y="4172746"/>
                </a:cubicBezTo>
                <a:cubicBezTo>
                  <a:pt x="4154516" y="4176675"/>
                  <a:pt x="4154244" y="4180776"/>
                  <a:pt x="4153928" y="4185050"/>
                </a:cubicBezTo>
                <a:cubicBezTo>
                  <a:pt x="4153613" y="4189323"/>
                  <a:pt x="4153225" y="4194012"/>
                  <a:pt x="4152767" y="4199117"/>
                </a:cubicBezTo>
                <a:cubicBezTo>
                  <a:pt x="4154430" y="4199003"/>
                  <a:pt x="4156265" y="4198917"/>
                  <a:pt x="4158273" y="4198859"/>
                </a:cubicBezTo>
                <a:cubicBezTo>
                  <a:pt x="4160281" y="4198802"/>
                  <a:pt x="4162489" y="4198773"/>
                  <a:pt x="4164898" y="4198773"/>
                </a:cubicBezTo>
                <a:cubicBezTo>
                  <a:pt x="4167938" y="4198773"/>
                  <a:pt x="4170821" y="4198802"/>
                  <a:pt x="4173545" y="4198859"/>
                </a:cubicBezTo>
                <a:cubicBezTo>
                  <a:pt x="4176270" y="4198917"/>
                  <a:pt x="4178708" y="4198988"/>
                  <a:pt x="4180859" y="4199074"/>
                </a:cubicBezTo>
                <a:cubicBezTo>
                  <a:pt x="4183010" y="4199160"/>
                  <a:pt x="4184802" y="4199261"/>
                  <a:pt x="4186236" y="4199376"/>
                </a:cubicBezTo>
                <a:cubicBezTo>
                  <a:pt x="4187671" y="4199490"/>
                  <a:pt x="4188617" y="4199576"/>
                  <a:pt x="4189076" y="4199634"/>
                </a:cubicBezTo>
                <a:lnTo>
                  <a:pt x="4192173" y="4192406"/>
                </a:lnTo>
                <a:cubicBezTo>
                  <a:pt x="4188330" y="4192005"/>
                  <a:pt x="4185290" y="4191589"/>
                  <a:pt x="4183053" y="4191158"/>
                </a:cubicBezTo>
                <a:cubicBezTo>
                  <a:pt x="4180816" y="4190728"/>
                  <a:pt x="4179124" y="4190155"/>
                  <a:pt x="4177977" y="4189438"/>
                </a:cubicBezTo>
                <a:cubicBezTo>
                  <a:pt x="4176829" y="4188721"/>
                  <a:pt x="4176098" y="4187817"/>
                  <a:pt x="4175783" y="4186727"/>
                </a:cubicBezTo>
                <a:cubicBezTo>
                  <a:pt x="4175467" y="4185638"/>
                  <a:pt x="4175309" y="4184232"/>
                  <a:pt x="4175309" y="4182511"/>
                </a:cubicBezTo>
                <a:cubicBezTo>
                  <a:pt x="4175309" y="4180733"/>
                  <a:pt x="4175395" y="4178209"/>
                  <a:pt x="4175567" y="4174940"/>
                </a:cubicBezTo>
                <a:cubicBezTo>
                  <a:pt x="4175740" y="4171670"/>
                  <a:pt x="4175912" y="4168085"/>
                  <a:pt x="4176084" y="4164185"/>
                </a:cubicBezTo>
                <a:cubicBezTo>
                  <a:pt x="4176256" y="4160284"/>
                  <a:pt x="4176428" y="4156269"/>
                  <a:pt x="4176600" y="4152139"/>
                </a:cubicBezTo>
                <a:cubicBezTo>
                  <a:pt x="4176772" y="4148009"/>
                  <a:pt x="4176858" y="4144166"/>
                  <a:pt x="4176858" y="4140609"/>
                </a:cubicBezTo>
                <a:cubicBezTo>
                  <a:pt x="4176858" y="4138888"/>
                  <a:pt x="4176815" y="4137082"/>
                  <a:pt x="4176729" y="4135189"/>
                </a:cubicBezTo>
                <a:cubicBezTo>
                  <a:pt x="4176643" y="4133296"/>
                  <a:pt x="4176456" y="4131432"/>
                  <a:pt x="4176170" y="4129596"/>
                </a:cubicBezTo>
                <a:cubicBezTo>
                  <a:pt x="4177718" y="4128047"/>
                  <a:pt x="4179396" y="4126599"/>
                  <a:pt x="4181203" y="4125251"/>
                </a:cubicBezTo>
                <a:cubicBezTo>
                  <a:pt x="4183010" y="4123903"/>
                  <a:pt x="4184917" y="4122713"/>
                  <a:pt x="4186925" y="4121680"/>
                </a:cubicBezTo>
                <a:cubicBezTo>
                  <a:pt x="4188933" y="4120648"/>
                  <a:pt x="4191040" y="4119845"/>
                  <a:pt x="4193249" y="4119271"/>
                </a:cubicBezTo>
                <a:cubicBezTo>
                  <a:pt x="4195457" y="4118697"/>
                  <a:pt x="4197737" y="4118411"/>
                  <a:pt x="4200090" y="4118411"/>
                </a:cubicBezTo>
                <a:cubicBezTo>
                  <a:pt x="4204276" y="4118411"/>
                  <a:pt x="4207560" y="4119328"/>
                  <a:pt x="4209941" y="4121164"/>
                </a:cubicBezTo>
                <a:cubicBezTo>
                  <a:pt x="4212321" y="4122999"/>
                  <a:pt x="4214071" y="4125380"/>
                  <a:pt x="4215189" y="4128305"/>
                </a:cubicBezTo>
                <a:cubicBezTo>
                  <a:pt x="4216308" y="4131231"/>
                  <a:pt x="4216996" y="4134558"/>
                  <a:pt x="4217254" y="4138286"/>
                </a:cubicBezTo>
                <a:cubicBezTo>
                  <a:pt x="4217512" y="4142015"/>
                  <a:pt x="4217642" y="4145772"/>
                  <a:pt x="4217642" y="4149558"/>
                </a:cubicBezTo>
                <a:cubicBezTo>
                  <a:pt x="4217642" y="4153630"/>
                  <a:pt x="4217584" y="4157559"/>
                  <a:pt x="4217469" y="4161345"/>
                </a:cubicBezTo>
                <a:cubicBezTo>
                  <a:pt x="4217355" y="4165131"/>
                  <a:pt x="4217183" y="4168974"/>
                  <a:pt x="4216953" y="4172875"/>
                </a:cubicBezTo>
                <a:cubicBezTo>
                  <a:pt x="4216724" y="4176775"/>
                  <a:pt x="4216408" y="4180862"/>
                  <a:pt x="4216007" y="4185136"/>
                </a:cubicBezTo>
                <a:cubicBezTo>
                  <a:pt x="4215605" y="4189409"/>
                  <a:pt x="4215118" y="4194070"/>
                  <a:pt x="4214544" y="4199117"/>
                </a:cubicBezTo>
                <a:cubicBezTo>
                  <a:pt x="4216207" y="4199003"/>
                  <a:pt x="4218072" y="4198917"/>
                  <a:pt x="4220137" y="4198859"/>
                </a:cubicBezTo>
                <a:cubicBezTo>
                  <a:pt x="4222202" y="4198802"/>
                  <a:pt x="4224439" y="4198773"/>
                  <a:pt x="4226848" y="4198773"/>
                </a:cubicBezTo>
                <a:cubicBezTo>
                  <a:pt x="4229888" y="4198773"/>
                  <a:pt x="4232799" y="4198802"/>
                  <a:pt x="4235581" y="4198859"/>
                </a:cubicBezTo>
                <a:cubicBezTo>
                  <a:pt x="4238363" y="4198917"/>
                  <a:pt x="4240873" y="4198988"/>
                  <a:pt x="4243110" y="4199074"/>
                </a:cubicBezTo>
                <a:cubicBezTo>
                  <a:pt x="4245347" y="4199160"/>
                  <a:pt x="4247225" y="4199261"/>
                  <a:pt x="4248745" y="4199376"/>
                </a:cubicBezTo>
                <a:cubicBezTo>
                  <a:pt x="4250265" y="4199490"/>
                  <a:pt x="4251255" y="4199576"/>
                  <a:pt x="4251714" y="4199634"/>
                </a:cubicBezTo>
                <a:lnTo>
                  <a:pt x="4254811" y="4192406"/>
                </a:lnTo>
                <a:cubicBezTo>
                  <a:pt x="4250911" y="4192005"/>
                  <a:pt x="4247800" y="4191589"/>
                  <a:pt x="4245476" y="4191158"/>
                </a:cubicBezTo>
                <a:cubicBezTo>
                  <a:pt x="4243153" y="4190728"/>
                  <a:pt x="4241389" y="4190169"/>
                  <a:pt x="4240184" y="4189481"/>
                </a:cubicBezTo>
                <a:cubicBezTo>
                  <a:pt x="4238980" y="4188792"/>
                  <a:pt x="4238191" y="4187903"/>
                  <a:pt x="4237818" y="4186813"/>
                </a:cubicBezTo>
                <a:cubicBezTo>
                  <a:pt x="4237446" y="4185724"/>
                  <a:pt x="4237259" y="4184318"/>
                  <a:pt x="4237259" y="4182597"/>
                </a:cubicBezTo>
                <a:cubicBezTo>
                  <a:pt x="4237259" y="4180819"/>
                  <a:pt x="4237359" y="4178267"/>
                  <a:pt x="4237560" y="4174940"/>
                </a:cubicBezTo>
                <a:cubicBezTo>
                  <a:pt x="4237761" y="4171613"/>
                  <a:pt x="4238005" y="4167970"/>
                  <a:pt x="4238291" y="4164012"/>
                </a:cubicBezTo>
                <a:cubicBezTo>
                  <a:pt x="4238521" y="4160112"/>
                  <a:pt x="4238750" y="4156125"/>
                  <a:pt x="4238980" y="4152053"/>
                </a:cubicBezTo>
                <a:cubicBezTo>
                  <a:pt x="4239209" y="4147980"/>
                  <a:pt x="4239324" y="4144338"/>
                  <a:pt x="4239324" y="4141125"/>
                </a:cubicBezTo>
                <a:cubicBezTo>
                  <a:pt x="4239324" y="4135504"/>
                  <a:pt x="4238879" y="4130299"/>
                  <a:pt x="4237990" y="4125509"/>
                </a:cubicBezTo>
                <a:cubicBezTo>
                  <a:pt x="4237101" y="4120719"/>
                  <a:pt x="4235625" y="4116575"/>
                  <a:pt x="4233559" y="4113076"/>
                </a:cubicBezTo>
                <a:cubicBezTo>
                  <a:pt x="4231494" y="4109577"/>
                  <a:pt x="4228741" y="4106838"/>
                  <a:pt x="4225299" y="4104859"/>
                </a:cubicBezTo>
                <a:cubicBezTo>
                  <a:pt x="4221858" y="4102880"/>
                  <a:pt x="4217584" y="4101891"/>
                  <a:pt x="4212479" y="4101891"/>
                </a:cubicBezTo>
                <a:cubicBezTo>
                  <a:pt x="4208808" y="4101891"/>
                  <a:pt x="4205295" y="4102393"/>
                  <a:pt x="4201939" y="4103396"/>
                </a:cubicBezTo>
                <a:cubicBezTo>
                  <a:pt x="4198583" y="4104400"/>
                  <a:pt x="4195357" y="4105777"/>
                  <a:pt x="4192259" y="4107526"/>
                </a:cubicBezTo>
                <a:cubicBezTo>
                  <a:pt x="4189162" y="4109276"/>
                  <a:pt x="4186194" y="4111327"/>
                  <a:pt x="4183354" y="4113678"/>
                </a:cubicBezTo>
                <a:cubicBezTo>
                  <a:pt x="4180515" y="4116030"/>
                  <a:pt x="4177776" y="4118525"/>
                  <a:pt x="4175137" y="4121164"/>
                </a:cubicBezTo>
                <a:lnTo>
                  <a:pt x="4174449" y="4121164"/>
                </a:lnTo>
                <a:cubicBezTo>
                  <a:pt x="4173646" y="4118239"/>
                  <a:pt x="4172570" y="4115586"/>
                  <a:pt x="4171222" y="4113205"/>
                </a:cubicBezTo>
                <a:cubicBezTo>
                  <a:pt x="4169874" y="4110825"/>
                  <a:pt x="4168225" y="4108803"/>
                  <a:pt x="4166275" y="4107139"/>
                </a:cubicBezTo>
                <a:cubicBezTo>
                  <a:pt x="4164325" y="4105476"/>
                  <a:pt x="4162045" y="4104185"/>
                  <a:pt x="4159435" y="4103267"/>
                </a:cubicBezTo>
                <a:cubicBezTo>
                  <a:pt x="4156825" y="4102350"/>
                  <a:pt x="4153856" y="4101891"/>
                  <a:pt x="4150530" y="4101891"/>
                </a:cubicBezTo>
                <a:cubicBezTo>
                  <a:pt x="4146858" y="4101891"/>
                  <a:pt x="4143374" y="4102421"/>
                  <a:pt x="4140075" y="4103482"/>
                </a:cubicBezTo>
                <a:cubicBezTo>
                  <a:pt x="4136777" y="4104544"/>
                  <a:pt x="4133608" y="4105963"/>
                  <a:pt x="4130568" y="4107741"/>
                </a:cubicBezTo>
                <a:cubicBezTo>
                  <a:pt x="4127528" y="4109520"/>
                  <a:pt x="4124617" y="4111556"/>
                  <a:pt x="4121835" y="4113850"/>
                </a:cubicBezTo>
                <a:cubicBezTo>
                  <a:pt x="4119053" y="4116145"/>
                  <a:pt x="4116342" y="4118525"/>
                  <a:pt x="4113704" y="4120992"/>
                </a:cubicBezTo>
                <a:lnTo>
                  <a:pt x="4113188" y="4120820"/>
                </a:lnTo>
                <a:cubicBezTo>
                  <a:pt x="4113188" y="4116862"/>
                  <a:pt x="4113259" y="4113406"/>
                  <a:pt x="4113403" y="4110452"/>
                </a:cubicBezTo>
                <a:cubicBezTo>
                  <a:pt x="4113546" y="4107498"/>
                  <a:pt x="4113704" y="4104931"/>
                  <a:pt x="4113876" y="4102751"/>
                </a:cubicBezTo>
                <a:close/>
                <a:moveTo>
                  <a:pt x="4035146" y="4101891"/>
                </a:moveTo>
                <a:cubicBezTo>
                  <a:pt x="4028779" y="4101891"/>
                  <a:pt x="4022498" y="4103009"/>
                  <a:pt x="4016303" y="4105246"/>
                </a:cubicBezTo>
                <a:cubicBezTo>
                  <a:pt x="4010108" y="4107483"/>
                  <a:pt x="4004558" y="4110882"/>
                  <a:pt x="3999654" y="4115442"/>
                </a:cubicBezTo>
                <a:cubicBezTo>
                  <a:pt x="3994749" y="4120002"/>
                  <a:pt x="3990792" y="4125724"/>
                  <a:pt x="3987780" y="4132607"/>
                </a:cubicBezTo>
                <a:cubicBezTo>
                  <a:pt x="3984769" y="4139491"/>
                  <a:pt x="3983263" y="4147579"/>
                  <a:pt x="3983263" y="4156871"/>
                </a:cubicBezTo>
                <a:cubicBezTo>
                  <a:pt x="3983263" y="4165188"/>
                  <a:pt x="3984468" y="4172201"/>
                  <a:pt x="3986877" y="4177908"/>
                </a:cubicBezTo>
                <a:cubicBezTo>
                  <a:pt x="3989286" y="4183616"/>
                  <a:pt x="3992441" y="4188233"/>
                  <a:pt x="3996341" y="4191761"/>
                </a:cubicBezTo>
                <a:cubicBezTo>
                  <a:pt x="4000242" y="4195289"/>
                  <a:pt x="4004658" y="4197827"/>
                  <a:pt x="4009592" y="4199376"/>
                </a:cubicBezTo>
                <a:cubicBezTo>
                  <a:pt x="4014525" y="4200924"/>
                  <a:pt x="4019515" y="4201699"/>
                  <a:pt x="4024563" y="4201699"/>
                </a:cubicBezTo>
                <a:cubicBezTo>
                  <a:pt x="4038903" y="4201699"/>
                  <a:pt x="4053186" y="4195963"/>
                  <a:pt x="4067411" y="4184490"/>
                </a:cubicBezTo>
                <a:lnTo>
                  <a:pt x="4063970" y="4178812"/>
                </a:lnTo>
                <a:cubicBezTo>
                  <a:pt x="4061274" y="4180188"/>
                  <a:pt x="4058821" y="4181335"/>
                  <a:pt x="4056613" y="4182253"/>
                </a:cubicBezTo>
                <a:cubicBezTo>
                  <a:pt x="4054405" y="4183171"/>
                  <a:pt x="4052311" y="4183917"/>
                  <a:pt x="4050332" y="4184490"/>
                </a:cubicBezTo>
                <a:cubicBezTo>
                  <a:pt x="4048353" y="4185064"/>
                  <a:pt x="4046417" y="4185465"/>
                  <a:pt x="4044524" y="4185695"/>
                </a:cubicBezTo>
                <a:cubicBezTo>
                  <a:pt x="4042631" y="4185924"/>
                  <a:pt x="4040681" y="4186039"/>
                  <a:pt x="4038674" y="4186039"/>
                </a:cubicBezTo>
                <a:cubicBezTo>
                  <a:pt x="4033683" y="4186039"/>
                  <a:pt x="4029137" y="4185351"/>
                  <a:pt x="4025036" y="4183974"/>
                </a:cubicBezTo>
                <a:cubicBezTo>
                  <a:pt x="4020935" y="4182597"/>
                  <a:pt x="4017407" y="4180432"/>
                  <a:pt x="4014453" y="4177478"/>
                </a:cubicBezTo>
                <a:cubicBezTo>
                  <a:pt x="4011499" y="4174524"/>
                  <a:pt x="4009176" y="4170709"/>
                  <a:pt x="4007483" y="4166034"/>
                </a:cubicBezTo>
                <a:cubicBezTo>
                  <a:pt x="4005791" y="4161360"/>
                  <a:pt x="4004831" y="4155695"/>
                  <a:pt x="4004601" y="4149041"/>
                </a:cubicBezTo>
                <a:lnTo>
                  <a:pt x="4062765" y="4146632"/>
                </a:lnTo>
                <a:cubicBezTo>
                  <a:pt x="4063396" y="4144166"/>
                  <a:pt x="4063898" y="4141713"/>
                  <a:pt x="4064271" y="4139276"/>
                </a:cubicBezTo>
                <a:cubicBezTo>
                  <a:pt x="4064643" y="4136838"/>
                  <a:pt x="4064830" y="4134328"/>
                  <a:pt x="4064830" y="4131747"/>
                </a:cubicBezTo>
                <a:cubicBezTo>
                  <a:pt x="4064830" y="4127732"/>
                  <a:pt x="4064328" y="4123917"/>
                  <a:pt x="4063324" y="4120303"/>
                </a:cubicBezTo>
                <a:cubicBezTo>
                  <a:pt x="4062321" y="4116690"/>
                  <a:pt x="4060671" y="4113521"/>
                  <a:pt x="4058377" y="4110796"/>
                </a:cubicBezTo>
                <a:cubicBezTo>
                  <a:pt x="4056083" y="4108071"/>
                  <a:pt x="4053028" y="4105906"/>
                  <a:pt x="4049214" y="4104300"/>
                </a:cubicBezTo>
                <a:cubicBezTo>
                  <a:pt x="4045399" y="4102694"/>
                  <a:pt x="4040710" y="4101891"/>
                  <a:pt x="4035146" y="4101891"/>
                </a:cubicBezTo>
                <a:close/>
                <a:moveTo>
                  <a:pt x="3569402" y="4101891"/>
                </a:moveTo>
                <a:cubicBezTo>
                  <a:pt x="3568083" y="4102350"/>
                  <a:pt x="3566276" y="4102909"/>
                  <a:pt x="3563982" y="4103568"/>
                </a:cubicBezTo>
                <a:cubicBezTo>
                  <a:pt x="3561687" y="4104228"/>
                  <a:pt x="3559048" y="4104902"/>
                  <a:pt x="3556066" y="4105590"/>
                </a:cubicBezTo>
                <a:cubicBezTo>
                  <a:pt x="3553083" y="4106279"/>
                  <a:pt x="3549799" y="4106938"/>
                  <a:pt x="3546214" y="4107569"/>
                </a:cubicBezTo>
                <a:cubicBezTo>
                  <a:pt x="3542629" y="4108200"/>
                  <a:pt x="3538886" y="4108717"/>
                  <a:pt x="3534985" y="4109118"/>
                </a:cubicBezTo>
                <a:lnTo>
                  <a:pt x="3533265" y="4116174"/>
                </a:lnTo>
                <a:cubicBezTo>
                  <a:pt x="3536878" y="4116174"/>
                  <a:pt x="3539704" y="4116217"/>
                  <a:pt x="3541740" y="4116303"/>
                </a:cubicBezTo>
                <a:cubicBezTo>
                  <a:pt x="3543776" y="4116389"/>
                  <a:pt x="3545311" y="4116675"/>
                  <a:pt x="3546343" y="4117163"/>
                </a:cubicBezTo>
                <a:cubicBezTo>
                  <a:pt x="3547376" y="4117651"/>
                  <a:pt x="3548035" y="4118396"/>
                  <a:pt x="3548322" y="4119400"/>
                </a:cubicBezTo>
                <a:cubicBezTo>
                  <a:pt x="3548609" y="4120404"/>
                  <a:pt x="3548810" y="4121852"/>
                  <a:pt x="3548924" y="4123745"/>
                </a:cubicBezTo>
                <a:cubicBezTo>
                  <a:pt x="3548982" y="4124778"/>
                  <a:pt x="3549053" y="4126240"/>
                  <a:pt x="3549139" y="4128133"/>
                </a:cubicBezTo>
                <a:cubicBezTo>
                  <a:pt x="3549225" y="4130026"/>
                  <a:pt x="3549297" y="4132536"/>
                  <a:pt x="3549354" y="4135662"/>
                </a:cubicBezTo>
                <a:cubicBezTo>
                  <a:pt x="3549412" y="4138788"/>
                  <a:pt x="3549469" y="4142603"/>
                  <a:pt x="3549526" y="4147105"/>
                </a:cubicBezTo>
                <a:cubicBezTo>
                  <a:pt x="3549584" y="4151608"/>
                  <a:pt x="3549613" y="4156957"/>
                  <a:pt x="3549613" y="4163152"/>
                </a:cubicBezTo>
                <a:lnTo>
                  <a:pt x="3549613" y="4167798"/>
                </a:lnTo>
                <a:cubicBezTo>
                  <a:pt x="3549613" y="4169921"/>
                  <a:pt x="3549584" y="4172287"/>
                  <a:pt x="3549526" y="4174897"/>
                </a:cubicBezTo>
                <a:cubicBezTo>
                  <a:pt x="3549469" y="4177507"/>
                  <a:pt x="3549383" y="4180174"/>
                  <a:pt x="3549268" y="4182899"/>
                </a:cubicBezTo>
                <a:cubicBezTo>
                  <a:pt x="3549153" y="4185623"/>
                  <a:pt x="3548982" y="4188104"/>
                  <a:pt x="3548752" y="4190341"/>
                </a:cubicBezTo>
                <a:cubicBezTo>
                  <a:pt x="3545310" y="4190800"/>
                  <a:pt x="3542658" y="4191488"/>
                  <a:pt x="3540793" y="4192406"/>
                </a:cubicBezTo>
                <a:cubicBezTo>
                  <a:pt x="3538929" y="4193324"/>
                  <a:pt x="3537567" y="4194270"/>
                  <a:pt x="3536706" y="4195246"/>
                </a:cubicBezTo>
                <a:cubicBezTo>
                  <a:pt x="3535846" y="4196221"/>
                  <a:pt x="3535344" y="4197153"/>
                  <a:pt x="3535201" y="4198042"/>
                </a:cubicBezTo>
                <a:cubicBezTo>
                  <a:pt x="3535057" y="4198931"/>
                  <a:pt x="3534985" y="4199576"/>
                  <a:pt x="3534985" y="4199978"/>
                </a:cubicBezTo>
                <a:cubicBezTo>
                  <a:pt x="3535215" y="4199920"/>
                  <a:pt x="3536018" y="4199834"/>
                  <a:pt x="3537395" y="4199720"/>
                </a:cubicBezTo>
                <a:cubicBezTo>
                  <a:pt x="3538771" y="4199605"/>
                  <a:pt x="3540578" y="4199476"/>
                  <a:pt x="3542815" y="4199332"/>
                </a:cubicBezTo>
                <a:cubicBezTo>
                  <a:pt x="3545052" y="4199189"/>
                  <a:pt x="3547648" y="4199060"/>
                  <a:pt x="3550602" y="4198945"/>
                </a:cubicBezTo>
                <a:cubicBezTo>
                  <a:pt x="3553556" y="4198831"/>
                  <a:pt x="3556754" y="4198773"/>
                  <a:pt x="3560196" y="4198773"/>
                </a:cubicBezTo>
                <a:cubicBezTo>
                  <a:pt x="3562949" y="4198773"/>
                  <a:pt x="3565659" y="4198802"/>
                  <a:pt x="3568326" y="4198859"/>
                </a:cubicBezTo>
                <a:cubicBezTo>
                  <a:pt x="3570994" y="4198917"/>
                  <a:pt x="3573432" y="4198988"/>
                  <a:pt x="3575640" y="4199074"/>
                </a:cubicBezTo>
                <a:cubicBezTo>
                  <a:pt x="3577849" y="4199160"/>
                  <a:pt x="3579713" y="4199261"/>
                  <a:pt x="3581233" y="4199376"/>
                </a:cubicBezTo>
                <a:cubicBezTo>
                  <a:pt x="3582753" y="4199490"/>
                  <a:pt x="3583742" y="4199576"/>
                  <a:pt x="3584201" y="4199634"/>
                </a:cubicBezTo>
                <a:lnTo>
                  <a:pt x="3587298" y="4192406"/>
                </a:lnTo>
                <a:cubicBezTo>
                  <a:pt x="3583456" y="4192005"/>
                  <a:pt x="3580458" y="4191632"/>
                  <a:pt x="3578307" y="4191288"/>
                </a:cubicBezTo>
                <a:cubicBezTo>
                  <a:pt x="3576156" y="4190943"/>
                  <a:pt x="3574565" y="4190499"/>
                  <a:pt x="3573532" y="4189954"/>
                </a:cubicBezTo>
                <a:cubicBezTo>
                  <a:pt x="3572499" y="4189409"/>
                  <a:pt x="3571854" y="4188706"/>
                  <a:pt x="3571596" y="4187846"/>
                </a:cubicBezTo>
                <a:cubicBezTo>
                  <a:pt x="3571338" y="4186985"/>
                  <a:pt x="3571180" y="4185810"/>
                  <a:pt x="3571123" y="4184318"/>
                </a:cubicBezTo>
                <a:cubicBezTo>
                  <a:pt x="3571008" y="4182769"/>
                  <a:pt x="3570922" y="4181106"/>
                  <a:pt x="3570865" y="4179328"/>
                </a:cubicBezTo>
                <a:cubicBezTo>
                  <a:pt x="3570807" y="4177550"/>
                  <a:pt x="3570750" y="4175456"/>
                  <a:pt x="3570693" y="4173047"/>
                </a:cubicBezTo>
                <a:cubicBezTo>
                  <a:pt x="3570635" y="4170638"/>
                  <a:pt x="3570607" y="4167770"/>
                  <a:pt x="3570607" y="4164443"/>
                </a:cubicBezTo>
                <a:lnTo>
                  <a:pt x="3570607" y="4142416"/>
                </a:lnTo>
                <a:cubicBezTo>
                  <a:pt x="3570607" y="4140351"/>
                  <a:pt x="3570635" y="4138214"/>
                  <a:pt x="3570693" y="4136006"/>
                </a:cubicBezTo>
                <a:cubicBezTo>
                  <a:pt x="3570750" y="4133798"/>
                  <a:pt x="3570836" y="4131661"/>
                  <a:pt x="3570951" y="4129596"/>
                </a:cubicBezTo>
                <a:cubicBezTo>
                  <a:pt x="3572499" y="4128047"/>
                  <a:pt x="3574192" y="4126599"/>
                  <a:pt x="3576027" y="4125251"/>
                </a:cubicBezTo>
                <a:cubicBezTo>
                  <a:pt x="3577863" y="4123903"/>
                  <a:pt x="3579813" y="4122713"/>
                  <a:pt x="3581878" y="4121680"/>
                </a:cubicBezTo>
                <a:cubicBezTo>
                  <a:pt x="3583943" y="4120648"/>
                  <a:pt x="3586080" y="4119845"/>
                  <a:pt x="3588288" y="4119271"/>
                </a:cubicBezTo>
                <a:cubicBezTo>
                  <a:pt x="3590496" y="4118697"/>
                  <a:pt x="3592777" y="4118411"/>
                  <a:pt x="3595128" y="4118411"/>
                </a:cubicBezTo>
                <a:cubicBezTo>
                  <a:pt x="3599316" y="4118411"/>
                  <a:pt x="3602571" y="4119328"/>
                  <a:pt x="3604894" y="4121164"/>
                </a:cubicBezTo>
                <a:cubicBezTo>
                  <a:pt x="3607217" y="4122999"/>
                  <a:pt x="3608938" y="4125394"/>
                  <a:pt x="3610056" y="4128348"/>
                </a:cubicBezTo>
                <a:cubicBezTo>
                  <a:pt x="3611175" y="4131302"/>
                  <a:pt x="3611849" y="4134615"/>
                  <a:pt x="3612078" y="4138286"/>
                </a:cubicBezTo>
                <a:cubicBezTo>
                  <a:pt x="3612308" y="4141957"/>
                  <a:pt x="3612423" y="4145600"/>
                  <a:pt x="3612423" y="4149213"/>
                </a:cubicBezTo>
                <a:cubicBezTo>
                  <a:pt x="3612423" y="4153401"/>
                  <a:pt x="3612380" y="4157387"/>
                  <a:pt x="3612294" y="4161173"/>
                </a:cubicBezTo>
                <a:cubicBezTo>
                  <a:pt x="3612208" y="4164959"/>
                  <a:pt x="3612050" y="4168816"/>
                  <a:pt x="3611820" y="4172746"/>
                </a:cubicBezTo>
                <a:cubicBezTo>
                  <a:pt x="3611591" y="4176675"/>
                  <a:pt x="3611319" y="4180776"/>
                  <a:pt x="3611003" y="4185050"/>
                </a:cubicBezTo>
                <a:cubicBezTo>
                  <a:pt x="3610688" y="4189323"/>
                  <a:pt x="3610300" y="4194012"/>
                  <a:pt x="3609841" y="4199117"/>
                </a:cubicBezTo>
                <a:cubicBezTo>
                  <a:pt x="3611505" y="4199003"/>
                  <a:pt x="3613341" y="4198917"/>
                  <a:pt x="3615348" y="4198859"/>
                </a:cubicBezTo>
                <a:cubicBezTo>
                  <a:pt x="3617356" y="4198802"/>
                  <a:pt x="3619564" y="4198773"/>
                  <a:pt x="3621973" y="4198773"/>
                </a:cubicBezTo>
                <a:cubicBezTo>
                  <a:pt x="3625013" y="4198773"/>
                  <a:pt x="3627896" y="4198802"/>
                  <a:pt x="3630620" y="4198859"/>
                </a:cubicBezTo>
                <a:cubicBezTo>
                  <a:pt x="3633345" y="4198917"/>
                  <a:pt x="3635783" y="4198988"/>
                  <a:pt x="3637934" y="4199074"/>
                </a:cubicBezTo>
                <a:cubicBezTo>
                  <a:pt x="3640085" y="4199160"/>
                  <a:pt x="3641878" y="4199261"/>
                  <a:pt x="3643312" y="4199376"/>
                </a:cubicBezTo>
                <a:cubicBezTo>
                  <a:pt x="3644746" y="4199490"/>
                  <a:pt x="3645692" y="4199576"/>
                  <a:pt x="3646151" y="4199634"/>
                </a:cubicBezTo>
                <a:lnTo>
                  <a:pt x="3649248" y="4192406"/>
                </a:lnTo>
                <a:cubicBezTo>
                  <a:pt x="3645405" y="4192005"/>
                  <a:pt x="3642365" y="4191589"/>
                  <a:pt x="3640128" y="4191158"/>
                </a:cubicBezTo>
                <a:cubicBezTo>
                  <a:pt x="3637891" y="4190728"/>
                  <a:pt x="3636199" y="4190155"/>
                  <a:pt x="3635052" y="4189438"/>
                </a:cubicBezTo>
                <a:cubicBezTo>
                  <a:pt x="3633904" y="4188721"/>
                  <a:pt x="3633173" y="4187817"/>
                  <a:pt x="3632858" y="4186727"/>
                </a:cubicBezTo>
                <a:cubicBezTo>
                  <a:pt x="3632542" y="4185638"/>
                  <a:pt x="3632384" y="4184232"/>
                  <a:pt x="3632384" y="4182511"/>
                </a:cubicBezTo>
                <a:cubicBezTo>
                  <a:pt x="3632384" y="4180733"/>
                  <a:pt x="3632470" y="4178209"/>
                  <a:pt x="3632642" y="4174940"/>
                </a:cubicBezTo>
                <a:cubicBezTo>
                  <a:pt x="3632814" y="4171670"/>
                  <a:pt x="3632987" y="4168085"/>
                  <a:pt x="3633159" y="4164185"/>
                </a:cubicBezTo>
                <a:cubicBezTo>
                  <a:pt x="3633331" y="4160284"/>
                  <a:pt x="3633503" y="4156269"/>
                  <a:pt x="3633675" y="4152139"/>
                </a:cubicBezTo>
                <a:cubicBezTo>
                  <a:pt x="3633847" y="4148009"/>
                  <a:pt x="3633933" y="4144166"/>
                  <a:pt x="3633933" y="4140609"/>
                </a:cubicBezTo>
                <a:cubicBezTo>
                  <a:pt x="3633933" y="4138888"/>
                  <a:pt x="3633890" y="4137082"/>
                  <a:pt x="3633804" y="4135189"/>
                </a:cubicBezTo>
                <a:cubicBezTo>
                  <a:pt x="3633718" y="4133296"/>
                  <a:pt x="3633532" y="4131432"/>
                  <a:pt x="3633245" y="4129596"/>
                </a:cubicBezTo>
                <a:cubicBezTo>
                  <a:pt x="3634794" y="4128047"/>
                  <a:pt x="3636471" y="4126599"/>
                  <a:pt x="3638278" y="4125251"/>
                </a:cubicBezTo>
                <a:cubicBezTo>
                  <a:pt x="3640085" y="4123903"/>
                  <a:pt x="3641992" y="4122713"/>
                  <a:pt x="3644000" y="4121680"/>
                </a:cubicBezTo>
                <a:cubicBezTo>
                  <a:pt x="3646007" y="4120648"/>
                  <a:pt x="3648116" y="4119845"/>
                  <a:pt x="3650324" y="4119271"/>
                </a:cubicBezTo>
                <a:cubicBezTo>
                  <a:pt x="3652532" y="4118697"/>
                  <a:pt x="3654812" y="4118411"/>
                  <a:pt x="3657164" y="4118411"/>
                </a:cubicBezTo>
                <a:cubicBezTo>
                  <a:pt x="3661352" y="4118411"/>
                  <a:pt x="3664635" y="4119328"/>
                  <a:pt x="3667016" y="4121164"/>
                </a:cubicBezTo>
                <a:cubicBezTo>
                  <a:pt x="3669396" y="4122999"/>
                  <a:pt x="3671146" y="4125380"/>
                  <a:pt x="3672264" y="4128305"/>
                </a:cubicBezTo>
                <a:cubicBezTo>
                  <a:pt x="3673383" y="4131231"/>
                  <a:pt x="3674071" y="4134558"/>
                  <a:pt x="3674329" y="4138286"/>
                </a:cubicBezTo>
                <a:cubicBezTo>
                  <a:pt x="3674587" y="4142015"/>
                  <a:pt x="3674717" y="4145772"/>
                  <a:pt x="3674717" y="4149558"/>
                </a:cubicBezTo>
                <a:cubicBezTo>
                  <a:pt x="3674717" y="4153630"/>
                  <a:pt x="3674659" y="4157559"/>
                  <a:pt x="3674545" y="4161345"/>
                </a:cubicBezTo>
                <a:cubicBezTo>
                  <a:pt x="3674430" y="4165131"/>
                  <a:pt x="3674258" y="4168974"/>
                  <a:pt x="3674028" y="4172875"/>
                </a:cubicBezTo>
                <a:cubicBezTo>
                  <a:pt x="3673799" y="4176775"/>
                  <a:pt x="3673483" y="4180862"/>
                  <a:pt x="3673082" y="4185136"/>
                </a:cubicBezTo>
                <a:cubicBezTo>
                  <a:pt x="3672680" y="4189409"/>
                  <a:pt x="3672193" y="4194070"/>
                  <a:pt x="3671619" y="4199117"/>
                </a:cubicBezTo>
                <a:cubicBezTo>
                  <a:pt x="3673283" y="4199003"/>
                  <a:pt x="3675147" y="4198917"/>
                  <a:pt x="3677212" y="4198859"/>
                </a:cubicBezTo>
                <a:cubicBezTo>
                  <a:pt x="3679277" y="4198802"/>
                  <a:pt x="3681514" y="4198773"/>
                  <a:pt x="3683923" y="4198773"/>
                </a:cubicBezTo>
                <a:cubicBezTo>
                  <a:pt x="3686963" y="4198773"/>
                  <a:pt x="3689874" y="4198802"/>
                  <a:pt x="3692656" y="4198859"/>
                </a:cubicBezTo>
                <a:cubicBezTo>
                  <a:pt x="3695438" y="4198917"/>
                  <a:pt x="3697948" y="4198988"/>
                  <a:pt x="3700185" y="4199074"/>
                </a:cubicBezTo>
                <a:cubicBezTo>
                  <a:pt x="3702422" y="4199160"/>
                  <a:pt x="3704300" y="4199261"/>
                  <a:pt x="3705821" y="4199376"/>
                </a:cubicBezTo>
                <a:cubicBezTo>
                  <a:pt x="3707340" y="4199490"/>
                  <a:pt x="3708330" y="4199576"/>
                  <a:pt x="3708789" y="4199634"/>
                </a:cubicBezTo>
                <a:lnTo>
                  <a:pt x="3711886" y="4192406"/>
                </a:lnTo>
                <a:cubicBezTo>
                  <a:pt x="3707986" y="4192005"/>
                  <a:pt x="3704874" y="4191589"/>
                  <a:pt x="3702551" y="4191158"/>
                </a:cubicBezTo>
                <a:cubicBezTo>
                  <a:pt x="3700228" y="4190728"/>
                  <a:pt x="3698464" y="4190169"/>
                  <a:pt x="3697259" y="4189481"/>
                </a:cubicBezTo>
                <a:cubicBezTo>
                  <a:pt x="3696055" y="4188792"/>
                  <a:pt x="3695266" y="4187903"/>
                  <a:pt x="3694893" y="4186813"/>
                </a:cubicBezTo>
                <a:cubicBezTo>
                  <a:pt x="3694520" y="4185724"/>
                  <a:pt x="3694334" y="4184318"/>
                  <a:pt x="3694334" y="4182597"/>
                </a:cubicBezTo>
                <a:cubicBezTo>
                  <a:pt x="3694334" y="4180819"/>
                  <a:pt x="3694434" y="4178267"/>
                  <a:pt x="3694635" y="4174940"/>
                </a:cubicBezTo>
                <a:cubicBezTo>
                  <a:pt x="3694836" y="4171613"/>
                  <a:pt x="3695080" y="4167970"/>
                  <a:pt x="3695367" y="4164012"/>
                </a:cubicBezTo>
                <a:cubicBezTo>
                  <a:pt x="3695596" y="4160112"/>
                  <a:pt x="3695825" y="4156125"/>
                  <a:pt x="3696055" y="4152053"/>
                </a:cubicBezTo>
                <a:cubicBezTo>
                  <a:pt x="3696284" y="4147980"/>
                  <a:pt x="3696399" y="4144338"/>
                  <a:pt x="3696399" y="4141125"/>
                </a:cubicBezTo>
                <a:cubicBezTo>
                  <a:pt x="3696399" y="4135504"/>
                  <a:pt x="3695954" y="4130299"/>
                  <a:pt x="3695065" y="4125509"/>
                </a:cubicBezTo>
                <a:cubicBezTo>
                  <a:pt x="3694176" y="4120719"/>
                  <a:pt x="3692699" y="4116575"/>
                  <a:pt x="3690634" y="4113076"/>
                </a:cubicBezTo>
                <a:cubicBezTo>
                  <a:pt x="3688569" y="4109577"/>
                  <a:pt x="3685816" y="4106838"/>
                  <a:pt x="3682374" y="4104859"/>
                </a:cubicBezTo>
                <a:cubicBezTo>
                  <a:pt x="3678933" y="4102880"/>
                  <a:pt x="3674659" y="4101891"/>
                  <a:pt x="3669554" y="4101891"/>
                </a:cubicBezTo>
                <a:cubicBezTo>
                  <a:pt x="3665883" y="4101891"/>
                  <a:pt x="3662370" y="4102393"/>
                  <a:pt x="3659014" y="4103396"/>
                </a:cubicBezTo>
                <a:cubicBezTo>
                  <a:pt x="3655659" y="4104400"/>
                  <a:pt x="3652432" y="4105777"/>
                  <a:pt x="3649334" y="4107526"/>
                </a:cubicBezTo>
                <a:cubicBezTo>
                  <a:pt x="3646237" y="4109276"/>
                  <a:pt x="3643269" y="4111327"/>
                  <a:pt x="3640429" y="4113678"/>
                </a:cubicBezTo>
                <a:cubicBezTo>
                  <a:pt x="3637590" y="4116030"/>
                  <a:pt x="3634851" y="4118525"/>
                  <a:pt x="3632212" y="4121164"/>
                </a:cubicBezTo>
                <a:lnTo>
                  <a:pt x="3631524" y="4121164"/>
                </a:lnTo>
                <a:cubicBezTo>
                  <a:pt x="3630721" y="4118239"/>
                  <a:pt x="3629645" y="4115586"/>
                  <a:pt x="3628297" y="4113205"/>
                </a:cubicBezTo>
                <a:cubicBezTo>
                  <a:pt x="3626949" y="4110825"/>
                  <a:pt x="3625300" y="4108803"/>
                  <a:pt x="3623350" y="4107139"/>
                </a:cubicBezTo>
                <a:cubicBezTo>
                  <a:pt x="3621400" y="4105476"/>
                  <a:pt x="3619120" y="4104185"/>
                  <a:pt x="3616510" y="4103267"/>
                </a:cubicBezTo>
                <a:cubicBezTo>
                  <a:pt x="3613900" y="4102350"/>
                  <a:pt x="3610931" y="4101891"/>
                  <a:pt x="3607604" y="4101891"/>
                </a:cubicBezTo>
                <a:cubicBezTo>
                  <a:pt x="3603933" y="4101891"/>
                  <a:pt x="3600449" y="4102421"/>
                  <a:pt x="3597150" y="4103482"/>
                </a:cubicBezTo>
                <a:cubicBezTo>
                  <a:pt x="3593852" y="4104544"/>
                  <a:pt x="3590683" y="4105963"/>
                  <a:pt x="3587643" y="4107741"/>
                </a:cubicBezTo>
                <a:cubicBezTo>
                  <a:pt x="3584603" y="4109520"/>
                  <a:pt x="3581692" y="4111556"/>
                  <a:pt x="3578909" y="4113850"/>
                </a:cubicBezTo>
                <a:cubicBezTo>
                  <a:pt x="3576127" y="4116145"/>
                  <a:pt x="3573417" y="4118525"/>
                  <a:pt x="3570779" y="4120992"/>
                </a:cubicBezTo>
                <a:lnTo>
                  <a:pt x="3570263" y="4120820"/>
                </a:lnTo>
                <a:cubicBezTo>
                  <a:pt x="3570263" y="4116862"/>
                  <a:pt x="3570334" y="4113406"/>
                  <a:pt x="3570478" y="4110452"/>
                </a:cubicBezTo>
                <a:cubicBezTo>
                  <a:pt x="3570621" y="4107498"/>
                  <a:pt x="3570779" y="4104931"/>
                  <a:pt x="3570951" y="4102751"/>
                </a:cubicBezTo>
                <a:close/>
                <a:moveTo>
                  <a:pt x="3482007" y="4101891"/>
                </a:moveTo>
                <a:cubicBezTo>
                  <a:pt x="3478566" y="4101891"/>
                  <a:pt x="3475038" y="4102335"/>
                  <a:pt x="3471424" y="4103224"/>
                </a:cubicBezTo>
                <a:cubicBezTo>
                  <a:pt x="3467811" y="4104113"/>
                  <a:pt x="3464297" y="4105318"/>
                  <a:pt x="3460884" y="4106838"/>
                </a:cubicBezTo>
                <a:cubicBezTo>
                  <a:pt x="3457471" y="4108358"/>
                  <a:pt x="3454230" y="4110122"/>
                  <a:pt x="3451162" y="4112130"/>
                </a:cubicBezTo>
                <a:cubicBezTo>
                  <a:pt x="3448093" y="4114137"/>
                  <a:pt x="3445411" y="4116260"/>
                  <a:pt x="3443117" y="4118497"/>
                </a:cubicBezTo>
                <a:cubicBezTo>
                  <a:pt x="3440822" y="4120734"/>
                  <a:pt x="3439001" y="4122999"/>
                  <a:pt x="3437653" y="4125294"/>
                </a:cubicBezTo>
                <a:cubicBezTo>
                  <a:pt x="3436305" y="4127588"/>
                  <a:pt x="3435631" y="4129797"/>
                  <a:pt x="3435631" y="4131919"/>
                </a:cubicBezTo>
                <a:cubicBezTo>
                  <a:pt x="3435631" y="4133296"/>
                  <a:pt x="3435904" y="4134529"/>
                  <a:pt x="3436449" y="4135619"/>
                </a:cubicBezTo>
                <a:cubicBezTo>
                  <a:pt x="3436994" y="4136709"/>
                  <a:pt x="3437725" y="4137641"/>
                  <a:pt x="3438642" y="4138415"/>
                </a:cubicBezTo>
                <a:cubicBezTo>
                  <a:pt x="3439560" y="4139190"/>
                  <a:pt x="3440621" y="4139778"/>
                  <a:pt x="3441826" y="4140179"/>
                </a:cubicBezTo>
                <a:cubicBezTo>
                  <a:pt x="3443031" y="4140581"/>
                  <a:pt x="3444321" y="4140781"/>
                  <a:pt x="3445698" y="4140781"/>
                </a:cubicBezTo>
                <a:cubicBezTo>
                  <a:pt x="3447017" y="4140781"/>
                  <a:pt x="3448351" y="4140595"/>
                  <a:pt x="3449699" y="4140222"/>
                </a:cubicBezTo>
                <a:cubicBezTo>
                  <a:pt x="3451047" y="4139849"/>
                  <a:pt x="3452338" y="4139347"/>
                  <a:pt x="3453571" y="4138716"/>
                </a:cubicBezTo>
                <a:cubicBezTo>
                  <a:pt x="3454804" y="4138085"/>
                  <a:pt x="3455923" y="4137340"/>
                  <a:pt x="3456926" y="4136479"/>
                </a:cubicBezTo>
                <a:cubicBezTo>
                  <a:pt x="3457930" y="4135619"/>
                  <a:pt x="3458748" y="4134701"/>
                  <a:pt x="3459378" y="4133726"/>
                </a:cubicBezTo>
                <a:cubicBezTo>
                  <a:pt x="3457600" y="4132120"/>
                  <a:pt x="3456324" y="4130585"/>
                  <a:pt x="3455550" y="4129123"/>
                </a:cubicBezTo>
                <a:cubicBezTo>
                  <a:pt x="3454775" y="4127660"/>
                  <a:pt x="3454388" y="4126126"/>
                  <a:pt x="3454388" y="4124520"/>
                </a:cubicBezTo>
                <a:cubicBezTo>
                  <a:pt x="3454388" y="4121594"/>
                  <a:pt x="3455550" y="4119328"/>
                  <a:pt x="3457873" y="4117722"/>
                </a:cubicBezTo>
                <a:cubicBezTo>
                  <a:pt x="3460196" y="4116116"/>
                  <a:pt x="3463566" y="4115313"/>
                  <a:pt x="3467983" y="4115313"/>
                </a:cubicBezTo>
                <a:cubicBezTo>
                  <a:pt x="3470965" y="4115313"/>
                  <a:pt x="3473719" y="4115743"/>
                  <a:pt x="3476243" y="4116604"/>
                </a:cubicBezTo>
                <a:cubicBezTo>
                  <a:pt x="3478766" y="4117464"/>
                  <a:pt x="3480960" y="4118884"/>
                  <a:pt x="3482825" y="4120863"/>
                </a:cubicBezTo>
                <a:cubicBezTo>
                  <a:pt x="3484689" y="4122842"/>
                  <a:pt x="3486152" y="4125452"/>
                  <a:pt x="3487213" y="4128693"/>
                </a:cubicBezTo>
                <a:cubicBezTo>
                  <a:pt x="3488274" y="4131933"/>
                  <a:pt x="3488805" y="4135963"/>
                  <a:pt x="3488805" y="4140781"/>
                </a:cubicBezTo>
                <a:lnTo>
                  <a:pt x="3488805" y="4143363"/>
                </a:lnTo>
                <a:cubicBezTo>
                  <a:pt x="3484560" y="4144338"/>
                  <a:pt x="3480186" y="4145428"/>
                  <a:pt x="3475683" y="4146632"/>
                </a:cubicBezTo>
                <a:cubicBezTo>
                  <a:pt x="3471180" y="4147837"/>
                  <a:pt x="3466807" y="4149213"/>
                  <a:pt x="3462562" y="4150762"/>
                </a:cubicBezTo>
                <a:cubicBezTo>
                  <a:pt x="3458317" y="4152311"/>
                  <a:pt x="3454317" y="4154060"/>
                  <a:pt x="3450559" y="4156011"/>
                </a:cubicBezTo>
                <a:cubicBezTo>
                  <a:pt x="3446802" y="4157961"/>
                  <a:pt x="3443504" y="4160169"/>
                  <a:pt x="3440665" y="4162636"/>
                </a:cubicBezTo>
                <a:cubicBezTo>
                  <a:pt x="3437825" y="4165102"/>
                  <a:pt x="3435588" y="4167856"/>
                  <a:pt x="3433953" y="4170896"/>
                </a:cubicBezTo>
                <a:cubicBezTo>
                  <a:pt x="3432319" y="4173936"/>
                  <a:pt x="3431501" y="4177320"/>
                  <a:pt x="3431501" y="4181049"/>
                </a:cubicBezTo>
                <a:cubicBezTo>
                  <a:pt x="3431501" y="4183974"/>
                  <a:pt x="3432032" y="4186699"/>
                  <a:pt x="3433093" y="4189223"/>
                </a:cubicBezTo>
                <a:cubicBezTo>
                  <a:pt x="3434154" y="4191747"/>
                  <a:pt x="3435631" y="4193926"/>
                  <a:pt x="3437524" y="4195762"/>
                </a:cubicBezTo>
                <a:cubicBezTo>
                  <a:pt x="3439417" y="4197597"/>
                  <a:pt x="3441697" y="4199046"/>
                  <a:pt x="3444364" y="4200107"/>
                </a:cubicBezTo>
                <a:cubicBezTo>
                  <a:pt x="3447031" y="4201168"/>
                  <a:pt x="3449971" y="4201699"/>
                  <a:pt x="3453184" y="4201699"/>
                </a:cubicBezTo>
                <a:cubicBezTo>
                  <a:pt x="3458633" y="4201699"/>
                  <a:pt x="3464096" y="4200207"/>
                  <a:pt x="3469574" y="4197224"/>
                </a:cubicBezTo>
                <a:cubicBezTo>
                  <a:pt x="3475052" y="4194242"/>
                  <a:pt x="3480774" y="4190054"/>
                  <a:pt x="3486740" y="4184662"/>
                </a:cubicBezTo>
                <a:lnTo>
                  <a:pt x="3487256" y="4184662"/>
                </a:lnTo>
                <a:lnTo>
                  <a:pt x="3487256" y="4189825"/>
                </a:lnTo>
                <a:cubicBezTo>
                  <a:pt x="3487256" y="4191316"/>
                  <a:pt x="3487471" y="4192765"/>
                  <a:pt x="3487901" y="4194170"/>
                </a:cubicBezTo>
                <a:cubicBezTo>
                  <a:pt x="3488331" y="4195575"/>
                  <a:pt x="3489020" y="4196837"/>
                  <a:pt x="3489966" y="4197956"/>
                </a:cubicBezTo>
                <a:cubicBezTo>
                  <a:pt x="3490913" y="4199074"/>
                  <a:pt x="3492132" y="4199978"/>
                  <a:pt x="3493623" y="4200666"/>
                </a:cubicBezTo>
                <a:cubicBezTo>
                  <a:pt x="3495114" y="4201354"/>
                  <a:pt x="3496950" y="4201699"/>
                  <a:pt x="3499130" y="4201699"/>
                </a:cubicBezTo>
                <a:cubicBezTo>
                  <a:pt x="3500850" y="4201699"/>
                  <a:pt x="3502944" y="4201469"/>
                  <a:pt x="3505411" y="4201010"/>
                </a:cubicBezTo>
                <a:cubicBezTo>
                  <a:pt x="3507877" y="4200551"/>
                  <a:pt x="3510458" y="4199935"/>
                  <a:pt x="3513154" y="4199160"/>
                </a:cubicBezTo>
                <a:cubicBezTo>
                  <a:pt x="3515850" y="4198386"/>
                  <a:pt x="3518517" y="4197468"/>
                  <a:pt x="3521156" y="4196407"/>
                </a:cubicBezTo>
                <a:cubicBezTo>
                  <a:pt x="3523795" y="4195346"/>
                  <a:pt x="3526147" y="4194184"/>
                  <a:pt x="3528212" y="4192922"/>
                </a:cubicBezTo>
                <a:lnTo>
                  <a:pt x="3526147" y="4187416"/>
                </a:lnTo>
                <a:cubicBezTo>
                  <a:pt x="3521730" y="4189137"/>
                  <a:pt x="3518001" y="4189997"/>
                  <a:pt x="3514961" y="4189997"/>
                </a:cubicBezTo>
                <a:cubicBezTo>
                  <a:pt x="3513814" y="4189997"/>
                  <a:pt x="3512810" y="4189854"/>
                  <a:pt x="3511950" y="4189567"/>
                </a:cubicBezTo>
                <a:cubicBezTo>
                  <a:pt x="3511089" y="4189280"/>
                  <a:pt x="3510372" y="4188792"/>
                  <a:pt x="3509799" y="4188104"/>
                </a:cubicBezTo>
                <a:cubicBezTo>
                  <a:pt x="3509225" y="4187416"/>
                  <a:pt x="3508795" y="4186469"/>
                  <a:pt x="3508508" y="4185265"/>
                </a:cubicBezTo>
                <a:cubicBezTo>
                  <a:pt x="3508221" y="4184060"/>
                  <a:pt x="3508078" y="4182511"/>
                  <a:pt x="3508078" y="4180618"/>
                </a:cubicBezTo>
                <a:cubicBezTo>
                  <a:pt x="3508078" y="4179529"/>
                  <a:pt x="3508121" y="4177908"/>
                  <a:pt x="3508207" y="4175757"/>
                </a:cubicBezTo>
                <a:cubicBezTo>
                  <a:pt x="3508293" y="4173606"/>
                  <a:pt x="3508393" y="4171154"/>
                  <a:pt x="3508508" y="4168401"/>
                </a:cubicBezTo>
                <a:cubicBezTo>
                  <a:pt x="3508623" y="4165647"/>
                  <a:pt x="3508766" y="4162751"/>
                  <a:pt x="3508938" y="4159710"/>
                </a:cubicBezTo>
                <a:cubicBezTo>
                  <a:pt x="3509110" y="4156670"/>
                  <a:pt x="3509254" y="4153716"/>
                  <a:pt x="3509369" y="4150848"/>
                </a:cubicBezTo>
                <a:cubicBezTo>
                  <a:pt x="3509483" y="4147980"/>
                  <a:pt x="3509584" y="4145356"/>
                  <a:pt x="3509670" y="4142975"/>
                </a:cubicBezTo>
                <a:cubicBezTo>
                  <a:pt x="3509756" y="4140595"/>
                  <a:pt x="3509799" y="4138688"/>
                  <a:pt x="3509799" y="4137254"/>
                </a:cubicBezTo>
                <a:cubicBezTo>
                  <a:pt x="3509799" y="4133238"/>
                  <a:pt x="3509369" y="4129137"/>
                  <a:pt x="3508508" y="4124950"/>
                </a:cubicBezTo>
                <a:cubicBezTo>
                  <a:pt x="3507648" y="4120762"/>
                  <a:pt x="3506156" y="4116962"/>
                  <a:pt x="3504034" y="4113549"/>
                </a:cubicBezTo>
                <a:cubicBezTo>
                  <a:pt x="3501912" y="4110136"/>
                  <a:pt x="3499058" y="4107340"/>
                  <a:pt x="3495473" y="4105160"/>
                </a:cubicBezTo>
                <a:cubicBezTo>
                  <a:pt x="3491888" y="4102981"/>
                  <a:pt x="3487399" y="4101891"/>
                  <a:pt x="3482007" y="4101891"/>
                </a:cubicBezTo>
                <a:close/>
                <a:moveTo>
                  <a:pt x="3387446" y="4101891"/>
                </a:moveTo>
                <a:cubicBezTo>
                  <a:pt x="3381079" y="4101891"/>
                  <a:pt x="3374798" y="4103009"/>
                  <a:pt x="3368603" y="4105246"/>
                </a:cubicBezTo>
                <a:cubicBezTo>
                  <a:pt x="3362408" y="4107483"/>
                  <a:pt x="3356858" y="4110882"/>
                  <a:pt x="3351954" y="4115442"/>
                </a:cubicBezTo>
                <a:cubicBezTo>
                  <a:pt x="3347049" y="4120002"/>
                  <a:pt x="3343091" y="4125724"/>
                  <a:pt x="3340080" y="4132607"/>
                </a:cubicBezTo>
                <a:cubicBezTo>
                  <a:pt x="3337069" y="4139491"/>
                  <a:pt x="3335563" y="4147579"/>
                  <a:pt x="3335563" y="4156871"/>
                </a:cubicBezTo>
                <a:cubicBezTo>
                  <a:pt x="3335563" y="4165188"/>
                  <a:pt x="3336767" y="4172201"/>
                  <a:pt x="3339176" y="4177908"/>
                </a:cubicBezTo>
                <a:cubicBezTo>
                  <a:pt x="3341586" y="4183616"/>
                  <a:pt x="3344741" y="4188233"/>
                  <a:pt x="3348641" y="4191761"/>
                </a:cubicBezTo>
                <a:cubicBezTo>
                  <a:pt x="3352542" y="4195289"/>
                  <a:pt x="3356958" y="4197827"/>
                  <a:pt x="3361892" y="4199376"/>
                </a:cubicBezTo>
                <a:cubicBezTo>
                  <a:pt x="3366825" y="4200924"/>
                  <a:pt x="3371815" y="4201699"/>
                  <a:pt x="3376863" y="4201699"/>
                </a:cubicBezTo>
                <a:cubicBezTo>
                  <a:pt x="3391203" y="4201699"/>
                  <a:pt x="3405486" y="4195963"/>
                  <a:pt x="3419711" y="4184490"/>
                </a:cubicBezTo>
                <a:lnTo>
                  <a:pt x="3416269" y="4178812"/>
                </a:lnTo>
                <a:cubicBezTo>
                  <a:pt x="3413574" y="4180188"/>
                  <a:pt x="3411121" y="4181335"/>
                  <a:pt x="3408913" y="4182253"/>
                </a:cubicBezTo>
                <a:cubicBezTo>
                  <a:pt x="3406704" y="4183171"/>
                  <a:pt x="3404611" y="4183917"/>
                  <a:pt x="3402632" y="4184490"/>
                </a:cubicBezTo>
                <a:cubicBezTo>
                  <a:pt x="3400653" y="4185064"/>
                  <a:pt x="3398717" y="4185465"/>
                  <a:pt x="3396824" y="4185695"/>
                </a:cubicBezTo>
                <a:cubicBezTo>
                  <a:pt x="3394931" y="4185924"/>
                  <a:pt x="3392981" y="4186039"/>
                  <a:pt x="3390973" y="4186039"/>
                </a:cubicBezTo>
                <a:cubicBezTo>
                  <a:pt x="3385983" y="4186039"/>
                  <a:pt x="3381437" y="4185351"/>
                  <a:pt x="3377336" y="4183974"/>
                </a:cubicBezTo>
                <a:cubicBezTo>
                  <a:pt x="3373235" y="4182597"/>
                  <a:pt x="3369707" y="4180432"/>
                  <a:pt x="3366753" y="4177478"/>
                </a:cubicBezTo>
                <a:cubicBezTo>
                  <a:pt x="3363799" y="4174524"/>
                  <a:pt x="3361476" y="4170709"/>
                  <a:pt x="3359784" y="4166034"/>
                </a:cubicBezTo>
                <a:cubicBezTo>
                  <a:pt x="3358091" y="4161360"/>
                  <a:pt x="3357131" y="4155695"/>
                  <a:pt x="3356901" y="4149041"/>
                </a:cubicBezTo>
                <a:lnTo>
                  <a:pt x="3415065" y="4146632"/>
                </a:lnTo>
                <a:cubicBezTo>
                  <a:pt x="3415696" y="4144166"/>
                  <a:pt x="3416198" y="4141713"/>
                  <a:pt x="3416571" y="4139276"/>
                </a:cubicBezTo>
                <a:cubicBezTo>
                  <a:pt x="3416944" y="4136838"/>
                  <a:pt x="3417130" y="4134328"/>
                  <a:pt x="3417130" y="4131747"/>
                </a:cubicBezTo>
                <a:cubicBezTo>
                  <a:pt x="3417130" y="4127732"/>
                  <a:pt x="3416628" y="4123917"/>
                  <a:pt x="3415624" y="4120303"/>
                </a:cubicBezTo>
                <a:cubicBezTo>
                  <a:pt x="3414621" y="4116690"/>
                  <a:pt x="3412971" y="4113521"/>
                  <a:pt x="3410677" y="4110796"/>
                </a:cubicBezTo>
                <a:cubicBezTo>
                  <a:pt x="3408383" y="4108071"/>
                  <a:pt x="3405328" y="4105906"/>
                  <a:pt x="3401514" y="4104300"/>
                </a:cubicBezTo>
                <a:cubicBezTo>
                  <a:pt x="3397699" y="4102694"/>
                  <a:pt x="3393010" y="4101891"/>
                  <a:pt x="3387446" y="4101891"/>
                </a:cubicBezTo>
                <a:close/>
                <a:moveTo>
                  <a:pt x="8076868" y="4091910"/>
                </a:moveTo>
                <a:lnTo>
                  <a:pt x="8077556" y="4091910"/>
                </a:lnTo>
                <a:cubicBezTo>
                  <a:pt x="8079621" y="4098277"/>
                  <a:pt x="8081715" y="4104501"/>
                  <a:pt x="8083837" y="4110581"/>
                </a:cubicBezTo>
                <a:cubicBezTo>
                  <a:pt x="8085960" y="4116718"/>
                  <a:pt x="8088053" y="4122827"/>
                  <a:pt x="8090118" y="4128908"/>
                </a:cubicBezTo>
                <a:lnTo>
                  <a:pt x="8094936" y="4142502"/>
                </a:lnTo>
                <a:cubicBezTo>
                  <a:pt x="8087881" y="4142617"/>
                  <a:pt x="8080997" y="4142703"/>
                  <a:pt x="8074287" y="4142760"/>
                </a:cubicBezTo>
                <a:cubicBezTo>
                  <a:pt x="8067575" y="4142875"/>
                  <a:pt x="8060864" y="4143076"/>
                  <a:pt x="8054153" y="4143363"/>
                </a:cubicBezTo>
                <a:lnTo>
                  <a:pt x="8060176" y="4130112"/>
                </a:lnTo>
                <a:cubicBezTo>
                  <a:pt x="8063101" y="4123688"/>
                  <a:pt x="8065926" y="4117321"/>
                  <a:pt x="8068651" y="4111011"/>
                </a:cubicBezTo>
                <a:cubicBezTo>
                  <a:pt x="8071375" y="4104701"/>
                  <a:pt x="8074114" y="4098334"/>
                  <a:pt x="8076868" y="4091910"/>
                </a:cubicBezTo>
                <a:close/>
                <a:moveTo>
                  <a:pt x="7102725" y="4060935"/>
                </a:moveTo>
                <a:cubicBezTo>
                  <a:pt x="7102610" y="4060935"/>
                  <a:pt x="7101693" y="4061021"/>
                  <a:pt x="7099972" y="4061193"/>
                </a:cubicBezTo>
                <a:cubicBezTo>
                  <a:pt x="7098251" y="4061365"/>
                  <a:pt x="7096014" y="4061537"/>
                  <a:pt x="7093261" y="4061709"/>
                </a:cubicBezTo>
                <a:cubicBezTo>
                  <a:pt x="7090507" y="4061881"/>
                  <a:pt x="7087367" y="4062054"/>
                  <a:pt x="7083839" y="4062226"/>
                </a:cubicBezTo>
                <a:cubicBezTo>
                  <a:pt x="7080311" y="4062398"/>
                  <a:pt x="7076712" y="4062484"/>
                  <a:pt x="7073041" y="4062484"/>
                </a:cubicBezTo>
                <a:cubicBezTo>
                  <a:pt x="7070574" y="4062484"/>
                  <a:pt x="7068423" y="4062455"/>
                  <a:pt x="7066588" y="4062398"/>
                </a:cubicBezTo>
                <a:cubicBezTo>
                  <a:pt x="7064752" y="4062340"/>
                  <a:pt x="7063662" y="4062312"/>
                  <a:pt x="7063319" y="4062312"/>
                </a:cubicBezTo>
                <a:cubicBezTo>
                  <a:pt x="7052248" y="4082675"/>
                  <a:pt x="7042338" y="4101131"/>
                  <a:pt x="7033591" y="4117679"/>
                </a:cubicBezTo>
                <a:cubicBezTo>
                  <a:pt x="7024844" y="4134228"/>
                  <a:pt x="7017257" y="4148927"/>
                  <a:pt x="7010833" y="4161775"/>
                </a:cubicBezTo>
                <a:lnTo>
                  <a:pt x="7010145" y="4161775"/>
                </a:lnTo>
                <a:cubicBezTo>
                  <a:pt x="7002573" y="4144338"/>
                  <a:pt x="6994643" y="4127273"/>
                  <a:pt x="6986355" y="4110581"/>
                </a:cubicBezTo>
                <a:cubicBezTo>
                  <a:pt x="6978066" y="4093889"/>
                  <a:pt x="6969304" y="4077742"/>
                  <a:pt x="6960069" y="4062140"/>
                </a:cubicBezTo>
                <a:cubicBezTo>
                  <a:pt x="6958864" y="4062254"/>
                  <a:pt x="6957172" y="4062340"/>
                  <a:pt x="6954993" y="4062398"/>
                </a:cubicBezTo>
                <a:cubicBezTo>
                  <a:pt x="6952812" y="4062455"/>
                  <a:pt x="6950661" y="4062484"/>
                  <a:pt x="6948540" y="4062484"/>
                </a:cubicBezTo>
                <a:cubicBezTo>
                  <a:pt x="6945557" y="4062484"/>
                  <a:pt x="6942315" y="4062441"/>
                  <a:pt x="6938817" y="4062355"/>
                </a:cubicBezTo>
                <a:cubicBezTo>
                  <a:pt x="6935318" y="4062269"/>
                  <a:pt x="6931991" y="4062183"/>
                  <a:pt x="6928836" y="4062097"/>
                </a:cubicBezTo>
                <a:cubicBezTo>
                  <a:pt x="6925681" y="4062011"/>
                  <a:pt x="6922928" y="4061910"/>
                  <a:pt x="6920576" y="4061795"/>
                </a:cubicBezTo>
                <a:cubicBezTo>
                  <a:pt x="6918224" y="4061681"/>
                  <a:pt x="6916704" y="4061566"/>
                  <a:pt x="6916016" y="4061451"/>
                </a:cubicBezTo>
                <a:lnTo>
                  <a:pt x="6913091" y="4069023"/>
                </a:lnTo>
                <a:cubicBezTo>
                  <a:pt x="6917048" y="4069310"/>
                  <a:pt x="6920332" y="4069654"/>
                  <a:pt x="6922942" y="4070055"/>
                </a:cubicBezTo>
                <a:cubicBezTo>
                  <a:pt x="6925552" y="4070457"/>
                  <a:pt x="6927804" y="4071059"/>
                  <a:pt x="6929696" y="4071862"/>
                </a:cubicBezTo>
                <a:cubicBezTo>
                  <a:pt x="6931589" y="4072665"/>
                  <a:pt x="6933267" y="4073727"/>
                  <a:pt x="6934730" y="4075046"/>
                </a:cubicBezTo>
                <a:cubicBezTo>
                  <a:pt x="6936193" y="4076365"/>
                  <a:pt x="6937756" y="4078086"/>
                  <a:pt x="6939419" y="4080208"/>
                </a:cubicBezTo>
                <a:cubicBezTo>
                  <a:pt x="6939189" y="4084682"/>
                  <a:pt x="6938874" y="4089974"/>
                  <a:pt x="6938473" y="4096083"/>
                </a:cubicBezTo>
                <a:cubicBezTo>
                  <a:pt x="6938071" y="4102192"/>
                  <a:pt x="6937612" y="4108688"/>
                  <a:pt x="6937096" y="4115571"/>
                </a:cubicBezTo>
                <a:cubicBezTo>
                  <a:pt x="6936579" y="4122455"/>
                  <a:pt x="6936034" y="4129510"/>
                  <a:pt x="6935461" y="4136737"/>
                </a:cubicBezTo>
                <a:cubicBezTo>
                  <a:pt x="6934887" y="4143965"/>
                  <a:pt x="6934285" y="4150906"/>
                  <a:pt x="6933654" y="4157559"/>
                </a:cubicBezTo>
                <a:cubicBezTo>
                  <a:pt x="6933023" y="4164213"/>
                  <a:pt x="6932392" y="4170365"/>
                  <a:pt x="6931761" y="4176015"/>
                </a:cubicBezTo>
                <a:cubicBezTo>
                  <a:pt x="6931130" y="4181665"/>
                  <a:pt x="6930528" y="4186383"/>
                  <a:pt x="6929955" y="4190169"/>
                </a:cubicBezTo>
                <a:cubicBezTo>
                  <a:pt x="6924849" y="4190513"/>
                  <a:pt x="6920877" y="4191130"/>
                  <a:pt x="6918038" y="4192019"/>
                </a:cubicBezTo>
                <a:cubicBezTo>
                  <a:pt x="6915198" y="4192908"/>
                  <a:pt x="6913090" y="4193869"/>
                  <a:pt x="6911714" y="4194901"/>
                </a:cubicBezTo>
                <a:cubicBezTo>
                  <a:pt x="6910337" y="4195934"/>
                  <a:pt x="6909505" y="4196938"/>
                  <a:pt x="6909219" y="4197913"/>
                </a:cubicBezTo>
                <a:cubicBezTo>
                  <a:pt x="6908932" y="4198888"/>
                  <a:pt x="6908788" y="4199634"/>
                  <a:pt x="6908788" y="4200150"/>
                </a:cubicBezTo>
                <a:cubicBezTo>
                  <a:pt x="6909075" y="4200150"/>
                  <a:pt x="6909935" y="4200093"/>
                  <a:pt x="6911370" y="4199978"/>
                </a:cubicBezTo>
                <a:cubicBezTo>
                  <a:pt x="6912746" y="4199806"/>
                  <a:pt x="6914567" y="4199634"/>
                  <a:pt x="6916833" y="4199462"/>
                </a:cubicBezTo>
                <a:cubicBezTo>
                  <a:pt x="6919099" y="4199289"/>
                  <a:pt x="6921766" y="4199132"/>
                  <a:pt x="6924835" y="4198988"/>
                </a:cubicBezTo>
                <a:cubicBezTo>
                  <a:pt x="6927904" y="4198845"/>
                  <a:pt x="6931245" y="4198773"/>
                  <a:pt x="6934859" y="4198773"/>
                </a:cubicBezTo>
                <a:cubicBezTo>
                  <a:pt x="6937899" y="4198773"/>
                  <a:pt x="6940839" y="4198831"/>
                  <a:pt x="6943678" y="4198945"/>
                </a:cubicBezTo>
                <a:cubicBezTo>
                  <a:pt x="6946517" y="4199060"/>
                  <a:pt x="6949098" y="4199175"/>
                  <a:pt x="6951422" y="4199289"/>
                </a:cubicBezTo>
                <a:cubicBezTo>
                  <a:pt x="6953745" y="4199404"/>
                  <a:pt x="6955709" y="4199533"/>
                  <a:pt x="6957316" y="4199677"/>
                </a:cubicBezTo>
                <a:cubicBezTo>
                  <a:pt x="6958921" y="4199820"/>
                  <a:pt x="6960011" y="4199920"/>
                  <a:pt x="6960585" y="4199978"/>
                </a:cubicBezTo>
                <a:lnTo>
                  <a:pt x="6964027" y="4192234"/>
                </a:lnTo>
                <a:cubicBezTo>
                  <a:pt x="6959209" y="4191890"/>
                  <a:pt x="6955437" y="4191546"/>
                  <a:pt x="6952713" y="4191202"/>
                </a:cubicBezTo>
                <a:cubicBezTo>
                  <a:pt x="6949988" y="4190857"/>
                  <a:pt x="6947937" y="4190398"/>
                  <a:pt x="6946561" y="4189825"/>
                </a:cubicBezTo>
                <a:cubicBezTo>
                  <a:pt x="6945184" y="4189251"/>
                  <a:pt x="6944337" y="4188491"/>
                  <a:pt x="6944022" y="4187545"/>
                </a:cubicBezTo>
                <a:cubicBezTo>
                  <a:pt x="6943707" y="4186598"/>
                  <a:pt x="6943549" y="4185351"/>
                  <a:pt x="6943549" y="4183802"/>
                </a:cubicBezTo>
                <a:cubicBezTo>
                  <a:pt x="6943549" y="4182081"/>
                  <a:pt x="6943635" y="4179428"/>
                  <a:pt x="6943807" y="4175843"/>
                </a:cubicBezTo>
                <a:cubicBezTo>
                  <a:pt x="6943979" y="4172258"/>
                  <a:pt x="6944208" y="4168085"/>
                  <a:pt x="6944496" y="4163324"/>
                </a:cubicBezTo>
                <a:cubicBezTo>
                  <a:pt x="6944782" y="4158563"/>
                  <a:pt x="6945126" y="4153329"/>
                  <a:pt x="6945528" y="4147622"/>
                </a:cubicBezTo>
                <a:cubicBezTo>
                  <a:pt x="6945929" y="4141914"/>
                  <a:pt x="6946345" y="4136078"/>
                  <a:pt x="6946776" y="4130112"/>
                </a:cubicBezTo>
                <a:cubicBezTo>
                  <a:pt x="6947206" y="4124147"/>
                  <a:pt x="6947665" y="4118196"/>
                  <a:pt x="6948152" y="4112259"/>
                </a:cubicBezTo>
                <a:cubicBezTo>
                  <a:pt x="6948639" y="4106322"/>
                  <a:pt x="6949113" y="4100686"/>
                  <a:pt x="6949572" y="4095352"/>
                </a:cubicBezTo>
                <a:lnTo>
                  <a:pt x="6950088" y="4095179"/>
                </a:lnTo>
                <a:cubicBezTo>
                  <a:pt x="6958921" y="4111470"/>
                  <a:pt x="6967468" y="4128291"/>
                  <a:pt x="6975729" y="4145643"/>
                </a:cubicBezTo>
                <a:cubicBezTo>
                  <a:pt x="6983988" y="4162994"/>
                  <a:pt x="6991675" y="4181106"/>
                  <a:pt x="6998788" y="4199978"/>
                </a:cubicBezTo>
                <a:cubicBezTo>
                  <a:pt x="6999820" y="4199691"/>
                  <a:pt x="7000881" y="4199447"/>
                  <a:pt x="7001971" y="4199246"/>
                </a:cubicBezTo>
                <a:cubicBezTo>
                  <a:pt x="7003061" y="4199046"/>
                  <a:pt x="7004122" y="4198888"/>
                  <a:pt x="7005155" y="4198773"/>
                </a:cubicBezTo>
                <a:cubicBezTo>
                  <a:pt x="7014504" y="4179443"/>
                  <a:pt x="7023581" y="4161159"/>
                  <a:pt x="7032387" y="4143922"/>
                </a:cubicBezTo>
                <a:cubicBezTo>
                  <a:pt x="7041191" y="4126685"/>
                  <a:pt x="7049839" y="4110265"/>
                  <a:pt x="7058328" y="4094663"/>
                </a:cubicBezTo>
                <a:lnTo>
                  <a:pt x="7059016" y="4094835"/>
                </a:lnTo>
                <a:cubicBezTo>
                  <a:pt x="7059131" y="4099482"/>
                  <a:pt x="7059332" y="4105160"/>
                  <a:pt x="7059619" y="4111871"/>
                </a:cubicBezTo>
                <a:cubicBezTo>
                  <a:pt x="7059848" y="4118583"/>
                  <a:pt x="7060106" y="4126154"/>
                  <a:pt x="7060393" y="4134586"/>
                </a:cubicBezTo>
                <a:cubicBezTo>
                  <a:pt x="7060680" y="4143649"/>
                  <a:pt x="7060895" y="4151852"/>
                  <a:pt x="7061038" y="4159194"/>
                </a:cubicBezTo>
                <a:cubicBezTo>
                  <a:pt x="7061181" y="4166536"/>
                  <a:pt x="7061253" y="4172961"/>
                  <a:pt x="7061254" y="4178467"/>
                </a:cubicBezTo>
                <a:lnTo>
                  <a:pt x="7061254" y="4185179"/>
                </a:lnTo>
                <a:cubicBezTo>
                  <a:pt x="7061253" y="4186957"/>
                  <a:pt x="7061196" y="4188735"/>
                  <a:pt x="7061081" y="4190513"/>
                </a:cubicBezTo>
                <a:cubicBezTo>
                  <a:pt x="7056951" y="4190857"/>
                  <a:pt x="7053753" y="4191460"/>
                  <a:pt x="7051488" y="4192320"/>
                </a:cubicBezTo>
                <a:cubicBezTo>
                  <a:pt x="7049222" y="4193181"/>
                  <a:pt x="7047544" y="4194098"/>
                  <a:pt x="7046454" y="4195073"/>
                </a:cubicBezTo>
                <a:cubicBezTo>
                  <a:pt x="7045364" y="4196049"/>
                  <a:pt x="7044719" y="4197009"/>
                  <a:pt x="7044519" y="4197956"/>
                </a:cubicBezTo>
                <a:cubicBezTo>
                  <a:pt x="7044317" y="4198902"/>
                  <a:pt x="7044217" y="4199634"/>
                  <a:pt x="7044217" y="4200150"/>
                </a:cubicBezTo>
                <a:cubicBezTo>
                  <a:pt x="7044561" y="4200150"/>
                  <a:pt x="7045565" y="4200093"/>
                  <a:pt x="7047229" y="4199978"/>
                </a:cubicBezTo>
                <a:cubicBezTo>
                  <a:pt x="7048892" y="4199806"/>
                  <a:pt x="7051029" y="4199634"/>
                  <a:pt x="7053639" y="4199462"/>
                </a:cubicBezTo>
                <a:cubicBezTo>
                  <a:pt x="7056249" y="4199289"/>
                  <a:pt x="7059231" y="4199132"/>
                  <a:pt x="7062587" y="4198988"/>
                </a:cubicBezTo>
                <a:cubicBezTo>
                  <a:pt x="7065943" y="4198845"/>
                  <a:pt x="7069484" y="4198773"/>
                  <a:pt x="7073213" y="4198773"/>
                </a:cubicBezTo>
                <a:cubicBezTo>
                  <a:pt x="7076311" y="4198773"/>
                  <a:pt x="7079466" y="4198831"/>
                  <a:pt x="7082678" y="4198945"/>
                </a:cubicBezTo>
                <a:cubicBezTo>
                  <a:pt x="7085890" y="4199060"/>
                  <a:pt x="7088858" y="4199175"/>
                  <a:pt x="7091583" y="4199289"/>
                </a:cubicBezTo>
                <a:cubicBezTo>
                  <a:pt x="7094308" y="4199404"/>
                  <a:pt x="7096660" y="4199533"/>
                  <a:pt x="7098638" y="4199677"/>
                </a:cubicBezTo>
                <a:cubicBezTo>
                  <a:pt x="7100617" y="4199820"/>
                  <a:pt x="7101922" y="4199920"/>
                  <a:pt x="7102553" y="4199978"/>
                </a:cubicBezTo>
                <a:lnTo>
                  <a:pt x="7105995" y="4192234"/>
                </a:lnTo>
                <a:cubicBezTo>
                  <a:pt x="7100890" y="4191890"/>
                  <a:pt x="7096946" y="4191546"/>
                  <a:pt x="7094164" y="4191202"/>
                </a:cubicBezTo>
                <a:cubicBezTo>
                  <a:pt x="7091382" y="4190857"/>
                  <a:pt x="7089317" y="4190384"/>
                  <a:pt x="7087969" y="4189782"/>
                </a:cubicBezTo>
                <a:cubicBezTo>
                  <a:pt x="7086621" y="4189180"/>
                  <a:pt x="7085789" y="4188405"/>
                  <a:pt x="7085474" y="4187459"/>
                </a:cubicBezTo>
                <a:cubicBezTo>
                  <a:pt x="7085158" y="4186512"/>
                  <a:pt x="7084943" y="4185236"/>
                  <a:pt x="7084829" y="4183630"/>
                </a:cubicBezTo>
                <a:cubicBezTo>
                  <a:pt x="7084657" y="4182081"/>
                  <a:pt x="7084485" y="4180203"/>
                  <a:pt x="7084313" y="4177994"/>
                </a:cubicBezTo>
                <a:cubicBezTo>
                  <a:pt x="7084141" y="4175786"/>
                  <a:pt x="7083968" y="4172760"/>
                  <a:pt x="7083796" y="4168917"/>
                </a:cubicBezTo>
                <a:cubicBezTo>
                  <a:pt x="7083624" y="4165074"/>
                  <a:pt x="7083438" y="4160184"/>
                  <a:pt x="7083237" y="4154247"/>
                </a:cubicBezTo>
                <a:cubicBezTo>
                  <a:pt x="7083036" y="4148310"/>
                  <a:pt x="7082821" y="4140839"/>
                  <a:pt x="7082592" y="4131833"/>
                </a:cubicBezTo>
                <a:cubicBezTo>
                  <a:pt x="7082305" y="4121221"/>
                  <a:pt x="7082061" y="4111800"/>
                  <a:pt x="7081860" y="4103568"/>
                </a:cubicBezTo>
                <a:cubicBezTo>
                  <a:pt x="7081659" y="4095337"/>
                  <a:pt x="7081559" y="4088669"/>
                  <a:pt x="7081559" y="4083564"/>
                </a:cubicBezTo>
                <a:lnTo>
                  <a:pt x="7081559" y="4077283"/>
                </a:lnTo>
                <a:cubicBezTo>
                  <a:pt x="7081559" y="4075390"/>
                  <a:pt x="7081616" y="4073382"/>
                  <a:pt x="7081731" y="4071260"/>
                </a:cubicBezTo>
                <a:cubicBezTo>
                  <a:pt x="7086951" y="4070858"/>
                  <a:pt x="7090995" y="4070228"/>
                  <a:pt x="7093863" y="4069367"/>
                </a:cubicBezTo>
                <a:cubicBezTo>
                  <a:pt x="7096731" y="4068507"/>
                  <a:pt x="7098810" y="4067560"/>
                  <a:pt x="7100101" y="4066528"/>
                </a:cubicBezTo>
                <a:cubicBezTo>
                  <a:pt x="7101392" y="4065495"/>
                  <a:pt x="7102152" y="4064477"/>
                  <a:pt x="7102381" y="4063473"/>
                </a:cubicBezTo>
                <a:cubicBezTo>
                  <a:pt x="7102610" y="4062469"/>
                  <a:pt x="7102725" y="4061623"/>
                  <a:pt x="7102725" y="4060935"/>
                </a:cubicBezTo>
                <a:close/>
                <a:moveTo>
                  <a:pt x="6482235" y="4060935"/>
                </a:moveTo>
                <a:cubicBezTo>
                  <a:pt x="6482063" y="4060935"/>
                  <a:pt x="6481203" y="4061021"/>
                  <a:pt x="6479654" y="4061193"/>
                </a:cubicBezTo>
                <a:cubicBezTo>
                  <a:pt x="6478105" y="4061365"/>
                  <a:pt x="6475954" y="4061537"/>
                  <a:pt x="6473201" y="4061709"/>
                </a:cubicBezTo>
                <a:cubicBezTo>
                  <a:pt x="6470448" y="4061881"/>
                  <a:pt x="6467178" y="4062054"/>
                  <a:pt x="6463392" y="4062226"/>
                </a:cubicBezTo>
                <a:cubicBezTo>
                  <a:pt x="6459607" y="4062398"/>
                  <a:pt x="6455448" y="4062484"/>
                  <a:pt x="6450916" y="4062484"/>
                </a:cubicBezTo>
                <a:cubicBezTo>
                  <a:pt x="6448106" y="4062484"/>
                  <a:pt x="6445109" y="4062455"/>
                  <a:pt x="6441925" y="4062398"/>
                </a:cubicBezTo>
                <a:cubicBezTo>
                  <a:pt x="6438742" y="4062340"/>
                  <a:pt x="6435759" y="4062254"/>
                  <a:pt x="6432977" y="4062140"/>
                </a:cubicBezTo>
                <a:cubicBezTo>
                  <a:pt x="6430195" y="4062025"/>
                  <a:pt x="6427800" y="4061910"/>
                  <a:pt x="6425792" y="4061795"/>
                </a:cubicBezTo>
                <a:cubicBezTo>
                  <a:pt x="6423785" y="4061681"/>
                  <a:pt x="6422522" y="4061566"/>
                  <a:pt x="6422007" y="4061451"/>
                </a:cubicBezTo>
                <a:lnTo>
                  <a:pt x="6419081" y="4069023"/>
                </a:lnTo>
                <a:cubicBezTo>
                  <a:pt x="6423785" y="4069424"/>
                  <a:pt x="6427427" y="4069783"/>
                  <a:pt x="6430008" y="4070098"/>
                </a:cubicBezTo>
                <a:cubicBezTo>
                  <a:pt x="6432589" y="4070414"/>
                  <a:pt x="6434511" y="4070830"/>
                  <a:pt x="6435773" y="4071346"/>
                </a:cubicBezTo>
                <a:cubicBezTo>
                  <a:pt x="6437035" y="4071862"/>
                  <a:pt x="6437810" y="4072579"/>
                  <a:pt x="6438096" y="4073497"/>
                </a:cubicBezTo>
                <a:cubicBezTo>
                  <a:pt x="6438383" y="4074415"/>
                  <a:pt x="6438584" y="4075677"/>
                  <a:pt x="6438699" y="4077283"/>
                </a:cubicBezTo>
                <a:lnTo>
                  <a:pt x="6438871" y="4081241"/>
                </a:lnTo>
                <a:cubicBezTo>
                  <a:pt x="6438928" y="4082560"/>
                  <a:pt x="6438985" y="4084051"/>
                  <a:pt x="6439043" y="4085715"/>
                </a:cubicBezTo>
                <a:cubicBezTo>
                  <a:pt x="6439100" y="4087378"/>
                  <a:pt x="6439143" y="4089271"/>
                  <a:pt x="6439172" y="4091394"/>
                </a:cubicBezTo>
                <a:cubicBezTo>
                  <a:pt x="6439201" y="4093516"/>
                  <a:pt x="6439229" y="4096069"/>
                  <a:pt x="6439258" y="4099051"/>
                </a:cubicBezTo>
                <a:cubicBezTo>
                  <a:pt x="6439287" y="4102034"/>
                  <a:pt x="6439315" y="4105504"/>
                  <a:pt x="6439344" y="4109462"/>
                </a:cubicBezTo>
                <a:cubicBezTo>
                  <a:pt x="6439373" y="4113420"/>
                  <a:pt x="6439387" y="4118038"/>
                  <a:pt x="6439387" y="4123315"/>
                </a:cubicBezTo>
                <a:cubicBezTo>
                  <a:pt x="6439387" y="4134558"/>
                  <a:pt x="6439416" y="4143692"/>
                  <a:pt x="6439473" y="4150719"/>
                </a:cubicBezTo>
                <a:cubicBezTo>
                  <a:pt x="6439530" y="4157746"/>
                  <a:pt x="6439559" y="4163037"/>
                  <a:pt x="6439559" y="4166594"/>
                </a:cubicBezTo>
                <a:cubicBezTo>
                  <a:pt x="6439559" y="4174051"/>
                  <a:pt x="6439358" y="4180604"/>
                  <a:pt x="6438957" y="4186254"/>
                </a:cubicBezTo>
                <a:cubicBezTo>
                  <a:pt x="6438555" y="4191904"/>
                  <a:pt x="6437910" y="4196895"/>
                  <a:pt x="6437021" y="4201225"/>
                </a:cubicBezTo>
                <a:cubicBezTo>
                  <a:pt x="6436132" y="4205556"/>
                  <a:pt x="6434985" y="4209328"/>
                  <a:pt x="6433579" y="4212540"/>
                </a:cubicBezTo>
                <a:cubicBezTo>
                  <a:pt x="6432174" y="4215752"/>
                  <a:pt x="6430496" y="4218663"/>
                  <a:pt x="6428546" y="4221273"/>
                </a:cubicBezTo>
                <a:cubicBezTo>
                  <a:pt x="6426595" y="4223883"/>
                  <a:pt x="6424329" y="4226292"/>
                  <a:pt x="6421748" y="4228500"/>
                </a:cubicBezTo>
                <a:cubicBezTo>
                  <a:pt x="6419167" y="4230709"/>
                  <a:pt x="6416271" y="4232960"/>
                  <a:pt x="6413058" y="4235255"/>
                </a:cubicBezTo>
                <a:lnTo>
                  <a:pt x="6418049" y="4242310"/>
                </a:lnTo>
                <a:cubicBezTo>
                  <a:pt x="6422982" y="4239385"/>
                  <a:pt x="6427485" y="4236574"/>
                  <a:pt x="6431557" y="4233878"/>
                </a:cubicBezTo>
                <a:cubicBezTo>
                  <a:pt x="6435630" y="4231182"/>
                  <a:pt x="6439301" y="4228314"/>
                  <a:pt x="6442570" y="4225274"/>
                </a:cubicBezTo>
                <a:cubicBezTo>
                  <a:pt x="6445840" y="4222234"/>
                  <a:pt x="6448694" y="4218893"/>
                  <a:pt x="6451131" y="4215250"/>
                </a:cubicBezTo>
                <a:cubicBezTo>
                  <a:pt x="6453569" y="4211608"/>
                  <a:pt x="6455605" y="4207406"/>
                  <a:pt x="6457240" y="4202645"/>
                </a:cubicBezTo>
                <a:cubicBezTo>
                  <a:pt x="6458875" y="4197884"/>
                  <a:pt x="6460094" y="4192421"/>
                  <a:pt x="6460897" y="4186254"/>
                </a:cubicBezTo>
                <a:cubicBezTo>
                  <a:pt x="6461700" y="4180088"/>
                  <a:pt x="6462102" y="4172961"/>
                  <a:pt x="6462102" y="4164873"/>
                </a:cubicBezTo>
                <a:cubicBezTo>
                  <a:pt x="6462102" y="4162636"/>
                  <a:pt x="6462073" y="4159911"/>
                  <a:pt x="6462016" y="4156699"/>
                </a:cubicBezTo>
                <a:cubicBezTo>
                  <a:pt x="6461958" y="4153544"/>
                  <a:pt x="6461901" y="4149644"/>
                  <a:pt x="6461844" y="4144997"/>
                </a:cubicBezTo>
                <a:cubicBezTo>
                  <a:pt x="6461786" y="4140351"/>
                  <a:pt x="6461729" y="4134859"/>
                  <a:pt x="6461672" y="4128520"/>
                </a:cubicBezTo>
                <a:cubicBezTo>
                  <a:pt x="6461614" y="4122182"/>
                  <a:pt x="6461586" y="4114711"/>
                  <a:pt x="6461586" y="4106107"/>
                </a:cubicBezTo>
                <a:cubicBezTo>
                  <a:pt x="6461586" y="4100772"/>
                  <a:pt x="6461629" y="4095136"/>
                  <a:pt x="6461715" y="4089200"/>
                </a:cubicBezTo>
                <a:cubicBezTo>
                  <a:pt x="6461801" y="4083263"/>
                  <a:pt x="6462044" y="4077283"/>
                  <a:pt x="6462446" y="4071260"/>
                </a:cubicBezTo>
                <a:cubicBezTo>
                  <a:pt x="6467207" y="4070858"/>
                  <a:pt x="6470921" y="4070228"/>
                  <a:pt x="6473588" y="4069367"/>
                </a:cubicBezTo>
                <a:cubicBezTo>
                  <a:pt x="6476256" y="4068507"/>
                  <a:pt x="6478234" y="4067560"/>
                  <a:pt x="6479525" y="4066528"/>
                </a:cubicBezTo>
                <a:cubicBezTo>
                  <a:pt x="6480816" y="4065495"/>
                  <a:pt x="6481590" y="4064477"/>
                  <a:pt x="6481848" y="4063473"/>
                </a:cubicBezTo>
                <a:cubicBezTo>
                  <a:pt x="6482106" y="4062469"/>
                  <a:pt x="6482235" y="4061623"/>
                  <a:pt x="6482235" y="4060935"/>
                </a:cubicBezTo>
                <a:close/>
                <a:moveTo>
                  <a:pt x="5529392" y="4060935"/>
                </a:moveTo>
                <a:cubicBezTo>
                  <a:pt x="5529220" y="4060935"/>
                  <a:pt x="5528359" y="4061021"/>
                  <a:pt x="5526810" y="4061193"/>
                </a:cubicBezTo>
                <a:cubicBezTo>
                  <a:pt x="5525263" y="4061365"/>
                  <a:pt x="5523168" y="4061537"/>
                  <a:pt x="5520530" y="4061709"/>
                </a:cubicBezTo>
                <a:cubicBezTo>
                  <a:pt x="5517892" y="4061881"/>
                  <a:pt x="5514751" y="4062054"/>
                  <a:pt x="5511109" y="4062226"/>
                </a:cubicBezTo>
                <a:cubicBezTo>
                  <a:pt x="5507466" y="4062398"/>
                  <a:pt x="5503464" y="4062484"/>
                  <a:pt x="5499105" y="4062484"/>
                </a:cubicBezTo>
                <a:cubicBezTo>
                  <a:pt x="5496352" y="4062484"/>
                  <a:pt x="5493412" y="4062455"/>
                  <a:pt x="5490286" y="4062398"/>
                </a:cubicBezTo>
                <a:cubicBezTo>
                  <a:pt x="5487160" y="4062340"/>
                  <a:pt x="5484220" y="4062254"/>
                  <a:pt x="5481467" y="4062140"/>
                </a:cubicBezTo>
                <a:cubicBezTo>
                  <a:pt x="5478713" y="4062025"/>
                  <a:pt x="5476347" y="4061910"/>
                  <a:pt x="5474368" y="4061795"/>
                </a:cubicBezTo>
                <a:cubicBezTo>
                  <a:pt x="5472389" y="4061681"/>
                  <a:pt x="5471170" y="4061566"/>
                  <a:pt x="5470712" y="4061451"/>
                </a:cubicBezTo>
                <a:lnTo>
                  <a:pt x="5467787" y="4069023"/>
                </a:lnTo>
                <a:cubicBezTo>
                  <a:pt x="5472490" y="4069424"/>
                  <a:pt x="5476118" y="4069783"/>
                  <a:pt x="5478670" y="4070098"/>
                </a:cubicBezTo>
                <a:cubicBezTo>
                  <a:pt x="5481223" y="4070414"/>
                  <a:pt x="5483102" y="4070830"/>
                  <a:pt x="5484306" y="4071346"/>
                </a:cubicBezTo>
                <a:cubicBezTo>
                  <a:pt x="5485511" y="4071862"/>
                  <a:pt x="5486242" y="4072579"/>
                  <a:pt x="5486500" y="4073497"/>
                </a:cubicBezTo>
                <a:cubicBezTo>
                  <a:pt x="5486758" y="4074415"/>
                  <a:pt x="5486945" y="4075677"/>
                  <a:pt x="5487060" y="4077283"/>
                </a:cubicBezTo>
                <a:cubicBezTo>
                  <a:pt x="5487117" y="4078373"/>
                  <a:pt x="5487175" y="4079520"/>
                  <a:pt x="5487231" y="4080725"/>
                </a:cubicBezTo>
                <a:cubicBezTo>
                  <a:pt x="5487289" y="4081929"/>
                  <a:pt x="5487346" y="4083507"/>
                  <a:pt x="5487404" y="4085457"/>
                </a:cubicBezTo>
                <a:cubicBezTo>
                  <a:pt x="5487461" y="4087407"/>
                  <a:pt x="5487518" y="4089859"/>
                  <a:pt x="5487576" y="4092813"/>
                </a:cubicBezTo>
                <a:cubicBezTo>
                  <a:pt x="5487633" y="4095767"/>
                  <a:pt x="5487676" y="4099553"/>
                  <a:pt x="5487705" y="4104171"/>
                </a:cubicBezTo>
                <a:cubicBezTo>
                  <a:pt x="5487733" y="4108788"/>
                  <a:pt x="5487748" y="4114367"/>
                  <a:pt x="5487748" y="4120906"/>
                </a:cubicBezTo>
                <a:lnTo>
                  <a:pt x="5487748" y="4156613"/>
                </a:lnTo>
                <a:cubicBezTo>
                  <a:pt x="5487748" y="4160972"/>
                  <a:pt x="5487705" y="4165246"/>
                  <a:pt x="5487619" y="4169433"/>
                </a:cubicBezTo>
                <a:cubicBezTo>
                  <a:pt x="5487532" y="4173620"/>
                  <a:pt x="5487418" y="4177550"/>
                  <a:pt x="5487274" y="4181221"/>
                </a:cubicBezTo>
                <a:cubicBezTo>
                  <a:pt x="5487131" y="4184892"/>
                  <a:pt x="5486945" y="4187932"/>
                  <a:pt x="5486715" y="4190341"/>
                </a:cubicBezTo>
                <a:cubicBezTo>
                  <a:pt x="5482069" y="4190685"/>
                  <a:pt x="5478484" y="4191288"/>
                  <a:pt x="5475960" y="4192148"/>
                </a:cubicBezTo>
                <a:cubicBezTo>
                  <a:pt x="5473436" y="4193008"/>
                  <a:pt x="5471601" y="4193955"/>
                  <a:pt x="5470453" y="4194987"/>
                </a:cubicBezTo>
                <a:cubicBezTo>
                  <a:pt x="5469306" y="4196020"/>
                  <a:pt x="5468632" y="4197009"/>
                  <a:pt x="5468432" y="4197956"/>
                </a:cubicBezTo>
                <a:cubicBezTo>
                  <a:pt x="5468230" y="4198902"/>
                  <a:pt x="5468130" y="4199634"/>
                  <a:pt x="5468130" y="4200150"/>
                </a:cubicBezTo>
                <a:cubicBezTo>
                  <a:pt x="5468417" y="4200150"/>
                  <a:pt x="5469478" y="4200093"/>
                  <a:pt x="5471314" y="4199978"/>
                </a:cubicBezTo>
                <a:cubicBezTo>
                  <a:pt x="5473092" y="4199806"/>
                  <a:pt x="5475373" y="4199634"/>
                  <a:pt x="5478154" y="4199462"/>
                </a:cubicBezTo>
                <a:cubicBezTo>
                  <a:pt x="5480936" y="4199289"/>
                  <a:pt x="5484077" y="4199132"/>
                  <a:pt x="5487576" y="4198988"/>
                </a:cubicBezTo>
                <a:cubicBezTo>
                  <a:pt x="5491075" y="4198845"/>
                  <a:pt x="5494717" y="4198773"/>
                  <a:pt x="5498503" y="4198773"/>
                </a:cubicBezTo>
                <a:cubicBezTo>
                  <a:pt x="5501600" y="4198773"/>
                  <a:pt x="5504727" y="4198831"/>
                  <a:pt x="5507882" y="4198945"/>
                </a:cubicBezTo>
                <a:cubicBezTo>
                  <a:pt x="5511036" y="4199060"/>
                  <a:pt x="5513918" y="4199175"/>
                  <a:pt x="5516529" y="4199289"/>
                </a:cubicBezTo>
                <a:cubicBezTo>
                  <a:pt x="5519138" y="4199404"/>
                  <a:pt x="5521376" y="4199533"/>
                  <a:pt x="5523240" y="4199677"/>
                </a:cubicBezTo>
                <a:cubicBezTo>
                  <a:pt x="5525105" y="4199820"/>
                  <a:pt x="5526352" y="4199920"/>
                  <a:pt x="5526983" y="4199978"/>
                </a:cubicBezTo>
                <a:lnTo>
                  <a:pt x="5530424" y="4192234"/>
                </a:lnTo>
                <a:cubicBezTo>
                  <a:pt x="5525721" y="4191890"/>
                  <a:pt x="5522064" y="4191546"/>
                  <a:pt x="5519454" y="4191202"/>
                </a:cubicBezTo>
                <a:cubicBezTo>
                  <a:pt x="5516844" y="4190857"/>
                  <a:pt x="5514908" y="4190384"/>
                  <a:pt x="5513646" y="4189782"/>
                </a:cubicBezTo>
                <a:cubicBezTo>
                  <a:pt x="5512384" y="4189180"/>
                  <a:pt x="5511595" y="4188405"/>
                  <a:pt x="5511280" y="4187459"/>
                </a:cubicBezTo>
                <a:cubicBezTo>
                  <a:pt x="5510965" y="4186512"/>
                  <a:pt x="5510750" y="4185236"/>
                  <a:pt x="5510635" y="4183630"/>
                </a:cubicBezTo>
                <a:cubicBezTo>
                  <a:pt x="5510520" y="4182368"/>
                  <a:pt x="5510434" y="4180647"/>
                  <a:pt x="5510377" y="4178467"/>
                </a:cubicBezTo>
                <a:cubicBezTo>
                  <a:pt x="5510319" y="4176288"/>
                  <a:pt x="5510276" y="4173276"/>
                  <a:pt x="5510248" y="4169433"/>
                </a:cubicBezTo>
                <a:cubicBezTo>
                  <a:pt x="5510219" y="4165590"/>
                  <a:pt x="5510190" y="4160729"/>
                  <a:pt x="5510162" y="4154849"/>
                </a:cubicBezTo>
                <a:cubicBezTo>
                  <a:pt x="5510133" y="4148970"/>
                  <a:pt x="5510119" y="4141699"/>
                  <a:pt x="5510119" y="4133038"/>
                </a:cubicBezTo>
                <a:cubicBezTo>
                  <a:pt x="5521132" y="4132636"/>
                  <a:pt x="5532418" y="4132335"/>
                  <a:pt x="5543976" y="4132134"/>
                </a:cubicBezTo>
                <a:cubicBezTo>
                  <a:pt x="5555534" y="4131933"/>
                  <a:pt x="5567651" y="4131833"/>
                  <a:pt x="5580328" y="4131833"/>
                </a:cubicBezTo>
                <a:lnTo>
                  <a:pt x="5580328" y="4135963"/>
                </a:lnTo>
                <a:cubicBezTo>
                  <a:pt x="5580328" y="4148754"/>
                  <a:pt x="5580285" y="4159581"/>
                  <a:pt x="5580199" y="4168444"/>
                </a:cubicBezTo>
                <a:cubicBezTo>
                  <a:pt x="5580113" y="4177306"/>
                  <a:pt x="5579813" y="4184605"/>
                  <a:pt x="5579296" y="4190341"/>
                </a:cubicBezTo>
                <a:cubicBezTo>
                  <a:pt x="5575051" y="4190685"/>
                  <a:pt x="5571781" y="4191288"/>
                  <a:pt x="5569487" y="4192148"/>
                </a:cubicBezTo>
                <a:cubicBezTo>
                  <a:pt x="5567192" y="4193008"/>
                  <a:pt x="5565486" y="4193955"/>
                  <a:pt x="5564367" y="4194987"/>
                </a:cubicBezTo>
                <a:cubicBezTo>
                  <a:pt x="5563250" y="4196020"/>
                  <a:pt x="5562589" y="4197009"/>
                  <a:pt x="5562389" y="4197956"/>
                </a:cubicBezTo>
                <a:cubicBezTo>
                  <a:pt x="5562187" y="4198902"/>
                  <a:pt x="5562088" y="4199634"/>
                  <a:pt x="5562088" y="4200150"/>
                </a:cubicBezTo>
                <a:cubicBezTo>
                  <a:pt x="5562431" y="4200150"/>
                  <a:pt x="5563465" y="4200093"/>
                  <a:pt x="5565185" y="4199978"/>
                </a:cubicBezTo>
                <a:cubicBezTo>
                  <a:pt x="5566848" y="4199806"/>
                  <a:pt x="5568999" y="4199634"/>
                  <a:pt x="5571639" y="4199462"/>
                </a:cubicBezTo>
                <a:cubicBezTo>
                  <a:pt x="5574277" y="4199289"/>
                  <a:pt x="5577302" y="4199132"/>
                  <a:pt x="5580715" y="4198988"/>
                </a:cubicBezTo>
                <a:cubicBezTo>
                  <a:pt x="5584128" y="4198845"/>
                  <a:pt x="5587699" y="4198773"/>
                  <a:pt x="5591428" y="4198773"/>
                </a:cubicBezTo>
                <a:cubicBezTo>
                  <a:pt x="5594525" y="4198773"/>
                  <a:pt x="5597680" y="4198831"/>
                  <a:pt x="5600892" y="4198945"/>
                </a:cubicBezTo>
                <a:cubicBezTo>
                  <a:pt x="5604104" y="4199060"/>
                  <a:pt x="5607073" y="4199175"/>
                  <a:pt x="5609797" y="4199289"/>
                </a:cubicBezTo>
                <a:cubicBezTo>
                  <a:pt x="5612522" y="4199404"/>
                  <a:pt x="5614874" y="4199533"/>
                  <a:pt x="5616853" y="4199677"/>
                </a:cubicBezTo>
                <a:cubicBezTo>
                  <a:pt x="5618832" y="4199820"/>
                  <a:pt x="5620136" y="4199920"/>
                  <a:pt x="5620768" y="4199978"/>
                </a:cubicBezTo>
                <a:lnTo>
                  <a:pt x="5624209" y="4192234"/>
                </a:lnTo>
                <a:cubicBezTo>
                  <a:pt x="5619161" y="4191890"/>
                  <a:pt x="5615232" y="4191546"/>
                  <a:pt x="5612422" y="4191202"/>
                </a:cubicBezTo>
                <a:cubicBezTo>
                  <a:pt x="5609611" y="4190857"/>
                  <a:pt x="5607546" y="4190384"/>
                  <a:pt x="5606226" y="4189782"/>
                </a:cubicBezTo>
                <a:cubicBezTo>
                  <a:pt x="5604907" y="4189180"/>
                  <a:pt x="5604090" y="4188405"/>
                  <a:pt x="5603774" y="4187459"/>
                </a:cubicBezTo>
                <a:cubicBezTo>
                  <a:pt x="5603459" y="4186512"/>
                  <a:pt x="5603272" y="4185236"/>
                  <a:pt x="5603216" y="4183630"/>
                </a:cubicBezTo>
                <a:cubicBezTo>
                  <a:pt x="5603158" y="4182425"/>
                  <a:pt x="5603100" y="4181135"/>
                  <a:pt x="5603043" y="4179758"/>
                </a:cubicBezTo>
                <a:cubicBezTo>
                  <a:pt x="5602986" y="4178381"/>
                  <a:pt x="5602943" y="4176761"/>
                  <a:pt x="5602914" y="4174897"/>
                </a:cubicBezTo>
                <a:cubicBezTo>
                  <a:pt x="5602885" y="4173032"/>
                  <a:pt x="5602857" y="4170810"/>
                  <a:pt x="5602828" y="4168228"/>
                </a:cubicBezTo>
                <a:cubicBezTo>
                  <a:pt x="5602799" y="4165647"/>
                  <a:pt x="5602770" y="4162507"/>
                  <a:pt x="5602742" y="4158807"/>
                </a:cubicBezTo>
                <a:cubicBezTo>
                  <a:pt x="5602713" y="4155107"/>
                  <a:pt x="5602699" y="4150791"/>
                  <a:pt x="5602699" y="4145858"/>
                </a:cubicBezTo>
                <a:lnTo>
                  <a:pt x="5602699" y="4128477"/>
                </a:lnTo>
                <a:cubicBezTo>
                  <a:pt x="5602699" y="4120906"/>
                  <a:pt x="5602713" y="4114266"/>
                  <a:pt x="5602742" y="4108559"/>
                </a:cubicBezTo>
                <a:cubicBezTo>
                  <a:pt x="5602770" y="4102851"/>
                  <a:pt x="5602814" y="4097775"/>
                  <a:pt x="5602871" y="4093330"/>
                </a:cubicBezTo>
                <a:cubicBezTo>
                  <a:pt x="5602928" y="4088884"/>
                  <a:pt x="5603029" y="4084912"/>
                  <a:pt x="5603172" y="4081413"/>
                </a:cubicBezTo>
                <a:cubicBezTo>
                  <a:pt x="5603315" y="4077914"/>
                  <a:pt x="5603502" y="4074530"/>
                  <a:pt x="5603731" y="4071260"/>
                </a:cubicBezTo>
                <a:cubicBezTo>
                  <a:pt x="5608492" y="4070858"/>
                  <a:pt x="5612193" y="4070228"/>
                  <a:pt x="5614831" y="4069367"/>
                </a:cubicBezTo>
                <a:cubicBezTo>
                  <a:pt x="5617469" y="4068507"/>
                  <a:pt x="5619406" y="4067560"/>
                  <a:pt x="5620639" y="4066528"/>
                </a:cubicBezTo>
                <a:cubicBezTo>
                  <a:pt x="5621872" y="4065495"/>
                  <a:pt x="5622603" y="4064477"/>
                  <a:pt x="5622833" y="4063473"/>
                </a:cubicBezTo>
                <a:cubicBezTo>
                  <a:pt x="5623062" y="4062469"/>
                  <a:pt x="5623177" y="4061623"/>
                  <a:pt x="5623177" y="4060935"/>
                </a:cubicBezTo>
                <a:cubicBezTo>
                  <a:pt x="5623062" y="4060935"/>
                  <a:pt x="5622201" y="4061021"/>
                  <a:pt x="5620595" y="4061193"/>
                </a:cubicBezTo>
                <a:cubicBezTo>
                  <a:pt x="5618989" y="4061365"/>
                  <a:pt x="5616809" y="4061537"/>
                  <a:pt x="5614056" y="4061709"/>
                </a:cubicBezTo>
                <a:cubicBezTo>
                  <a:pt x="5611303" y="4061881"/>
                  <a:pt x="5608062" y="4062054"/>
                  <a:pt x="5604333" y="4062226"/>
                </a:cubicBezTo>
                <a:cubicBezTo>
                  <a:pt x="5600606" y="4062398"/>
                  <a:pt x="5596532" y="4062484"/>
                  <a:pt x="5592116" y="4062484"/>
                </a:cubicBezTo>
                <a:cubicBezTo>
                  <a:pt x="5589363" y="4062484"/>
                  <a:pt x="5586452" y="4062455"/>
                  <a:pt x="5583383" y="4062398"/>
                </a:cubicBezTo>
                <a:cubicBezTo>
                  <a:pt x="5580314" y="4062340"/>
                  <a:pt x="5577446" y="4062254"/>
                  <a:pt x="5574778" y="4062140"/>
                </a:cubicBezTo>
                <a:cubicBezTo>
                  <a:pt x="5572111" y="4062025"/>
                  <a:pt x="5569817" y="4061910"/>
                  <a:pt x="5567895" y="4061795"/>
                </a:cubicBezTo>
                <a:cubicBezTo>
                  <a:pt x="5565974" y="4061681"/>
                  <a:pt x="5564783" y="4061566"/>
                  <a:pt x="5564325" y="4061451"/>
                </a:cubicBezTo>
                <a:lnTo>
                  <a:pt x="5561399" y="4069023"/>
                </a:lnTo>
                <a:cubicBezTo>
                  <a:pt x="5565701" y="4069424"/>
                  <a:pt x="5569042" y="4069783"/>
                  <a:pt x="5571424" y="4070098"/>
                </a:cubicBezTo>
                <a:cubicBezTo>
                  <a:pt x="5573803" y="4070414"/>
                  <a:pt x="5575581" y="4070830"/>
                  <a:pt x="5576758" y="4071346"/>
                </a:cubicBezTo>
                <a:cubicBezTo>
                  <a:pt x="5577933" y="4071862"/>
                  <a:pt x="5578679" y="4072579"/>
                  <a:pt x="5578994" y="4073497"/>
                </a:cubicBezTo>
                <a:cubicBezTo>
                  <a:pt x="5579310" y="4074415"/>
                  <a:pt x="5579525" y="4075677"/>
                  <a:pt x="5579640" y="4077283"/>
                </a:cubicBezTo>
                <a:cubicBezTo>
                  <a:pt x="5579697" y="4078832"/>
                  <a:pt x="5579783" y="4080581"/>
                  <a:pt x="5579898" y="4082531"/>
                </a:cubicBezTo>
                <a:cubicBezTo>
                  <a:pt x="5579955" y="4084482"/>
                  <a:pt x="5580013" y="4087092"/>
                  <a:pt x="5580070" y="4090361"/>
                </a:cubicBezTo>
                <a:cubicBezTo>
                  <a:pt x="5580127" y="4093631"/>
                  <a:pt x="5580185" y="4097804"/>
                  <a:pt x="5580243" y="4102880"/>
                </a:cubicBezTo>
                <a:cubicBezTo>
                  <a:pt x="5580299" y="4107957"/>
                  <a:pt x="5580328" y="4114395"/>
                  <a:pt x="5580328" y="4122196"/>
                </a:cubicBezTo>
                <a:cubicBezTo>
                  <a:pt x="5567881" y="4122311"/>
                  <a:pt x="5555893" y="4122498"/>
                  <a:pt x="5544363" y="4122756"/>
                </a:cubicBezTo>
                <a:cubicBezTo>
                  <a:pt x="5532833" y="4123014"/>
                  <a:pt x="5521419" y="4123401"/>
                  <a:pt x="5510119" y="4123917"/>
                </a:cubicBezTo>
                <a:cubicBezTo>
                  <a:pt x="5510119" y="4116977"/>
                  <a:pt x="5510133" y="4110882"/>
                  <a:pt x="5510162" y="4105633"/>
                </a:cubicBezTo>
                <a:cubicBezTo>
                  <a:pt x="5510190" y="4100385"/>
                  <a:pt x="5510233" y="4095724"/>
                  <a:pt x="5510291" y="4091652"/>
                </a:cubicBezTo>
                <a:cubicBezTo>
                  <a:pt x="5510348" y="4087579"/>
                  <a:pt x="5510448" y="4083922"/>
                  <a:pt x="5510592" y="4080681"/>
                </a:cubicBezTo>
                <a:cubicBezTo>
                  <a:pt x="5510736" y="4077441"/>
                  <a:pt x="5510922" y="4074300"/>
                  <a:pt x="5511151" y="4071260"/>
                </a:cubicBezTo>
                <a:cubicBezTo>
                  <a:pt x="5515510" y="4070858"/>
                  <a:pt x="5518910" y="4070228"/>
                  <a:pt x="5521347" y="4069367"/>
                </a:cubicBezTo>
                <a:cubicBezTo>
                  <a:pt x="5523785" y="4068507"/>
                  <a:pt x="5525606" y="4067560"/>
                  <a:pt x="5526810" y="4066528"/>
                </a:cubicBezTo>
                <a:cubicBezTo>
                  <a:pt x="5528015" y="4065495"/>
                  <a:pt x="5528747" y="4064477"/>
                  <a:pt x="5529004" y="4063473"/>
                </a:cubicBezTo>
                <a:cubicBezTo>
                  <a:pt x="5529263" y="4062469"/>
                  <a:pt x="5529392" y="4061623"/>
                  <a:pt x="5529392" y="4060935"/>
                </a:cubicBezTo>
                <a:close/>
                <a:moveTo>
                  <a:pt x="3969001" y="4060935"/>
                </a:moveTo>
                <a:cubicBezTo>
                  <a:pt x="3968886" y="4060935"/>
                  <a:pt x="3967968" y="4061021"/>
                  <a:pt x="3966248" y="4061193"/>
                </a:cubicBezTo>
                <a:cubicBezTo>
                  <a:pt x="3964527" y="4061365"/>
                  <a:pt x="3962290" y="4061537"/>
                  <a:pt x="3959536" y="4061709"/>
                </a:cubicBezTo>
                <a:cubicBezTo>
                  <a:pt x="3956783" y="4061881"/>
                  <a:pt x="3953643" y="4062054"/>
                  <a:pt x="3950115" y="4062226"/>
                </a:cubicBezTo>
                <a:cubicBezTo>
                  <a:pt x="3946587" y="4062398"/>
                  <a:pt x="3942988" y="4062484"/>
                  <a:pt x="3939317" y="4062484"/>
                </a:cubicBezTo>
                <a:cubicBezTo>
                  <a:pt x="3936850" y="4062484"/>
                  <a:pt x="3934699" y="4062455"/>
                  <a:pt x="3932864" y="4062398"/>
                </a:cubicBezTo>
                <a:cubicBezTo>
                  <a:pt x="3931028" y="4062340"/>
                  <a:pt x="3929938" y="4062312"/>
                  <a:pt x="3929594" y="4062312"/>
                </a:cubicBezTo>
                <a:cubicBezTo>
                  <a:pt x="3918523" y="4082675"/>
                  <a:pt x="3908614" y="4101131"/>
                  <a:pt x="3899867" y="4117679"/>
                </a:cubicBezTo>
                <a:cubicBezTo>
                  <a:pt x="3891119" y="4134228"/>
                  <a:pt x="3883533" y="4148927"/>
                  <a:pt x="3877109" y="4161775"/>
                </a:cubicBezTo>
                <a:lnTo>
                  <a:pt x="3876420" y="4161775"/>
                </a:lnTo>
                <a:cubicBezTo>
                  <a:pt x="3868849" y="4144338"/>
                  <a:pt x="3860919" y="4127273"/>
                  <a:pt x="3852630" y="4110581"/>
                </a:cubicBezTo>
                <a:cubicBezTo>
                  <a:pt x="3844341" y="4093889"/>
                  <a:pt x="3835580" y="4077742"/>
                  <a:pt x="3826345" y="4062140"/>
                </a:cubicBezTo>
                <a:cubicBezTo>
                  <a:pt x="3825140" y="4062254"/>
                  <a:pt x="3823448" y="4062340"/>
                  <a:pt x="3821268" y="4062398"/>
                </a:cubicBezTo>
                <a:cubicBezTo>
                  <a:pt x="3819088" y="4062455"/>
                  <a:pt x="3816937" y="4062484"/>
                  <a:pt x="3814815" y="4062484"/>
                </a:cubicBezTo>
                <a:cubicBezTo>
                  <a:pt x="3811832" y="4062484"/>
                  <a:pt x="3808591" y="4062441"/>
                  <a:pt x="3805092" y="4062355"/>
                </a:cubicBezTo>
                <a:cubicBezTo>
                  <a:pt x="3801593" y="4062269"/>
                  <a:pt x="3798266" y="4062183"/>
                  <a:pt x="3795112" y="4062097"/>
                </a:cubicBezTo>
                <a:cubicBezTo>
                  <a:pt x="3791957" y="4062011"/>
                  <a:pt x="3789203" y="4061910"/>
                  <a:pt x="3786852" y="4061795"/>
                </a:cubicBezTo>
                <a:cubicBezTo>
                  <a:pt x="3784500" y="4061681"/>
                  <a:pt x="3782980" y="4061566"/>
                  <a:pt x="3782291" y="4061451"/>
                </a:cubicBezTo>
                <a:lnTo>
                  <a:pt x="3779366" y="4069023"/>
                </a:lnTo>
                <a:cubicBezTo>
                  <a:pt x="3783324" y="4069310"/>
                  <a:pt x="3786608" y="4069654"/>
                  <a:pt x="3789218" y="4070055"/>
                </a:cubicBezTo>
                <a:cubicBezTo>
                  <a:pt x="3791828" y="4070457"/>
                  <a:pt x="3794079" y="4071059"/>
                  <a:pt x="3795972" y="4071862"/>
                </a:cubicBezTo>
                <a:cubicBezTo>
                  <a:pt x="3797865" y="4072665"/>
                  <a:pt x="3799542" y="4073727"/>
                  <a:pt x="3801005" y="4075046"/>
                </a:cubicBezTo>
                <a:cubicBezTo>
                  <a:pt x="3802468" y="4076365"/>
                  <a:pt x="3804031" y="4078086"/>
                  <a:pt x="3805695" y="4080208"/>
                </a:cubicBezTo>
                <a:cubicBezTo>
                  <a:pt x="3805465" y="4084682"/>
                  <a:pt x="3805149" y="4089974"/>
                  <a:pt x="3804748" y="4096083"/>
                </a:cubicBezTo>
                <a:cubicBezTo>
                  <a:pt x="3804346" y="4102192"/>
                  <a:pt x="3803888" y="4108688"/>
                  <a:pt x="3803372" y="4115571"/>
                </a:cubicBezTo>
                <a:cubicBezTo>
                  <a:pt x="3802855" y="4122455"/>
                  <a:pt x="3802310" y="4129510"/>
                  <a:pt x="3801737" y="4136737"/>
                </a:cubicBezTo>
                <a:cubicBezTo>
                  <a:pt x="3801163" y="4143965"/>
                  <a:pt x="3800561" y="4150906"/>
                  <a:pt x="3799930" y="4157559"/>
                </a:cubicBezTo>
                <a:cubicBezTo>
                  <a:pt x="3799299" y="4164213"/>
                  <a:pt x="3798668" y="4170365"/>
                  <a:pt x="3798037" y="4176015"/>
                </a:cubicBezTo>
                <a:cubicBezTo>
                  <a:pt x="3797406" y="4181665"/>
                  <a:pt x="3796804" y="4186383"/>
                  <a:pt x="3796230" y="4190169"/>
                </a:cubicBezTo>
                <a:cubicBezTo>
                  <a:pt x="3791125" y="4190513"/>
                  <a:pt x="3787153" y="4191130"/>
                  <a:pt x="3784313" y="4192019"/>
                </a:cubicBezTo>
                <a:cubicBezTo>
                  <a:pt x="3781474" y="4192908"/>
                  <a:pt x="3779366" y="4193869"/>
                  <a:pt x="3777989" y="4194901"/>
                </a:cubicBezTo>
                <a:cubicBezTo>
                  <a:pt x="3776613" y="4195934"/>
                  <a:pt x="3775781" y="4196938"/>
                  <a:pt x="3775494" y="4197913"/>
                </a:cubicBezTo>
                <a:cubicBezTo>
                  <a:pt x="3775207" y="4198888"/>
                  <a:pt x="3775064" y="4199634"/>
                  <a:pt x="3775064" y="4200150"/>
                </a:cubicBezTo>
                <a:cubicBezTo>
                  <a:pt x="3775351" y="4200150"/>
                  <a:pt x="3776211" y="4200093"/>
                  <a:pt x="3777645" y="4199978"/>
                </a:cubicBezTo>
                <a:cubicBezTo>
                  <a:pt x="3779022" y="4199806"/>
                  <a:pt x="3780843" y="4199634"/>
                  <a:pt x="3783109" y="4199462"/>
                </a:cubicBezTo>
                <a:cubicBezTo>
                  <a:pt x="3785374" y="4199289"/>
                  <a:pt x="3788042" y="4199132"/>
                  <a:pt x="3791111" y="4198988"/>
                </a:cubicBezTo>
                <a:cubicBezTo>
                  <a:pt x="3794179" y="4198845"/>
                  <a:pt x="3797521" y="4198773"/>
                  <a:pt x="3801134" y="4198773"/>
                </a:cubicBezTo>
                <a:cubicBezTo>
                  <a:pt x="3804175" y="4198773"/>
                  <a:pt x="3807114" y="4198831"/>
                  <a:pt x="3809953" y="4198945"/>
                </a:cubicBezTo>
                <a:cubicBezTo>
                  <a:pt x="3812793" y="4199060"/>
                  <a:pt x="3815374" y="4199175"/>
                  <a:pt x="3817697" y="4199289"/>
                </a:cubicBezTo>
                <a:cubicBezTo>
                  <a:pt x="3820021" y="4199404"/>
                  <a:pt x="3821985" y="4199533"/>
                  <a:pt x="3823591" y="4199677"/>
                </a:cubicBezTo>
                <a:cubicBezTo>
                  <a:pt x="3825197" y="4199820"/>
                  <a:pt x="3826287" y="4199920"/>
                  <a:pt x="3826861" y="4199978"/>
                </a:cubicBezTo>
                <a:lnTo>
                  <a:pt x="3830302" y="4192234"/>
                </a:lnTo>
                <a:cubicBezTo>
                  <a:pt x="3825484" y="4191890"/>
                  <a:pt x="3821712" y="4191546"/>
                  <a:pt x="3818988" y="4191202"/>
                </a:cubicBezTo>
                <a:cubicBezTo>
                  <a:pt x="3816263" y="4190857"/>
                  <a:pt x="3814213" y="4190398"/>
                  <a:pt x="3812836" y="4189825"/>
                </a:cubicBezTo>
                <a:cubicBezTo>
                  <a:pt x="3811459" y="4189251"/>
                  <a:pt x="3810613" y="4188491"/>
                  <a:pt x="3810298" y="4187545"/>
                </a:cubicBezTo>
                <a:cubicBezTo>
                  <a:pt x="3809982" y="4186598"/>
                  <a:pt x="3809825" y="4185351"/>
                  <a:pt x="3809825" y="4183802"/>
                </a:cubicBezTo>
                <a:cubicBezTo>
                  <a:pt x="3809825" y="4182081"/>
                  <a:pt x="3809911" y="4179428"/>
                  <a:pt x="3810083" y="4175843"/>
                </a:cubicBezTo>
                <a:cubicBezTo>
                  <a:pt x="3810255" y="4172258"/>
                  <a:pt x="3810484" y="4168085"/>
                  <a:pt x="3810771" y="4163324"/>
                </a:cubicBezTo>
                <a:cubicBezTo>
                  <a:pt x="3811058" y="4158563"/>
                  <a:pt x="3811402" y="4153329"/>
                  <a:pt x="3811804" y="4147622"/>
                </a:cubicBezTo>
                <a:cubicBezTo>
                  <a:pt x="3812205" y="4141914"/>
                  <a:pt x="3812621" y="4136078"/>
                  <a:pt x="3813051" y="4130112"/>
                </a:cubicBezTo>
                <a:cubicBezTo>
                  <a:pt x="3813481" y="4124147"/>
                  <a:pt x="3813940" y="4118196"/>
                  <a:pt x="3814428" y="4112259"/>
                </a:cubicBezTo>
                <a:cubicBezTo>
                  <a:pt x="3814915" y="4106322"/>
                  <a:pt x="3815389" y="4100686"/>
                  <a:pt x="3815848" y="4095352"/>
                </a:cubicBezTo>
                <a:lnTo>
                  <a:pt x="3816364" y="4095179"/>
                </a:lnTo>
                <a:cubicBezTo>
                  <a:pt x="3825197" y="4111470"/>
                  <a:pt x="3833744" y="4128291"/>
                  <a:pt x="3842004" y="4145643"/>
                </a:cubicBezTo>
                <a:cubicBezTo>
                  <a:pt x="3850264" y="4162994"/>
                  <a:pt x="3857950" y="4181106"/>
                  <a:pt x="3865063" y="4199978"/>
                </a:cubicBezTo>
                <a:cubicBezTo>
                  <a:pt x="3866096" y="4199691"/>
                  <a:pt x="3867157" y="4199447"/>
                  <a:pt x="3868246" y="4199246"/>
                </a:cubicBezTo>
                <a:cubicBezTo>
                  <a:pt x="3869336" y="4199046"/>
                  <a:pt x="3870398" y="4198888"/>
                  <a:pt x="3871430" y="4198773"/>
                </a:cubicBezTo>
                <a:cubicBezTo>
                  <a:pt x="3880780" y="4179443"/>
                  <a:pt x="3889857" y="4161159"/>
                  <a:pt x="3898662" y="4143922"/>
                </a:cubicBezTo>
                <a:cubicBezTo>
                  <a:pt x="3907467" y="4126685"/>
                  <a:pt x="3916114" y="4110265"/>
                  <a:pt x="3924604" y="4094663"/>
                </a:cubicBezTo>
                <a:lnTo>
                  <a:pt x="3925292" y="4094835"/>
                </a:lnTo>
                <a:cubicBezTo>
                  <a:pt x="3925407" y="4099482"/>
                  <a:pt x="3925607" y="4105160"/>
                  <a:pt x="3925894" y="4111871"/>
                </a:cubicBezTo>
                <a:cubicBezTo>
                  <a:pt x="3926124" y="4118583"/>
                  <a:pt x="3926382" y="4126154"/>
                  <a:pt x="3926669" y="4134586"/>
                </a:cubicBezTo>
                <a:cubicBezTo>
                  <a:pt x="3926955" y="4143649"/>
                  <a:pt x="3927170" y="4151852"/>
                  <a:pt x="3927314" y="4159194"/>
                </a:cubicBezTo>
                <a:cubicBezTo>
                  <a:pt x="3927457" y="4166536"/>
                  <a:pt x="3927529" y="4172961"/>
                  <a:pt x="3927529" y="4178467"/>
                </a:cubicBezTo>
                <a:lnTo>
                  <a:pt x="3927529" y="4185179"/>
                </a:lnTo>
                <a:cubicBezTo>
                  <a:pt x="3927529" y="4186957"/>
                  <a:pt x="3927472" y="4188735"/>
                  <a:pt x="3927357" y="4190513"/>
                </a:cubicBezTo>
                <a:cubicBezTo>
                  <a:pt x="3923227" y="4190857"/>
                  <a:pt x="3920029" y="4191460"/>
                  <a:pt x="3917763" y="4192320"/>
                </a:cubicBezTo>
                <a:cubicBezTo>
                  <a:pt x="3915498" y="4193181"/>
                  <a:pt x="3913820" y="4194098"/>
                  <a:pt x="3912730" y="4195073"/>
                </a:cubicBezTo>
                <a:cubicBezTo>
                  <a:pt x="3911640" y="4196049"/>
                  <a:pt x="3910995" y="4197009"/>
                  <a:pt x="3910794" y="4197956"/>
                </a:cubicBezTo>
                <a:cubicBezTo>
                  <a:pt x="3910593" y="4198902"/>
                  <a:pt x="3910493" y="4199634"/>
                  <a:pt x="3910493" y="4200150"/>
                </a:cubicBezTo>
                <a:cubicBezTo>
                  <a:pt x="3910837" y="4200150"/>
                  <a:pt x="3911841" y="4200093"/>
                  <a:pt x="3913504" y="4199978"/>
                </a:cubicBezTo>
                <a:cubicBezTo>
                  <a:pt x="3915168" y="4199806"/>
                  <a:pt x="3917304" y="4199634"/>
                  <a:pt x="3919914" y="4199462"/>
                </a:cubicBezTo>
                <a:cubicBezTo>
                  <a:pt x="3922524" y="4199289"/>
                  <a:pt x="3925507" y="4199132"/>
                  <a:pt x="3928863" y="4198988"/>
                </a:cubicBezTo>
                <a:cubicBezTo>
                  <a:pt x="3932218" y="4198845"/>
                  <a:pt x="3935760" y="4198773"/>
                  <a:pt x="3939489" y="4198773"/>
                </a:cubicBezTo>
                <a:cubicBezTo>
                  <a:pt x="3942586" y="4198773"/>
                  <a:pt x="3945741" y="4198831"/>
                  <a:pt x="3948953" y="4198945"/>
                </a:cubicBezTo>
                <a:cubicBezTo>
                  <a:pt x="3952165" y="4199060"/>
                  <a:pt x="3955134" y="4199175"/>
                  <a:pt x="3957859" y="4199289"/>
                </a:cubicBezTo>
                <a:cubicBezTo>
                  <a:pt x="3960583" y="4199404"/>
                  <a:pt x="3962935" y="4199533"/>
                  <a:pt x="3964914" y="4199677"/>
                </a:cubicBezTo>
                <a:cubicBezTo>
                  <a:pt x="3966893" y="4199820"/>
                  <a:pt x="3968198" y="4199920"/>
                  <a:pt x="3968829" y="4199978"/>
                </a:cubicBezTo>
                <a:lnTo>
                  <a:pt x="3972270" y="4192234"/>
                </a:lnTo>
                <a:cubicBezTo>
                  <a:pt x="3967165" y="4191890"/>
                  <a:pt x="3963222" y="4191546"/>
                  <a:pt x="3960440" y="4191202"/>
                </a:cubicBezTo>
                <a:cubicBezTo>
                  <a:pt x="3957658" y="4190857"/>
                  <a:pt x="3955593" y="4190384"/>
                  <a:pt x="3954245" y="4189782"/>
                </a:cubicBezTo>
                <a:cubicBezTo>
                  <a:pt x="3952897" y="4189180"/>
                  <a:pt x="3952065" y="4188405"/>
                  <a:pt x="3951749" y="4187459"/>
                </a:cubicBezTo>
                <a:cubicBezTo>
                  <a:pt x="3951434" y="4186512"/>
                  <a:pt x="3951219" y="4185236"/>
                  <a:pt x="3951104" y="4183630"/>
                </a:cubicBezTo>
                <a:cubicBezTo>
                  <a:pt x="3950932" y="4182081"/>
                  <a:pt x="3950760" y="4180203"/>
                  <a:pt x="3950588" y="4177994"/>
                </a:cubicBezTo>
                <a:cubicBezTo>
                  <a:pt x="3950416" y="4175786"/>
                  <a:pt x="3950244" y="4172760"/>
                  <a:pt x="3950072" y="4168917"/>
                </a:cubicBezTo>
                <a:cubicBezTo>
                  <a:pt x="3949900" y="4165074"/>
                  <a:pt x="3949713" y="4160184"/>
                  <a:pt x="3949513" y="4154247"/>
                </a:cubicBezTo>
                <a:cubicBezTo>
                  <a:pt x="3949312" y="4148310"/>
                  <a:pt x="3949097" y="4140839"/>
                  <a:pt x="3948867" y="4131833"/>
                </a:cubicBezTo>
                <a:cubicBezTo>
                  <a:pt x="3948580" y="4121221"/>
                  <a:pt x="3948337" y="4111800"/>
                  <a:pt x="3948136" y="4103568"/>
                </a:cubicBezTo>
                <a:cubicBezTo>
                  <a:pt x="3947935" y="4095337"/>
                  <a:pt x="3947835" y="4088669"/>
                  <a:pt x="3947835" y="4083564"/>
                </a:cubicBezTo>
                <a:lnTo>
                  <a:pt x="3947835" y="4077283"/>
                </a:lnTo>
                <a:cubicBezTo>
                  <a:pt x="3947835" y="4075390"/>
                  <a:pt x="3947892" y="4073382"/>
                  <a:pt x="3948007" y="4071260"/>
                </a:cubicBezTo>
                <a:cubicBezTo>
                  <a:pt x="3953227" y="4070858"/>
                  <a:pt x="3957271" y="4070228"/>
                  <a:pt x="3960139" y="4069367"/>
                </a:cubicBezTo>
                <a:cubicBezTo>
                  <a:pt x="3963007" y="4068507"/>
                  <a:pt x="3965086" y="4067560"/>
                  <a:pt x="3966377" y="4066528"/>
                </a:cubicBezTo>
                <a:cubicBezTo>
                  <a:pt x="3967667" y="4065495"/>
                  <a:pt x="3968427" y="4064477"/>
                  <a:pt x="3968657" y="4063473"/>
                </a:cubicBezTo>
                <a:cubicBezTo>
                  <a:pt x="3968886" y="4062469"/>
                  <a:pt x="3969001" y="4061623"/>
                  <a:pt x="3969001" y="4060935"/>
                </a:cubicBezTo>
                <a:close/>
                <a:moveTo>
                  <a:pt x="3341893" y="4060935"/>
                </a:moveTo>
                <a:cubicBezTo>
                  <a:pt x="3340459" y="4060935"/>
                  <a:pt x="3337964" y="4061050"/>
                  <a:pt x="3334407" y="4061279"/>
                </a:cubicBezTo>
                <a:cubicBezTo>
                  <a:pt x="3330793" y="4061509"/>
                  <a:pt x="3326233" y="4061767"/>
                  <a:pt x="3320727" y="4062054"/>
                </a:cubicBezTo>
                <a:cubicBezTo>
                  <a:pt x="3315220" y="4062340"/>
                  <a:pt x="3308796" y="4062599"/>
                  <a:pt x="3301453" y="4062828"/>
                </a:cubicBezTo>
                <a:cubicBezTo>
                  <a:pt x="3294111" y="4063057"/>
                  <a:pt x="3285995" y="4063172"/>
                  <a:pt x="3277103" y="4063172"/>
                </a:cubicBezTo>
                <a:cubicBezTo>
                  <a:pt x="3273088" y="4063172"/>
                  <a:pt x="3269073" y="4063143"/>
                  <a:pt x="3265058" y="4063086"/>
                </a:cubicBezTo>
                <a:cubicBezTo>
                  <a:pt x="3261043" y="4063029"/>
                  <a:pt x="3257199" y="4062971"/>
                  <a:pt x="3253528" y="4062914"/>
                </a:cubicBezTo>
                <a:cubicBezTo>
                  <a:pt x="3249857" y="4062857"/>
                  <a:pt x="3246416" y="4062771"/>
                  <a:pt x="3243203" y="4062656"/>
                </a:cubicBezTo>
                <a:cubicBezTo>
                  <a:pt x="3239991" y="4062541"/>
                  <a:pt x="3237152" y="4062455"/>
                  <a:pt x="3234685" y="4062398"/>
                </a:cubicBezTo>
                <a:cubicBezTo>
                  <a:pt x="3232219" y="4062340"/>
                  <a:pt x="3230211" y="4062283"/>
                  <a:pt x="3228662" y="4062226"/>
                </a:cubicBezTo>
                <a:cubicBezTo>
                  <a:pt x="3227114" y="4062168"/>
                  <a:pt x="3226167" y="4062140"/>
                  <a:pt x="3225823" y="4062140"/>
                </a:cubicBezTo>
                <a:cubicBezTo>
                  <a:pt x="3225020" y="4062140"/>
                  <a:pt x="3224188" y="4062398"/>
                  <a:pt x="3223328" y="4062914"/>
                </a:cubicBezTo>
                <a:cubicBezTo>
                  <a:pt x="3222467" y="4063430"/>
                  <a:pt x="3221951" y="4064606"/>
                  <a:pt x="3221779" y="4066442"/>
                </a:cubicBezTo>
                <a:cubicBezTo>
                  <a:pt x="3221263" y="4073669"/>
                  <a:pt x="3220833" y="4080208"/>
                  <a:pt x="3220489" y="4086059"/>
                </a:cubicBezTo>
                <a:cubicBezTo>
                  <a:pt x="3220087" y="4091910"/>
                  <a:pt x="3219714" y="4096900"/>
                  <a:pt x="3219370" y="4101030"/>
                </a:cubicBezTo>
                <a:lnTo>
                  <a:pt x="3227286" y="4101719"/>
                </a:lnTo>
                <a:cubicBezTo>
                  <a:pt x="3228146" y="4096958"/>
                  <a:pt x="3228949" y="4092942"/>
                  <a:pt x="3229695" y="4089673"/>
                </a:cubicBezTo>
                <a:cubicBezTo>
                  <a:pt x="3230441" y="4086403"/>
                  <a:pt x="3231387" y="4083693"/>
                  <a:pt x="3232534" y="4081542"/>
                </a:cubicBezTo>
                <a:cubicBezTo>
                  <a:pt x="3233682" y="4079391"/>
                  <a:pt x="3235144" y="4077727"/>
                  <a:pt x="3236922" y="4076552"/>
                </a:cubicBezTo>
                <a:cubicBezTo>
                  <a:pt x="3238701" y="4075376"/>
                  <a:pt x="3241052" y="4074515"/>
                  <a:pt x="3243978" y="4073970"/>
                </a:cubicBezTo>
                <a:cubicBezTo>
                  <a:pt x="3246903" y="4073425"/>
                  <a:pt x="3250517" y="4073096"/>
                  <a:pt x="3254819" y="4072981"/>
                </a:cubicBezTo>
                <a:cubicBezTo>
                  <a:pt x="3259121" y="4072866"/>
                  <a:pt x="3264398" y="4072809"/>
                  <a:pt x="3270651" y="4072809"/>
                </a:cubicBezTo>
                <a:lnTo>
                  <a:pt x="3270651" y="4077541"/>
                </a:lnTo>
                <a:cubicBezTo>
                  <a:pt x="3270651" y="4079147"/>
                  <a:pt x="3270679" y="4080983"/>
                  <a:pt x="3270737" y="4083048"/>
                </a:cubicBezTo>
                <a:cubicBezTo>
                  <a:pt x="3270737" y="4085170"/>
                  <a:pt x="3270737" y="4087637"/>
                  <a:pt x="3270737" y="4090447"/>
                </a:cubicBezTo>
                <a:cubicBezTo>
                  <a:pt x="3270737" y="4093315"/>
                  <a:pt x="3270765" y="4096728"/>
                  <a:pt x="3270823" y="4100686"/>
                </a:cubicBezTo>
                <a:cubicBezTo>
                  <a:pt x="3270823" y="4104644"/>
                  <a:pt x="3270823" y="4109319"/>
                  <a:pt x="3270823" y="4114711"/>
                </a:cubicBezTo>
                <a:lnTo>
                  <a:pt x="3270823" y="4152311"/>
                </a:lnTo>
                <a:cubicBezTo>
                  <a:pt x="3270823" y="4157990"/>
                  <a:pt x="3270794" y="4163152"/>
                  <a:pt x="3270737" y="4167798"/>
                </a:cubicBezTo>
                <a:cubicBezTo>
                  <a:pt x="3270679" y="4172445"/>
                  <a:pt x="3270593" y="4176618"/>
                  <a:pt x="3270478" y="4180317"/>
                </a:cubicBezTo>
                <a:cubicBezTo>
                  <a:pt x="3270364" y="4184017"/>
                  <a:pt x="3270192" y="4187301"/>
                  <a:pt x="3269962" y="4190169"/>
                </a:cubicBezTo>
                <a:cubicBezTo>
                  <a:pt x="3264398" y="4190513"/>
                  <a:pt x="3260110" y="4191144"/>
                  <a:pt x="3257099" y="4192062"/>
                </a:cubicBezTo>
                <a:cubicBezTo>
                  <a:pt x="3254088" y="4192980"/>
                  <a:pt x="3251894" y="4193955"/>
                  <a:pt x="3250517" y="4194987"/>
                </a:cubicBezTo>
                <a:cubicBezTo>
                  <a:pt x="3249140" y="4196020"/>
                  <a:pt x="3248337" y="4197038"/>
                  <a:pt x="3248108" y="4198042"/>
                </a:cubicBezTo>
                <a:cubicBezTo>
                  <a:pt x="3247878" y="4199046"/>
                  <a:pt x="3247764" y="4199806"/>
                  <a:pt x="3247764" y="4200322"/>
                </a:cubicBezTo>
                <a:cubicBezTo>
                  <a:pt x="3247993" y="4200265"/>
                  <a:pt x="3249026" y="4200150"/>
                  <a:pt x="3250861" y="4199978"/>
                </a:cubicBezTo>
                <a:cubicBezTo>
                  <a:pt x="3252697" y="4199806"/>
                  <a:pt x="3255120" y="4199634"/>
                  <a:pt x="3258131" y="4199462"/>
                </a:cubicBezTo>
                <a:cubicBezTo>
                  <a:pt x="3261143" y="4199289"/>
                  <a:pt x="3264642" y="4199132"/>
                  <a:pt x="3268629" y="4198988"/>
                </a:cubicBezTo>
                <a:cubicBezTo>
                  <a:pt x="3272615" y="4198845"/>
                  <a:pt x="3276874" y="4198773"/>
                  <a:pt x="3281406" y="4198773"/>
                </a:cubicBezTo>
                <a:cubicBezTo>
                  <a:pt x="3285593" y="4198773"/>
                  <a:pt x="3289580" y="4198831"/>
                  <a:pt x="3293365" y="4198945"/>
                </a:cubicBezTo>
                <a:cubicBezTo>
                  <a:pt x="3297151" y="4199060"/>
                  <a:pt x="3300536" y="4199203"/>
                  <a:pt x="3303518" y="4199376"/>
                </a:cubicBezTo>
                <a:cubicBezTo>
                  <a:pt x="3306501" y="4199548"/>
                  <a:pt x="3308982" y="4199705"/>
                  <a:pt x="3310961" y="4199849"/>
                </a:cubicBezTo>
                <a:cubicBezTo>
                  <a:pt x="3312940" y="4199992"/>
                  <a:pt x="3314245" y="4200093"/>
                  <a:pt x="3314876" y="4200150"/>
                </a:cubicBezTo>
                <a:lnTo>
                  <a:pt x="3318317" y="4192062"/>
                </a:lnTo>
                <a:cubicBezTo>
                  <a:pt x="3312409" y="4191718"/>
                  <a:pt x="3307820" y="4191374"/>
                  <a:pt x="3304551" y="4191029"/>
                </a:cubicBezTo>
                <a:cubicBezTo>
                  <a:pt x="3301281" y="4190685"/>
                  <a:pt x="3298858" y="4190212"/>
                  <a:pt x="3297280" y="4189610"/>
                </a:cubicBezTo>
                <a:cubicBezTo>
                  <a:pt x="3295703" y="4189007"/>
                  <a:pt x="3294728" y="4188219"/>
                  <a:pt x="3294355" y="4187244"/>
                </a:cubicBezTo>
                <a:cubicBezTo>
                  <a:pt x="3293982" y="4186268"/>
                  <a:pt x="3293767" y="4185007"/>
                  <a:pt x="3293710" y="4183458"/>
                </a:cubicBezTo>
                <a:cubicBezTo>
                  <a:pt x="3293595" y="4182368"/>
                  <a:pt x="3293509" y="4181178"/>
                  <a:pt x="3293451" y="4179887"/>
                </a:cubicBezTo>
                <a:cubicBezTo>
                  <a:pt x="3293394" y="4178596"/>
                  <a:pt x="3293337" y="4177048"/>
                  <a:pt x="3293279" y="4175241"/>
                </a:cubicBezTo>
                <a:cubicBezTo>
                  <a:pt x="3293222" y="4173434"/>
                  <a:pt x="3293193" y="4171269"/>
                  <a:pt x="3293193" y="4168745"/>
                </a:cubicBezTo>
                <a:lnTo>
                  <a:pt x="3293193" y="4095265"/>
                </a:lnTo>
                <a:cubicBezTo>
                  <a:pt x="3293193" y="4090619"/>
                  <a:pt x="3293222" y="4086432"/>
                  <a:pt x="3293279" y="4082703"/>
                </a:cubicBezTo>
                <a:cubicBezTo>
                  <a:pt x="3293337" y="4078975"/>
                  <a:pt x="3293423" y="4075562"/>
                  <a:pt x="3293538" y="4072465"/>
                </a:cubicBezTo>
                <a:cubicBezTo>
                  <a:pt x="3296864" y="4072407"/>
                  <a:pt x="3299661" y="4072364"/>
                  <a:pt x="3301927" y="4072335"/>
                </a:cubicBezTo>
                <a:cubicBezTo>
                  <a:pt x="3304192" y="4072307"/>
                  <a:pt x="3306100" y="4072292"/>
                  <a:pt x="3307648" y="4072292"/>
                </a:cubicBezTo>
                <a:lnTo>
                  <a:pt x="3313843" y="4072292"/>
                </a:lnTo>
                <a:cubicBezTo>
                  <a:pt x="3317170" y="4072292"/>
                  <a:pt x="3320024" y="4072393"/>
                  <a:pt x="3322404" y="4072594"/>
                </a:cubicBezTo>
                <a:cubicBezTo>
                  <a:pt x="3324785" y="4072794"/>
                  <a:pt x="3326807" y="4073239"/>
                  <a:pt x="3328470" y="4073927"/>
                </a:cubicBezTo>
                <a:cubicBezTo>
                  <a:pt x="3330134" y="4074616"/>
                  <a:pt x="3331510" y="4075576"/>
                  <a:pt x="3332600" y="4076810"/>
                </a:cubicBezTo>
                <a:cubicBezTo>
                  <a:pt x="3333690" y="4078043"/>
                  <a:pt x="3334622" y="4079692"/>
                  <a:pt x="3335397" y="4081757"/>
                </a:cubicBezTo>
                <a:cubicBezTo>
                  <a:pt x="3336171" y="4083822"/>
                  <a:pt x="3336845" y="4086360"/>
                  <a:pt x="3337418" y="4089372"/>
                </a:cubicBezTo>
                <a:cubicBezTo>
                  <a:pt x="3337992" y="4092383"/>
                  <a:pt x="3338623" y="4095983"/>
                  <a:pt x="3339311" y="4100170"/>
                </a:cubicBezTo>
                <a:lnTo>
                  <a:pt x="3347227" y="4099482"/>
                </a:lnTo>
                <a:cubicBezTo>
                  <a:pt x="3347170" y="4097761"/>
                  <a:pt x="3347113" y="4095753"/>
                  <a:pt x="3347055" y="4093459"/>
                </a:cubicBezTo>
                <a:cubicBezTo>
                  <a:pt x="3346998" y="4091164"/>
                  <a:pt x="3346940" y="4088812"/>
                  <a:pt x="3346883" y="4086403"/>
                </a:cubicBezTo>
                <a:cubicBezTo>
                  <a:pt x="3346826" y="4083994"/>
                  <a:pt x="3346797" y="4081585"/>
                  <a:pt x="3346797" y="4079176"/>
                </a:cubicBezTo>
                <a:cubicBezTo>
                  <a:pt x="3346740" y="4076767"/>
                  <a:pt x="3346697" y="4074587"/>
                  <a:pt x="3346668" y="4072637"/>
                </a:cubicBezTo>
                <a:cubicBezTo>
                  <a:pt x="3346639" y="4070686"/>
                  <a:pt x="3346625" y="4069052"/>
                  <a:pt x="3346625" y="4067732"/>
                </a:cubicBezTo>
                <a:cubicBezTo>
                  <a:pt x="3346568" y="4066413"/>
                  <a:pt x="3346539" y="4065581"/>
                  <a:pt x="3346539" y="4065237"/>
                </a:cubicBezTo>
                <a:cubicBezTo>
                  <a:pt x="3346367" y="4063402"/>
                  <a:pt x="3345922" y="4062226"/>
                  <a:pt x="3345205" y="4061709"/>
                </a:cubicBezTo>
                <a:cubicBezTo>
                  <a:pt x="3344488" y="4061193"/>
                  <a:pt x="3343384" y="4060935"/>
                  <a:pt x="3341893" y="4060935"/>
                </a:cubicBezTo>
                <a:close/>
                <a:moveTo>
                  <a:pt x="8587355" y="4060763"/>
                </a:moveTo>
                <a:lnTo>
                  <a:pt x="8567049" y="4063860"/>
                </a:lnTo>
                <a:cubicBezTo>
                  <a:pt x="8566533" y="4065237"/>
                  <a:pt x="8566145" y="4066685"/>
                  <a:pt x="8565887" y="4068206"/>
                </a:cubicBezTo>
                <a:cubicBezTo>
                  <a:pt x="8565629" y="4069726"/>
                  <a:pt x="8565500" y="4071088"/>
                  <a:pt x="8565501" y="4072292"/>
                </a:cubicBezTo>
                <a:cubicBezTo>
                  <a:pt x="8565500" y="4074472"/>
                  <a:pt x="8565859" y="4076336"/>
                  <a:pt x="8566576" y="4077885"/>
                </a:cubicBezTo>
                <a:cubicBezTo>
                  <a:pt x="8567293" y="4079434"/>
                  <a:pt x="8568253" y="4080710"/>
                  <a:pt x="8569459" y="4081714"/>
                </a:cubicBezTo>
                <a:cubicBezTo>
                  <a:pt x="8570663" y="4082718"/>
                  <a:pt x="8572039" y="4083464"/>
                  <a:pt x="8573589" y="4083951"/>
                </a:cubicBezTo>
                <a:cubicBezTo>
                  <a:pt x="8575137" y="4084439"/>
                  <a:pt x="8576743" y="4084682"/>
                  <a:pt x="8578407" y="4084682"/>
                </a:cubicBezTo>
                <a:cubicBezTo>
                  <a:pt x="8581159" y="4084682"/>
                  <a:pt x="8583856" y="4084080"/>
                  <a:pt x="8586495" y="4082876"/>
                </a:cubicBezTo>
                <a:cubicBezTo>
                  <a:pt x="8589133" y="4081671"/>
                  <a:pt x="8591198" y="4079864"/>
                  <a:pt x="8592689" y="4077455"/>
                </a:cubicBezTo>
                <a:cubicBezTo>
                  <a:pt x="8590681" y="4075390"/>
                  <a:pt x="8589348" y="4073210"/>
                  <a:pt x="8588689" y="4070916"/>
                </a:cubicBezTo>
                <a:cubicBezTo>
                  <a:pt x="8588029" y="4068621"/>
                  <a:pt x="8587699" y="4066098"/>
                  <a:pt x="8587699" y="4063344"/>
                </a:cubicBezTo>
                <a:lnTo>
                  <a:pt x="8587699" y="4061279"/>
                </a:lnTo>
                <a:close/>
                <a:moveTo>
                  <a:pt x="7587230" y="4060763"/>
                </a:moveTo>
                <a:lnTo>
                  <a:pt x="7566925" y="4063860"/>
                </a:lnTo>
                <a:cubicBezTo>
                  <a:pt x="7566408" y="4065237"/>
                  <a:pt x="7566021" y="4066685"/>
                  <a:pt x="7565763" y="4068206"/>
                </a:cubicBezTo>
                <a:cubicBezTo>
                  <a:pt x="7565505" y="4069726"/>
                  <a:pt x="7565376" y="4071088"/>
                  <a:pt x="7565376" y="4072292"/>
                </a:cubicBezTo>
                <a:cubicBezTo>
                  <a:pt x="7565376" y="4074472"/>
                  <a:pt x="7565734" y="4076336"/>
                  <a:pt x="7566451" y="4077885"/>
                </a:cubicBezTo>
                <a:cubicBezTo>
                  <a:pt x="7567168" y="4079434"/>
                  <a:pt x="7568129" y="4080710"/>
                  <a:pt x="7569334" y="4081714"/>
                </a:cubicBezTo>
                <a:cubicBezTo>
                  <a:pt x="7570538" y="4082718"/>
                  <a:pt x="7571915" y="4083464"/>
                  <a:pt x="7573464" y="4083951"/>
                </a:cubicBezTo>
                <a:cubicBezTo>
                  <a:pt x="7575012" y="4084439"/>
                  <a:pt x="7576618" y="4084682"/>
                  <a:pt x="7578282" y="4084682"/>
                </a:cubicBezTo>
                <a:cubicBezTo>
                  <a:pt x="7581035" y="4084682"/>
                  <a:pt x="7583731" y="4084080"/>
                  <a:pt x="7586370" y="4082876"/>
                </a:cubicBezTo>
                <a:cubicBezTo>
                  <a:pt x="7589008" y="4081671"/>
                  <a:pt x="7591073" y="4079864"/>
                  <a:pt x="7592565" y="4077455"/>
                </a:cubicBezTo>
                <a:cubicBezTo>
                  <a:pt x="7590557" y="4075390"/>
                  <a:pt x="7589223" y="4073210"/>
                  <a:pt x="7588564" y="4070916"/>
                </a:cubicBezTo>
                <a:cubicBezTo>
                  <a:pt x="7587904" y="4068621"/>
                  <a:pt x="7587574" y="4066098"/>
                  <a:pt x="7587574" y="4063344"/>
                </a:cubicBezTo>
                <a:lnTo>
                  <a:pt x="7587574" y="4061279"/>
                </a:lnTo>
                <a:close/>
                <a:moveTo>
                  <a:pt x="7149081" y="4060763"/>
                </a:moveTo>
                <a:lnTo>
                  <a:pt x="7128775" y="4063860"/>
                </a:lnTo>
                <a:cubicBezTo>
                  <a:pt x="7128258" y="4065237"/>
                  <a:pt x="7127871" y="4066685"/>
                  <a:pt x="7127613" y="4068206"/>
                </a:cubicBezTo>
                <a:cubicBezTo>
                  <a:pt x="7127355" y="4069726"/>
                  <a:pt x="7127226" y="4071088"/>
                  <a:pt x="7127226" y="4072292"/>
                </a:cubicBezTo>
                <a:cubicBezTo>
                  <a:pt x="7127226" y="4074472"/>
                  <a:pt x="7127585" y="4076336"/>
                  <a:pt x="7128302" y="4077885"/>
                </a:cubicBezTo>
                <a:cubicBezTo>
                  <a:pt x="7129019" y="4079434"/>
                  <a:pt x="7129980" y="4080710"/>
                  <a:pt x="7131184" y="4081714"/>
                </a:cubicBezTo>
                <a:cubicBezTo>
                  <a:pt x="7132389" y="4082718"/>
                  <a:pt x="7133765" y="4083464"/>
                  <a:pt x="7135314" y="4083951"/>
                </a:cubicBezTo>
                <a:cubicBezTo>
                  <a:pt x="7136863" y="4084439"/>
                  <a:pt x="7138469" y="4084682"/>
                  <a:pt x="7140132" y="4084682"/>
                </a:cubicBezTo>
                <a:cubicBezTo>
                  <a:pt x="7142885" y="4084682"/>
                  <a:pt x="7145582" y="4084080"/>
                  <a:pt x="7148220" y="4082876"/>
                </a:cubicBezTo>
                <a:cubicBezTo>
                  <a:pt x="7150859" y="4081671"/>
                  <a:pt x="7152924" y="4079864"/>
                  <a:pt x="7154415" y="4077455"/>
                </a:cubicBezTo>
                <a:cubicBezTo>
                  <a:pt x="7152408" y="4075390"/>
                  <a:pt x="7151074" y="4073210"/>
                  <a:pt x="7150414" y="4070916"/>
                </a:cubicBezTo>
                <a:cubicBezTo>
                  <a:pt x="7149755" y="4068621"/>
                  <a:pt x="7149425" y="4066098"/>
                  <a:pt x="7149425" y="4063344"/>
                </a:cubicBezTo>
                <a:lnTo>
                  <a:pt x="7149425" y="4061279"/>
                </a:lnTo>
                <a:close/>
                <a:moveTo>
                  <a:pt x="5663182" y="4060763"/>
                </a:moveTo>
                <a:lnTo>
                  <a:pt x="5642875" y="4063860"/>
                </a:lnTo>
                <a:cubicBezTo>
                  <a:pt x="5642359" y="4065237"/>
                  <a:pt x="5641972" y="4066685"/>
                  <a:pt x="5641714" y="4068206"/>
                </a:cubicBezTo>
                <a:cubicBezTo>
                  <a:pt x="5641456" y="4069726"/>
                  <a:pt x="5641327" y="4071088"/>
                  <a:pt x="5641327" y="4072292"/>
                </a:cubicBezTo>
                <a:cubicBezTo>
                  <a:pt x="5641327" y="4074472"/>
                  <a:pt x="5641685" y="4076336"/>
                  <a:pt x="5642402" y="4077885"/>
                </a:cubicBezTo>
                <a:cubicBezTo>
                  <a:pt x="5643119" y="4079434"/>
                  <a:pt x="5644080" y="4080710"/>
                  <a:pt x="5645285" y="4081714"/>
                </a:cubicBezTo>
                <a:cubicBezTo>
                  <a:pt x="5646489" y="4082718"/>
                  <a:pt x="5647866" y="4083464"/>
                  <a:pt x="5649414" y="4083951"/>
                </a:cubicBezTo>
                <a:cubicBezTo>
                  <a:pt x="5650963" y="4084439"/>
                  <a:pt x="5652569" y="4084682"/>
                  <a:pt x="5654233" y="4084682"/>
                </a:cubicBezTo>
                <a:cubicBezTo>
                  <a:pt x="5656986" y="4084682"/>
                  <a:pt x="5659682" y="4084080"/>
                  <a:pt x="5662321" y="4082876"/>
                </a:cubicBezTo>
                <a:cubicBezTo>
                  <a:pt x="5664959" y="4081671"/>
                  <a:pt x="5667024" y="4079864"/>
                  <a:pt x="5668516" y="4077455"/>
                </a:cubicBezTo>
                <a:cubicBezTo>
                  <a:pt x="5666508" y="4075390"/>
                  <a:pt x="5665174" y="4073210"/>
                  <a:pt x="5664515" y="4070916"/>
                </a:cubicBezTo>
                <a:cubicBezTo>
                  <a:pt x="5663855" y="4068621"/>
                  <a:pt x="5663525" y="4066098"/>
                  <a:pt x="5663525" y="4063344"/>
                </a:cubicBezTo>
                <a:lnTo>
                  <a:pt x="5663525" y="4061279"/>
                </a:lnTo>
                <a:close/>
                <a:moveTo>
                  <a:pt x="8091666" y="4059214"/>
                </a:moveTo>
                <a:cubicBezTo>
                  <a:pt x="8090519" y="4059444"/>
                  <a:pt x="8089329" y="4059659"/>
                  <a:pt x="8088096" y="4059860"/>
                </a:cubicBezTo>
                <a:cubicBezTo>
                  <a:pt x="8086863" y="4060060"/>
                  <a:pt x="8085630" y="4060247"/>
                  <a:pt x="8084396" y="4060419"/>
                </a:cubicBezTo>
                <a:cubicBezTo>
                  <a:pt x="8083163" y="4060591"/>
                  <a:pt x="8081973" y="4060734"/>
                  <a:pt x="8080826" y="4060849"/>
                </a:cubicBezTo>
                <a:cubicBezTo>
                  <a:pt x="8079678" y="4060964"/>
                  <a:pt x="8078646" y="4061050"/>
                  <a:pt x="8077728" y="4061107"/>
                </a:cubicBezTo>
                <a:cubicBezTo>
                  <a:pt x="8076982" y="4063229"/>
                  <a:pt x="8076251" y="4065294"/>
                  <a:pt x="8075534" y="4067302"/>
                </a:cubicBezTo>
                <a:cubicBezTo>
                  <a:pt x="8074817" y="4069310"/>
                  <a:pt x="8073999" y="4071504"/>
                  <a:pt x="8073082" y="4073884"/>
                </a:cubicBezTo>
                <a:cubicBezTo>
                  <a:pt x="8072164" y="4076265"/>
                  <a:pt x="8071074" y="4078989"/>
                  <a:pt x="8069812" y="4082058"/>
                </a:cubicBezTo>
                <a:cubicBezTo>
                  <a:pt x="8068550" y="4085127"/>
                  <a:pt x="8067002" y="4088798"/>
                  <a:pt x="8065166" y="4093071"/>
                </a:cubicBezTo>
                <a:cubicBezTo>
                  <a:pt x="8063330" y="4097345"/>
                  <a:pt x="8061151" y="4102364"/>
                  <a:pt x="8058627" y="4108129"/>
                </a:cubicBezTo>
                <a:cubicBezTo>
                  <a:pt x="8056103" y="4113893"/>
                  <a:pt x="8053120" y="4120648"/>
                  <a:pt x="8049679" y="4128391"/>
                </a:cubicBezTo>
                <a:cubicBezTo>
                  <a:pt x="8046810" y="4134758"/>
                  <a:pt x="8044000" y="4140996"/>
                  <a:pt x="8041247" y="4147105"/>
                </a:cubicBezTo>
                <a:cubicBezTo>
                  <a:pt x="8038493" y="4153214"/>
                  <a:pt x="8035855" y="4158965"/>
                  <a:pt x="8033331" y="4164357"/>
                </a:cubicBezTo>
                <a:cubicBezTo>
                  <a:pt x="8030807" y="4169749"/>
                  <a:pt x="8028455" y="4174653"/>
                  <a:pt x="8026276" y="4179070"/>
                </a:cubicBezTo>
                <a:cubicBezTo>
                  <a:pt x="8024096" y="4183486"/>
                  <a:pt x="8022203" y="4187186"/>
                  <a:pt x="8020597" y="4190169"/>
                </a:cubicBezTo>
                <a:cubicBezTo>
                  <a:pt x="8016008" y="4190513"/>
                  <a:pt x="8012451" y="4191115"/>
                  <a:pt x="8009928" y="4191976"/>
                </a:cubicBezTo>
                <a:cubicBezTo>
                  <a:pt x="8007403" y="4192836"/>
                  <a:pt x="8005539" y="4193768"/>
                  <a:pt x="8004335" y="4194772"/>
                </a:cubicBezTo>
                <a:cubicBezTo>
                  <a:pt x="8003130" y="4195776"/>
                  <a:pt x="8002413" y="4196751"/>
                  <a:pt x="8002184" y="4197698"/>
                </a:cubicBezTo>
                <a:cubicBezTo>
                  <a:pt x="8001954" y="4198644"/>
                  <a:pt x="8001840" y="4199404"/>
                  <a:pt x="8001840" y="4199978"/>
                </a:cubicBezTo>
                <a:cubicBezTo>
                  <a:pt x="8002126" y="4199920"/>
                  <a:pt x="8003116" y="4199820"/>
                  <a:pt x="8004808" y="4199677"/>
                </a:cubicBezTo>
                <a:cubicBezTo>
                  <a:pt x="8006500" y="4199533"/>
                  <a:pt x="8008537" y="4199404"/>
                  <a:pt x="8010917" y="4199289"/>
                </a:cubicBezTo>
                <a:cubicBezTo>
                  <a:pt x="8013298" y="4199175"/>
                  <a:pt x="8015850" y="4199060"/>
                  <a:pt x="8018575" y="4198945"/>
                </a:cubicBezTo>
                <a:cubicBezTo>
                  <a:pt x="8021299" y="4198831"/>
                  <a:pt x="8023837" y="4198773"/>
                  <a:pt x="8026190" y="4198773"/>
                </a:cubicBezTo>
                <a:cubicBezTo>
                  <a:pt x="8028312" y="4198773"/>
                  <a:pt x="8030692" y="4198816"/>
                  <a:pt x="8033331" y="4198902"/>
                </a:cubicBezTo>
                <a:cubicBezTo>
                  <a:pt x="8035969" y="4198988"/>
                  <a:pt x="8038493" y="4199089"/>
                  <a:pt x="8040903" y="4199203"/>
                </a:cubicBezTo>
                <a:cubicBezTo>
                  <a:pt x="8043311" y="4199318"/>
                  <a:pt x="8045405" y="4199433"/>
                  <a:pt x="8047184" y="4199548"/>
                </a:cubicBezTo>
                <a:cubicBezTo>
                  <a:pt x="8048962" y="4199662"/>
                  <a:pt x="8050081" y="4199748"/>
                  <a:pt x="8050539" y="4199806"/>
                </a:cubicBezTo>
                <a:lnTo>
                  <a:pt x="8053981" y="4192062"/>
                </a:lnTo>
                <a:cubicBezTo>
                  <a:pt x="8050367" y="4191833"/>
                  <a:pt x="8047427" y="4191603"/>
                  <a:pt x="8045162" y="4191374"/>
                </a:cubicBezTo>
                <a:cubicBezTo>
                  <a:pt x="8042896" y="4191144"/>
                  <a:pt x="8041117" y="4190872"/>
                  <a:pt x="8039827" y="4190556"/>
                </a:cubicBezTo>
                <a:cubicBezTo>
                  <a:pt x="8038536" y="4190241"/>
                  <a:pt x="8037647" y="4189854"/>
                  <a:pt x="8037160" y="4189395"/>
                </a:cubicBezTo>
                <a:cubicBezTo>
                  <a:pt x="8036672" y="4188936"/>
                  <a:pt x="8036428" y="4188362"/>
                  <a:pt x="8036428" y="4187674"/>
                </a:cubicBezTo>
                <a:cubicBezTo>
                  <a:pt x="8036428" y="4187100"/>
                  <a:pt x="8036558" y="4186355"/>
                  <a:pt x="8036816" y="4185437"/>
                </a:cubicBezTo>
                <a:cubicBezTo>
                  <a:pt x="8037074" y="4184519"/>
                  <a:pt x="8037519" y="4183171"/>
                  <a:pt x="8038149" y="4181393"/>
                </a:cubicBezTo>
                <a:cubicBezTo>
                  <a:pt x="8038493" y="4180360"/>
                  <a:pt x="8038952" y="4179127"/>
                  <a:pt x="8039526" y="4177693"/>
                </a:cubicBezTo>
                <a:cubicBezTo>
                  <a:pt x="8040099" y="4176259"/>
                  <a:pt x="8040831" y="4174438"/>
                  <a:pt x="8041720" y="4172229"/>
                </a:cubicBezTo>
                <a:cubicBezTo>
                  <a:pt x="8042609" y="4170021"/>
                  <a:pt x="8043741" y="4167311"/>
                  <a:pt x="8045119" y="4164099"/>
                </a:cubicBezTo>
                <a:cubicBezTo>
                  <a:pt x="8046495" y="4160886"/>
                  <a:pt x="8048187" y="4156957"/>
                  <a:pt x="8050195" y="4152311"/>
                </a:cubicBezTo>
                <a:cubicBezTo>
                  <a:pt x="8057135" y="4152081"/>
                  <a:pt x="8064506" y="4151938"/>
                  <a:pt x="8072308" y="4151881"/>
                </a:cubicBezTo>
                <a:cubicBezTo>
                  <a:pt x="8080108" y="4151823"/>
                  <a:pt x="8088741" y="4151795"/>
                  <a:pt x="8098205" y="4151795"/>
                </a:cubicBezTo>
                <a:cubicBezTo>
                  <a:pt x="8101131" y="4159825"/>
                  <a:pt x="8103669" y="4167053"/>
                  <a:pt x="8105820" y="4173477"/>
                </a:cubicBezTo>
                <a:cubicBezTo>
                  <a:pt x="8107971" y="4179901"/>
                  <a:pt x="8109793" y="4185523"/>
                  <a:pt x="8111284" y="4190341"/>
                </a:cubicBezTo>
                <a:cubicBezTo>
                  <a:pt x="8107039" y="4190743"/>
                  <a:pt x="8103770" y="4191374"/>
                  <a:pt x="8101475" y="4192234"/>
                </a:cubicBezTo>
                <a:cubicBezTo>
                  <a:pt x="8099181" y="4193095"/>
                  <a:pt x="8097474" y="4194012"/>
                  <a:pt x="8096356" y="4194987"/>
                </a:cubicBezTo>
                <a:cubicBezTo>
                  <a:pt x="8095237" y="4195963"/>
                  <a:pt x="8094578" y="4196923"/>
                  <a:pt x="8094377" y="4197870"/>
                </a:cubicBezTo>
                <a:cubicBezTo>
                  <a:pt x="8094176" y="4198816"/>
                  <a:pt x="8094076" y="4199576"/>
                  <a:pt x="8094076" y="4200150"/>
                </a:cubicBezTo>
                <a:cubicBezTo>
                  <a:pt x="8094420" y="4200093"/>
                  <a:pt x="8095553" y="4199992"/>
                  <a:pt x="8097474" y="4199849"/>
                </a:cubicBezTo>
                <a:cubicBezTo>
                  <a:pt x="8099396" y="4199705"/>
                  <a:pt x="8101819" y="4199548"/>
                  <a:pt x="8104745" y="4199376"/>
                </a:cubicBezTo>
                <a:cubicBezTo>
                  <a:pt x="8107670" y="4199203"/>
                  <a:pt x="8110926" y="4199060"/>
                  <a:pt x="8114510" y="4198945"/>
                </a:cubicBezTo>
                <a:cubicBezTo>
                  <a:pt x="8118096" y="4198831"/>
                  <a:pt x="8121724" y="4198773"/>
                  <a:pt x="8125395" y="4198773"/>
                </a:cubicBezTo>
                <a:cubicBezTo>
                  <a:pt x="8128836" y="4198773"/>
                  <a:pt x="8132149" y="4198831"/>
                  <a:pt x="8135332" y="4198945"/>
                </a:cubicBezTo>
                <a:cubicBezTo>
                  <a:pt x="8138516" y="4199060"/>
                  <a:pt x="8141413" y="4199175"/>
                  <a:pt x="8144022" y="4199289"/>
                </a:cubicBezTo>
                <a:cubicBezTo>
                  <a:pt x="8146633" y="4199404"/>
                  <a:pt x="8148855" y="4199533"/>
                  <a:pt x="8150691" y="4199677"/>
                </a:cubicBezTo>
                <a:cubicBezTo>
                  <a:pt x="8152527" y="4199820"/>
                  <a:pt x="8153788" y="4199920"/>
                  <a:pt x="8154476" y="4199978"/>
                </a:cubicBezTo>
                <a:lnTo>
                  <a:pt x="8154653" y="4199580"/>
                </a:lnTo>
                <a:lnTo>
                  <a:pt x="8154609" y="4199978"/>
                </a:lnTo>
                <a:cubicBezTo>
                  <a:pt x="8154839" y="4199920"/>
                  <a:pt x="8155642" y="4199834"/>
                  <a:pt x="8157018" y="4199720"/>
                </a:cubicBezTo>
                <a:cubicBezTo>
                  <a:pt x="8158395" y="4199605"/>
                  <a:pt x="8160202" y="4199476"/>
                  <a:pt x="8162439" y="4199332"/>
                </a:cubicBezTo>
                <a:cubicBezTo>
                  <a:pt x="8164676" y="4199189"/>
                  <a:pt x="8167272" y="4199060"/>
                  <a:pt x="8170226" y="4198945"/>
                </a:cubicBezTo>
                <a:cubicBezTo>
                  <a:pt x="8173179" y="4198831"/>
                  <a:pt x="8176377" y="4198773"/>
                  <a:pt x="8179819" y="4198773"/>
                </a:cubicBezTo>
                <a:cubicBezTo>
                  <a:pt x="8182572" y="4198773"/>
                  <a:pt x="8185283" y="4198802"/>
                  <a:pt x="8187950" y="4198859"/>
                </a:cubicBezTo>
                <a:cubicBezTo>
                  <a:pt x="8190617" y="4198917"/>
                  <a:pt x="8193055" y="4198988"/>
                  <a:pt x="8195264" y="4199074"/>
                </a:cubicBezTo>
                <a:cubicBezTo>
                  <a:pt x="8197472" y="4199160"/>
                  <a:pt x="8199336" y="4199261"/>
                  <a:pt x="8200856" y="4199376"/>
                </a:cubicBezTo>
                <a:cubicBezTo>
                  <a:pt x="8202376" y="4199490"/>
                  <a:pt x="8203366" y="4199576"/>
                  <a:pt x="8203825" y="4199634"/>
                </a:cubicBezTo>
                <a:lnTo>
                  <a:pt x="8206922" y="4192406"/>
                </a:lnTo>
                <a:cubicBezTo>
                  <a:pt x="8203079" y="4192005"/>
                  <a:pt x="8200082" y="4191632"/>
                  <a:pt x="8197931" y="4191288"/>
                </a:cubicBezTo>
                <a:cubicBezTo>
                  <a:pt x="8195780" y="4190943"/>
                  <a:pt x="8194188" y="4190499"/>
                  <a:pt x="8193156" y="4189954"/>
                </a:cubicBezTo>
                <a:cubicBezTo>
                  <a:pt x="8192123" y="4189409"/>
                  <a:pt x="8191478" y="4188706"/>
                  <a:pt x="8191220" y="4187846"/>
                </a:cubicBezTo>
                <a:cubicBezTo>
                  <a:pt x="8190961" y="4186985"/>
                  <a:pt x="8190804" y="4185810"/>
                  <a:pt x="8190746" y="4184318"/>
                </a:cubicBezTo>
                <a:cubicBezTo>
                  <a:pt x="8190632" y="4182769"/>
                  <a:pt x="8190546" y="4181106"/>
                  <a:pt x="8190488" y="4179328"/>
                </a:cubicBezTo>
                <a:cubicBezTo>
                  <a:pt x="8190431" y="4177550"/>
                  <a:pt x="8190374" y="4175456"/>
                  <a:pt x="8190316" y="4173047"/>
                </a:cubicBezTo>
                <a:cubicBezTo>
                  <a:pt x="8190259" y="4170638"/>
                  <a:pt x="8190230" y="4167770"/>
                  <a:pt x="8190230" y="4164443"/>
                </a:cubicBezTo>
                <a:lnTo>
                  <a:pt x="8190230" y="4142416"/>
                </a:lnTo>
                <a:cubicBezTo>
                  <a:pt x="8190230" y="4140351"/>
                  <a:pt x="8190259" y="4138214"/>
                  <a:pt x="8190316" y="4136006"/>
                </a:cubicBezTo>
                <a:cubicBezTo>
                  <a:pt x="8190374" y="4133798"/>
                  <a:pt x="8190460" y="4131661"/>
                  <a:pt x="8190574" y="4129596"/>
                </a:cubicBezTo>
                <a:cubicBezTo>
                  <a:pt x="8192123" y="4128047"/>
                  <a:pt x="8193815" y="4126599"/>
                  <a:pt x="8195651" y="4125251"/>
                </a:cubicBezTo>
                <a:cubicBezTo>
                  <a:pt x="8197486" y="4123903"/>
                  <a:pt x="8199437" y="4122713"/>
                  <a:pt x="8201502" y="4121680"/>
                </a:cubicBezTo>
                <a:cubicBezTo>
                  <a:pt x="8203567" y="4120648"/>
                  <a:pt x="8205703" y="4119845"/>
                  <a:pt x="8207912" y="4119271"/>
                </a:cubicBezTo>
                <a:cubicBezTo>
                  <a:pt x="8210120" y="4118697"/>
                  <a:pt x="8212400" y="4118411"/>
                  <a:pt x="8214752" y="4118411"/>
                </a:cubicBezTo>
                <a:cubicBezTo>
                  <a:pt x="8218939" y="4118411"/>
                  <a:pt x="8222194" y="4119328"/>
                  <a:pt x="8224518" y="4121164"/>
                </a:cubicBezTo>
                <a:cubicBezTo>
                  <a:pt x="8226841" y="4122999"/>
                  <a:pt x="8228561" y="4125394"/>
                  <a:pt x="8229680" y="4128348"/>
                </a:cubicBezTo>
                <a:cubicBezTo>
                  <a:pt x="8230799" y="4131302"/>
                  <a:pt x="8231472" y="4134615"/>
                  <a:pt x="8231702" y="4138286"/>
                </a:cubicBezTo>
                <a:cubicBezTo>
                  <a:pt x="8231932" y="4141957"/>
                  <a:pt x="8232046" y="4145600"/>
                  <a:pt x="8232046" y="4149213"/>
                </a:cubicBezTo>
                <a:cubicBezTo>
                  <a:pt x="8232046" y="4153401"/>
                  <a:pt x="8232003" y="4157387"/>
                  <a:pt x="8231917" y="4161173"/>
                </a:cubicBezTo>
                <a:cubicBezTo>
                  <a:pt x="8231831" y="4164959"/>
                  <a:pt x="8231674" y="4168816"/>
                  <a:pt x="8231444" y="4172746"/>
                </a:cubicBezTo>
                <a:cubicBezTo>
                  <a:pt x="8231214" y="4176675"/>
                  <a:pt x="8230942" y="4180776"/>
                  <a:pt x="8230626" y="4185050"/>
                </a:cubicBezTo>
                <a:cubicBezTo>
                  <a:pt x="8230311" y="4189323"/>
                  <a:pt x="8229924" y="4194012"/>
                  <a:pt x="8229465" y="4199117"/>
                </a:cubicBezTo>
                <a:cubicBezTo>
                  <a:pt x="8231128" y="4199003"/>
                  <a:pt x="8232964" y="4198917"/>
                  <a:pt x="8234972" y="4198859"/>
                </a:cubicBezTo>
                <a:cubicBezTo>
                  <a:pt x="8236979" y="4198802"/>
                  <a:pt x="8239188" y="4198773"/>
                  <a:pt x="8241597" y="4198773"/>
                </a:cubicBezTo>
                <a:cubicBezTo>
                  <a:pt x="8244637" y="4198773"/>
                  <a:pt x="8247519" y="4198802"/>
                  <a:pt x="8250244" y="4198859"/>
                </a:cubicBezTo>
                <a:cubicBezTo>
                  <a:pt x="8252969" y="4198917"/>
                  <a:pt x="8255406" y="4198988"/>
                  <a:pt x="8257557" y="4199074"/>
                </a:cubicBezTo>
                <a:cubicBezTo>
                  <a:pt x="8259708" y="4199160"/>
                  <a:pt x="8261501" y="4199261"/>
                  <a:pt x="8262935" y="4199376"/>
                </a:cubicBezTo>
                <a:cubicBezTo>
                  <a:pt x="8264369" y="4199490"/>
                  <a:pt x="8265316" y="4199576"/>
                  <a:pt x="8265774" y="4199634"/>
                </a:cubicBezTo>
                <a:lnTo>
                  <a:pt x="8268872" y="4192406"/>
                </a:lnTo>
                <a:cubicBezTo>
                  <a:pt x="8265028" y="4192005"/>
                  <a:pt x="8261989" y="4191589"/>
                  <a:pt x="8259751" y="4191158"/>
                </a:cubicBezTo>
                <a:cubicBezTo>
                  <a:pt x="8257514" y="4190728"/>
                  <a:pt x="8255822" y="4190155"/>
                  <a:pt x="8254675" y="4189438"/>
                </a:cubicBezTo>
                <a:cubicBezTo>
                  <a:pt x="8253528" y="4188721"/>
                  <a:pt x="8252797" y="4187817"/>
                  <a:pt x="8252481" y="4186727"/>
                </a:cubicBezTo>
                <a:cubicBezTo>
                  <a:pt x="8252165" y="4185638"/>
                  <a:pt x="8252008" y="4184232"/>
                  <a:pt x="8252008" y="4182511"/>
                </a:cubicBezTo>
                <a:cubicBezTo>
                  <a:pt x="8252008" y="4180733"/>
                  <a:pt x="8252094" y="4178209"/>
                  <a:pt x="8252266" y="4174940"/>
                </a:cubicBezTo>
                <a:cubicBezTo>
                  <a:pt x="8252438" y="4171670"/>
                  <a:pt x="8252610" y="4168085"/>
                  <a:pt x="8252782" y="4164185"/>
                </a:cubicBezTo>
                <a:cubicBezTo>
                  <a:pt x="8252954" y="4160284"/>
                  <a:pt x="8253126" y="4156269"/>
                  <a:pt x="8253298" y="4152139"/>
                </a:cubicBezTo>
                <a:cubicBezTo>
                  <a:pt x="8253470" y="4148009"/>
                  <a:pt x="8253556" y="4144166"/>
                  <a:pt x="8253556" y="4140609"/>
                </a:cubicBezTo>
                <a:cubicBezTo>
                  <a:pt x="8253556" y="4138888"/>
                  <a:pt x="8253513" y="4137082"/>
                  <a:pt x="8253427" y="4135189"/>
                </a:cubicBezTo>
                <a:cubicBezTo>
                  <a:pt x="8253341" y="4133296"/>
                  <a:pt x="8253155" y="4131432"/>
                  <a:pt x="8252868" y="4129596"/>
                </a:cubicBezTo>
                <a:cubicBezTo>
                  <a:pt x="8254417" y="4128047"/>
                  <a:pt x="8256095" y="4126599"/>
                  <a:pt x="8257902" y="4125251"/>
                </a:cubicBezTo>
                <a:cubicBezTo>
                  <a:pt x="8259708" y="4123903"/>
                  <a:pt x="8261616" y="4122713"/>
                  <a:pt x="8263623" y="4121680"/>
                </a:cubicBezTo>
                <a:cubicBezTo>
                  <a:pt x="8265631" y="4120648"/>
                  <a:pt x="8267739" y="4119845"/>
                  <a:pt x="8269947" y="4119271"/>
                </a:cubicBezTo>
                <a:cubicBezTo>
                  <a:pt x="8272156" y="4118697"/>
                  <a:pt x="8274436" y="4118411"/>
                  <a:pt x="8276788" y="4118411"/>
                </a:cubicBezTo>
                <a:cubicBezTo>
                  <a:pt x="8280975" y="4118411"/>
                  <a:pt x="8284259" y="4119328"/>
                  <a:pt x="8286639" y="4121164"/>
                </a:cubicBezTo>
                <a:cubicBezTo>
                  <a:pt x="8289020" y="4122999"/>
                  <a:pt x="8290769" y="4125380"/>
                  <a:pt x="8291888" y="4128305"/>
                </a:cubicBezTo>
                <a:cubicBezTo>
                  <a:pt x="8293006" y="4131231"/>
                  <a:pt x="8293695" y="4134558"/>
                  <a:pt x="8293953" y="4138286"/>
                </a:cubicBezTo>
                <a:cubicBezTo>
                  <a:pt x="8294211" y="4142015"/>
                  <a:pt x="8294340" y="4145772"/>
                  <a:pt x="8294340" y="4149558"/>
                </a:cubicBezTo>
                <a:cubicBezTo>
                  <a:pt x="8294340" y="4153630"/>
                  <a:pt x="8294282" y="4157559"/>
                  <a:pt x="8294168" y="4161345"/>
                </a:cubicBezTo>
                <a:cubicBezTo>
                  <a:pt x="8294053" y="4165131"/>
                  <a:pt x="8293881" y="4168974"/>
                  <a:pt x="8293652" y="4172875"/>
                </a:cubicBezTo>
                <a:cubicBezTo>
                  <a:pt x="8293422" y="4176775"/>
                  <a:pt x="8293107" y="4180862"/>
                  <a:pt x="8292705" y="4185136"/>
                </a:cubicBezTo>
                <a:cubicBezTo>
                  <a:pt x="8292304" y="4189409"/>
                  <a:pt x="8291816" y="4194070"/>
                  <a:pt x="8291243" y="4199117"/>
                </a:cubicBezTo>
                <a:cubicBezTo>
                  <a:pt x="8292906" y="4199003"/>
                  <a:pt x="8294770" y="4198917"/>
                  <a:pt x="8296835" y="4198859"/>
                </a:cubicBezTo>
                <a:cubicBezTo>
                  <a:pt x="8298900" y="4198802"/>
                  <a:pt x="8301137" y="4198773"/>
                  <a:pt x="8303546" y="4198773"/>
                </a:cubicBezTo>
                <a:cubicBezTo>
                  <a:pt x="8306586" y="4198773"/>
                  <a:pt x="8309498" y="4198802"/>
                  <a:pt x="8312280" y="4198859"/>
                </a:cubicBezTo>
                <a:cubicBezTo>
                  <a:pt x="8315061" y="4198917"/>
                  <a:pt x="8317571" y="4198988"/>
                  <a:pt x="8319808" y="4199074"/>
                </a:cubicBezTo>
                <a:cubicBezTo>
                  <a:pt x="8322045" y="4199160"/>
                  <a:pt x="8323924" y="4199261"/>
                  <a:pt x="8325444" y="4199376"/>
                </a:cubicBezTo>
                <a:cubicBezTo>
                  <a:pt x="8326964" y="4199490"/>
                  <a:pt x="8327954" y="4199576"/>
                  <a:pt x="8328412" y="4199634"/>
                </a:cubicBezTo>
                <a:lnTo>
                  <a:pt x="8331510" y="4192406"/>
                </a:lnTo>
                <a:cubicBezTo>
                  <a:pt x="8327610" y="4192005"/>
                  <a:pt x="8324497" y="4191589"/>
                  <a:pt x="8322174" y="4191158"/>
                </a:cubicBezTo>
                <a:cubicBezTo>
                  <a:pt x="8319851" y="4190728"/>
                  <a:pt x="8318087" y="4190169"/>
                  <a:pt x="8316883" y="4189481"/>
                </a:cubicBezTo>
                <a:cubicBezTo>
                  <a:pt x="8315678" y="4188792"/>
                  <a:pt x="8314889" y="4187903"/>
                  <a:pt x="8314517" y="4186813"/>
                </a:cubicBezTo>
                <a:cubicBezTo>
                  <a:pt x="8314144" y="4185724"/>
                  <a:pt x="8313957" y="4184318"/>
                  <a:pt x="8313957" y="4182597"/>
                </a:cubicBezTo>
                <a:cubicBezTo>
                  <a:pt x="8313957" y="4180819"/>
                  <a:pt x="8314058" y="4178267"/>
                  <a:pt x="8314259" y="4174940"/>
                </a:cubicBezTo>
                <a:cubicBezTo>
                  <a:pt x="8314459" y="4171613"/>
                  <a:pt x="8314703" y="4167970"/>
                  <a:pt x="8314990" y="4164012"/>
                </a:cubicBezTo>
                <a:cubicBezTo>
                  <a:pt x="8315220" y="4160112"/>
                  <a:pt x="8315449" y="4156125"/>
                  <a:pt x="8315678" y="4152053"/>
                </a:cubicBezTo>
                <a:cubicBezTo>
                  <a:pt x="8315908" y="4147980"/>
                  <a:pt x="8316022" y="4144338"/>
                  <a:pt x="8316022" y="4141125"/>
                </a:cubicBezTo>
                <a:cubicBezTo>
                  <a:pt x="8316022" y="4135504"/>
                  <a:pt x="8315578" y="4130299"/>
                  <a:pt x="8314689" y="4125509"/>
                </a:cubicBezTo>
                <a:cubicBezTo>
                  <a:pt x="8313800" y="4120719"/>
                  <a:pt x="8312323" y="4116575"/>
                  <a:pt x="8310258" y="4113076"/>
                </a:cubicBezTo>
                <a:cubicBezTo>
                  <a:pt x="8308193" y="4109577"/>
                  <a:pt x="8305439" y="4106838"/>
                  <a:pt x="8301998" y="4104859"/>
                </a:cubicBezTo>
                <a:cubicBezTo>
                  <a:pt x="8298556" y="4102880"/>
                  <a:pt x="8294282" y="4101891"/>
                  <a:pt x="8289178" y="4101891"/>
                </a:cubicBezTo>
                <a:cubicBezTo>
                  <a:pt x="8285506" y="4101891"/>
                  <a:pt x="8281993" y="4102393"/>
                  <a:pt x="8278638" y="4103396"/>
                </a:cubicBezTo>
                <a:cubicBezTo>
                  <a:pt x="8275282" y="4104400"/>
                  <a:pt x="8272055" y="4105777"/>
                  <a:pt x="8268958" y="4107526"/>
                </a:cubicBezTo>
                <a:cubicBezTo>
                  <a:pt x="8265860" y="4109276"/>
                  <a:pt x="8262892" y="4111327"/>
                  <a:pt x="8260053" y="4113678"/>
                </a:cubicBezTo>
                <a:cubicBezTo>
                  <a:pt x="8257213" y="4116030"/>
                  <a:pt x="8254474" y="4118525"/>
                  <a:pt x="8251836" y="4121164"/>
                </a:cubicBezTo>
                <a:lnTo>
                  <a:pt x="8251147" y="4121164"/>
                </a:lnTo>
                <a:cubicBezTo>
                  <a:pt x="8250344" y="4118239"/>
                  <a:pt x="8249269" y="4115586"/>
                  <a:pt x="8247921" y="4113205"/>
                </a:cubicBezTo>
                <a:cubicBezTo>
                  <a:pt x="8246573" y="4110825"/>
                  <a:pt x="8244924" y="4108803"/>
                  <a:pt x="8242973" y="4107139"/>
                </a:cubicBezTo>
                <a:cubicBezTo>
                  <a:pt x="8241023" y="4105476"/>
                  <a:pt x="8238743" y="4104185"/>
                  <a:pt x="8236133" y="4103267"/>
                </a:cubicBezTo>
                <a:cubicBezTo>
                  <a:pt x="8233523" y="4102350"/>
                  <a:pt x="8230555" y="4101891"/>
                  <a:pt x="8227228" y="4101891"/>
                </a:cubicBezTo>
                <a:cubicBezTo>
                  <a:pt x="8223557" y="4101891"/>
                  <a:pt x="8220072" y="4102421"/>
                  <a:pt x="8216774" y="4103482"/>
                </a:cubicBezTo>
                <a:cubicBezTo>
                  <a:pt x="8213476" y="4104544"/>
                  <a:pt x="8210306" y="4105963"/>
                  <a:pt x="8207266" y="4107741"/>
                </a:cubicBezTo>
                <a:cubicBezTo>
                  <a:pt x="8204226" y="4109520"/>
                  <a:pt x="8201315" y="4111556"/>
                  <a:pt x="8198533" y="4113850"/>
                </a:cubicBezTo>
                <a:cubicBezTo>
                  <a:pt x="8195751" y="4116145"/>
                  <a:pt x="8193041" y="4118525"/>
                  <a:pt x="8190402" y="4120992"/>
                </a:cubicBezTo>
                <a:lnTo>
                  <a:pt x="8189886" y="4120820"/>
                </a:lnTo>
                <a:cubicBezTo>
                  <a:pt x="8189886" y="4116862"/>
                  <a:pt x="8189957" y="4113406"/>
                  <a:pt x="8190101" y="4110452"/>
                </a:cubicBezTo>
                <a:cubicBezTo>
                  <a:pt x="8190245" y="4107498"/>
                  <a:pt x="8190402" y="4104931"/>
                  <a:pt x="8190574" y="4102751"/>
                </a:cubicBezTo>
                <a:lnTo>
                  <a:pt x="8189026" y="4101891"/>
                </a:lnTo>
                <a:cubicBezTo>
                  <a:pt x="8187706" y="4102350"/>
                  <a:pt x="8185900" y="4102909"/>
                  <a:pt x="8183605" y="4103568"/>
                </a:cubicBezTo>
                <a:cubicBezTo>
                  <a:pt x="8181310" y="4104228"/>
                  <a:pt x="8178672" y="4104902"/>
                  <a:pt x="8175689" y="4105590"/>
                </a:cubicBezTo>
                <a:cubicBezTo>
                  <a:pt x="8172706" y="4106279"/>
                  <a:pt x="8169423" y="4106938"/>
                  <a:pt x="8165837" y="4107569"/>
                </a:cubicBezTo>
                <a:cubicBezTo>
                  <a:pt x="8162252" y="4108200"/>
                  <a:pt x="8158509" y="4108717"/>
                  <a:pt x="8154609" y="4109118"/>
                </a:cubicBezTo>
                <a:lnTo>
                  <a:pt x="8152888" y="4116174"/>
                </a:lnTo>
                <a:cubicBezTo>
                  <a:pt x="8156502" y="4116174"/>
                  <a:pt x="8159327" y="4116217"/>
                  <a:pt x="8161363" y="4116303"/>
                </a:cubicBezTo>
                <a:cubicBezTo>
                  <a:pt x="8163400" y="4116389"/>
                  <a:pt x="8164934" y="4116675"/>
                  <a:pt x="8165966" y="4117163"/>
                </a:cubicBezTo>
                <a:cubicBezTo>
                  <a:pt x="8166999" y="4117651"/>
                  <a:pt x="8167659" y="4118396"/>
                  <a:pt x="8167945" y="4119400"/>
                </a:cubicBezTo>
                <a:cubicBezTo>
                  <a:pt x="8168232" y="4120404"/>
                  <a:pt x="8168433" y="4121852"/>
                  <a:pt x="8168548" y="4123745"/>
                </a:cubicBezTo>
                <a:cubicBezTo>
                  <a:pt x="8168605" y="4124778"/>
                  <a:pt x="8168677" y="4126240"/>
                  <a:pt x="8168763" y="4128133"/>
                </a:cubicBezTo>
                <a:cubicBezTo>
                  <a:pt x="8168849" y="4130026"/>
                  <a:pt x="8168920" y="4132536"/>
                  <a:pt x="8168978" y="4135662"/>
                </a:cubicBezTo>
                <a:cubicBezTo>
                  <a:pt x="8169035" y="4138788"/>
                  <a:pt x="8169092" y="4142603"/>
                  <a:pt x="8169150" y="4147105"/>
                </a:cubicBezTo>
                <a:cubicBezTo>
                  <a:pt x="8169208" y="4151608"/>
                  <a:pt x="8169236" y="4156957"/>
                  <a:pt x="8169236" y="4163152"/>
                </a:cubicBezTo>
                <a:lnTo>
                  <a:pt x="8169236" y="4167798"/>
                </a:lnTo>
                <a:cubicBezTo>
                  <a:pt x="8169236" y="4169921"/>
                  <a:pt x="8169208" y="4172287"/>
                  <a:pt x="8169150" y="4174897"/>
                </a:cubicBezTo>
                <a:cubicBezTo>
                  <a:pt x="8169092" y="4177507"/>
                  <a:pt x="8169006" y="4180174"/>
                  <a:pt x="8168892" y="4182899"/>
                </a:cubicBezTo>
                <a:cubicBezTo>
                  <a:pt x="8168777" y="4185623"/>
                  <a:pt x="8168605" y="4188104"/>
                  <a:pt x="8168376" y="4190341"/>
                </a:cubicBezTo>
                <a:cubicBezTo>
                  <a:pt x="8164934" y="4190800"/>
                  <a:pt x="8162281" y="4191488"/>
                  <a:pt x="8160417" y="4192406"/>
                </a:cubicBezTo>
                <a:lnTo>
                  <a:pt x="8156691" y="4194994"/>
                </a:lnTo>
                <a:lnTo>
                  <a:pt x="8157918" y="4192234"/>
                </a:lnTo>
                <a:cubicBezTo>
                  <a:pt x="8152928" y="4191890"/>
                  <a:pt x="8149013" y="4191531"/>
                  <a:pt x="8146174" y="4191158"/>
                </a:cubicBezTo>
                <a:cubicBezTo>
                  <a:pt x="8143334" y="4190786"/>
                  <a:pt x="8141126" y="4190226"/>
                  <a:pt x="8139548" y="4189481"/>
                </a:cubicBezTo>
                <a:cubicBezTo>
                  <a:pt x="8137971" y="4188735"/>
                  <a:pt x="8136810" y="4187760"/>
                  <a:pt x="8136064" y="4186555"/>
                </a:cubicBezTo>
                <a:cubicBezTo>
                  <a:pt x="8135318" y="4185351"/>
                  <a:pt x="8134515" y="4183745"/>
                  <a:pt x="8133654" y="4181737"/>
                </a:cubicBezTo>
                <a:cubicBezTo>
                  <a:pt x="8132737" y="4179787"/>
                  <a:pt x="8131676" y="4177277"/>
                  <a:pt x="8130471" y="4174208"/>
                </a:cubicBezTo>
                <a:cubicBezTo>
                  <a:pt x="8129266" y="4171140"/>
                  <a:pt x="8127861" y="4167368"/>
                  <a:pt x="8126255" y="4162894"/>
                </a:cubicBezTo>
                <a:cubicBezTo>
                  <a:pt x="8124649" y="4158420"/>
                  <a:pt x="8122785" y="4153157"/>
                  <a:pt x="8120662" y="4147105"/>
                </a:cubicBezTo>
                <a:cubicBezTo>
                  <a:pt x="8118540" y="4141054"/>
                  <a:pt x="8116102" y="4134070"/>
                  <a:pt x="8113349" y="4126154"/>
                </a:cubicBezTo>
                <a:cubicBezTo>
                  <a:pt x="8110022" y="4116690"/>
                  <a:pt x="8107183" y="4108530"/>
                  <a:pt x="8104831" y="4101676"/>
                </a:cubicBezTo>
                <a:cubicBezTo>
                  <a:pt x="8102479" y="4094821"/>
                  <a:pt x="8100486" y="4088827"/>
                  <a:pt x="8098851" y="4083693"/>
                </a:cubicBezTo>
                <a:cubicBezTo>
                  <a:pt x="8097216" y="4078559"/>
                  <a:pt x="8095839" y="4074071"/>
                  <a:pt x="8094721" y="4070228"/>
                </a:cubicBezTo>
                <a:cubicBezTo>
                  <a:pt x="8093602" y="4066384"/>
                  <a:pt x="8092584" y="4062713"/>
                  <a:pt x="8091666" y="4059214"/>
                </a:cubicBezTo>
                <a:close/>
                <a:moveTo>
                  <a:pt x="7494689" y="4059042"/>
                </a:moveTo>
                <a:cubicBezTo>
                  <a:pt x="7483561" y="4059042"/>
                  <a:pt x="7473165" y="4060792"/>
                  <a:pt x="7463499" y="4064291"/>
                </a:cubicBezTo>
                <a:cubicBezTo>
                  <a:pt x="7453834" y="4067790"/>
                  <a:pt x="7445402" y="4072809"/>
                  <a:pt x="7438203" y="4079348"/>
                </a:cubicBezTo>
                <a:cubicBezTo>
                  <a:pt x="7431004" y="4085887"/>
                  <a:pt x="7425340" y="4093831"/>
                  <a:pt x="7421210" y="4103181"/>
                </a:cubicBezTo>
                <a:cubicBezTo>
                  <a:pt x="7417080" y="4112531"/>
                  <a:pt x="7415015" y="4123057"/>
                  <a:pt x="7415015" y="4134758"/>
                </a:cubicBezTo>
                <a:cubicBezTo>
                  <a:pt x="7415015" y="4145198"/>
                  <a:pt x="7416707" y="4154562"/>
                  <a:pt x="7420092" y="4162851"/>
                </a:cubicBezTo>
                <a:cubicBezTo>
                  <a:pt x="7423476" y="4171140"/>
                  <a:pt x="7428251" y="4178166"/>
                  <a:pt x="7434418" y="4183931"/>
                </a:cubicBezTo>
                <a:cubicBezTo>
                  <a:pt x="7440584" y="4189696"/>
                  <a:pt x="7447998" y="4194098"/>
                  <a:pt x="7456659" y="4197138"/>
                </a:cubicBezTo>
                <a:cubicBezTo>
                  <a:pt x="7465321" y="4200179"/>
                  <a:pt x="7474957" y="4201699"/>
                  <a:pt x="7485569" y="4201699"/>
                </a:cubicBezTo>
                <a:cubicBezTo>
                  <a:pt x="7489469" y="4201699"/>
                  <a:pt x="7493700" y="4201484"/>
                  <a:pt x="7498260" y="4201053"/>
                </a:cubicBezTo>
                <a:cubicBezTo>
                  <a:pt x="7502820" y="4200623"/>
                  <a:pt x="7507223" y="4200021"/>
                  <a:pt x="7511467" y="4199246"/>
                </a:cubicBezTo>
                <a:cubicBezTo>
                  <a:pt x="7515712" y="4198472"/>
                  <a:pt x="7519527" y="4197511"/>
                  <a:pt x="7522911" y="4196364"/>
                </a:cubicBezTo>
                <a:cubicBezTo>
                  <a:pt x="7526295" y="4195217"/>
                  <a:pt x="7528761" y="4193898"/>
                  <a:pt x="7530311" y="4192406"/>
                </a:cubicBezTo>
                <a:cubicBezTo>
                  <a:pt x="7531228" y="4191488"/>
                  <a:pt x="7532103" y="4190198"/>
                  <a:pt x="7532935" y="4188534"/>
                </a:cubicBezTo>
                <a:cubicBezTo>
                  <a:pt x="7533766" y="4186871"/>
                  <a:pt x="7534584" y="4184720"/>
                  <a:pt x="7535387" y="4182081"/>
                </a:cubicBezTo>
                <a:cubicBezTo>
                  <a:pt x="7536190" y="4179443"/>
                  <a:pt x="7537022" y="4176259"/>
                  <a:pt x="7537882" y="4172531"/>
                </a:cubicBezTo>
                <a:cubicBezTo>
                  <a:pt x="7538743" y="4168802"/>
                  <a:pt x="7539660" y="4164414"/>
                  <a:pt x="7540635" y="4159366"/>
                </a:cubicBezTo>
                <a:lnTo>
                  <a:pt x="7532892" y="4157645"/>
                </a:lnTo>
                <a:cubicBezTo>
                  <a:pt x="7531056" y="4162865"/>
                  <a:pt x="7529063" y="4167555"/>
                  <a:pt x="7526912" y="4171713"/>
                </a:cubicBezTo>
                <a:cubicBezTo>
                  <a:pt x="7524761" y="4175872"/>
                  <a:pt x="7522165" y="4179414"/>
                  <a:pt x="7519125" y="4182339"/>
                </a:cubicBezTo>
                <a:cubicBezTo>
                  <a:pt x="7516085" y="4185265"/>
                  <a:pt x="7512471" y="4187502"/>
                  <a:pt x="7508284" y="4189050"/>
                </a:cubicBezTo>
                <a:cubicBezTo>
                  <a:pt x="7504096" y="4190599"/>
                  <a:pt x="7499078" y="4191374"/>
                  <a:pt x="7493227" y="4191374"/>
                </a:cubicBezTo>
                <a:cubicBezTo>
                  <a:pt x="7487032" y="4191374"/>
                  <a:pt x="7481410" y="4190513"/>
                  <a:pt x="7476363" y="4188792"/>
                </a:cubicBezTo>
                <a:cubicBezTo>
                  <a:pt x="7471315" y="4187072"/>
                  <a:pt x="7466812" y="4184691"/>
                  <a:pt x="7462854" y="4181651"/>
                </a:cubicBezTo>
                <a:cubicBezTo>
                  <a:pt x="7458896" y="4178611"/>
                  <a:pt x="7455469" y="4174968"/>
                  <a:pt x="7452572" y="4170724"/>
                </a:cubicBezTo>
                <a:cubicBezTo>
                  <a:pt x="7449675" y="4166479"/>
                  <a:pt x="7447280" y="4161818"/>
                  <a:pt x="7445388" y="4156742"/>
                </a:cubicBezTo>
                <a:cubicBezTo>
                  <a:pt x="7443495" y="4151666"/>
                  <a:pt x="7442089" y="4146274"/>
                  <a:pt x="7441172" y="4140566"/>
                </a:cubicBezTo>
                <a:cubicBezTo>
                  <a:pt x="7440254" y="4134859"/>
                  <a:pt x="7439795" y="4128994"/>
                  <a:pt x="7439795" y="4122971"/>
                </a:cubicBezTo>
                <a:cubicBezTo>
                  <a:pt x="7439795" y="4105189"/>
                  <a:pt x="7443753" y="4091924"/>
                  <a:pt x="7451669" y="4083177"/>
                </a:cubicBezTo>
                <a:cubicBezTo>
                  <a:pt x="7459585" y="4074429"/>
                  <a:pt x="7471544" y="4070055"/>
                  <a:pt x="7487548" y="4070055"/>
                </a:cubicBezTo>
                <a:cubicBezTo>
                  <a:pt x="7493227" y="4070055"/>
                  <a:pt x="7498346" y="4070629"/>
                  <a:pt x="7502906" y="4071776"/>
                </a:cubicBezTo>
                <a:cubicBezTo>
                  <a:pt x="7507467" y="4072923"/>
                  <a:pt x="7511439" y="4074745"/>
                  <a:pt x="7514823" y="4077240"/>
                </a:cubicBezTo>
                <a:cubicBezTo>
                  <a:pt x="7518207" y="4079735"/>
                  <a:pt x="7520989" y="4082933"/>
                  <a:pt x="7523169" y="4086833"/>
                </a:cubicBezTo>
                <a:cubicBezTo>
                  <a:pt x="7525348" y="4090734"/>
                  <a:pt x="7526926" y="4095466"/>
                  <a:pt x="7527901" y="4101030"/>
                </a:cubicBezTo>
                <a:lnTo>
                  <a:pt x="7535473" y="4100342"/>
                </a:lnTo>
                <a:cubicBezTo>
                  <a:pt x="7535358" y="4097703"/>
                  <a:pt x="7535301" y="4094807"/>
                  <a:pt x="7535301" y="4091652"/>
                </a:cubicBezTo>
                <a:cubicBezTo>
                  <a:pt x="7535243" y="4088497"/>
                  <a:pt x="7535200" y="4085500"/>
                  <a:pt x="7535172" y="4082660"/>
                </a:cubicBezTo>
                <a:cubicBezTo>
                  <a:pt x="7535143" y="4079821"/>
                  <a:pt x="7535114" y="4077326"/>
                  <a:pt x="7535086" y="4075175"/>
                </a:cubicBezTo>
                <a:cubicBezTo>
                  <a:pt x="7535057" y="4073024"/>
                  <a:pt x="7535014" y="4071604"/>
                  <a:pt x="7534957" y="4070916"/>
                </a:cubicBezTo>
                <a:cubicBezTo>
                  <a:pt x="7534842" y="4069080"/>
                  <a:pt x="7534484" y="4067833"/>
                  <a:pt x="7533881" y="4067173"/>
                </a:cubicBezTo>
                <a:cubicBezTo>
                  <a:pt x="7533279" y="4066513"/>
                  <a:pt x="7532318" y="4065868"/>
                  <a:pt x="7530999" y="4065237"/>
                </a:cubicBezTo>
                <a:cubicBezTo>
                  <a:pt x="7529278" y="4064491"/>
                  <a:pt x="7527098" y="4063746"/>
                  <a:pt x="7524460" y="4063000"/>
                </a:cubicBezTo>
                <a:cubicBezTo>
                  <a:pt x="7521821" y="4062254"/>
                  <a:pt x="7518910" y="4061595"/>
                  <a:pt x="7515727" y="4061021"/>
                </a:cubicBezTo>
                <a:cubicBezTo>
                  <a:pt x="7512543" y="4060447"/>
                  <a:pt x="7509159" y="4059974"/>
                  <a:pt x="7505574" y="4059601"/>
                </a:cubicBezTo>
                <a:cubicBezTo>
                  <a:pt x="7501988" y="4059229"/>
                  <a:pt x="7498360" y="4059042"/>
                  <a:pt x="7494689" y="4059042"/>
                </a:cubicBezTo>
                <a:close/>
                <a:moveTo>
                  <a:pt x="4837216" y="4059042"/>
                </a:moveTo>
                <a:cubicBezTo>
                  <a:pt x="4826087" y="4059042"/>
                  <a:pt x="4815691" y="4060792"/>
                  <a:pt x="4806026" y="4064291"/>
                </a:cubicBezTo>
                <a:cubicBezTo>
                  <a:pt x="4796360" y="4067790"/>
                  <a:pt x="4787928" y="4072809"/>
                  <a:pt x="4780729" y="4079348"/>
                </a:cubicBezTo>
                <a:cubicBezTo>
                  <a:pt x="4773530" y="4085887"/>
                  <a:pt x="4767866" y="4093831"/>
                  <a:pt x="4763736" y="4103181"/>
                </a:cubicBezTo>
                <a:cubicBezTo>
                  <a:pt x="4759606" y="4112531"/>
                  <a:pt x="4757541" y="4123057"/>
                  <a:pt x="4757541" y="4134758"/>
                </a:cubicBezTo>
                <a:cubicBezTo>
                  <a:pt x="4757541" y="4145198"/>
                  <a:pt x="4759233" y="4154562"/>
                  <a:pt x="4762618" y="4162851"/>
                </a:cubicBezTo>
                <a:cubicBezTo>
                  <a:pt x="4766003" y="4171140"/>
                  <a:pt x="4770777" y="4178166"/>
                  <a:pt x="4776944" y="4183931"/>
                </a:cubicBezTo>
                <a:cubicBezTo>
                  <a:pt x="4783110" y="4189696"/>
                  <a:pt x="4790524" y="4194098"/>
                  <a:pt x="4799186" y="4197138"/>
                </a:cubicBezTo>
                <a:cubicBezTo>
                  <a:pt x="4807847" y="4200179"/>
                  <a:pt x="4817483" y="4201699"/>
                  <a:pt x="4828095" y="4201699"/>
                </a:cubicBezTo>
                <a:cubicBezTo>
                  <a:pt x="4831996" y="4201699"/>
                  <a:pt x="4836226" y="4201484"/>
                  <a:pt x="4840786" y="4201053"/>
                </a:cubicBezTo>
                <a:cubicBezTo>
                  <a:pt x="4845347" y="4200623"/>
                  <a:pt x="4849749" y="4200021"/>
                  <a:pt x="4853994" y="4199246"/>
                </a:cubicBezTo>
                <a:cubicBezTo>
                  <a:pt x="4858238" y="4198472"/>
                  <a:pt x="4862053" y="4197511"/>
                  <a:pt x="4865437" y="4196364"/>
                </a:cubicBezTo>
                <a:cubicBezTo>
                  <a:pt x="4868821" y="4195217"/>
                  <a:pt x="4871288" y="4193898"/>
                  <a:pt x="4872837" y="4192406"/>
                </a:cubicBezTo>
                <a:cubicBezTo>
                  <a:pt x="4873754" y="4191488"/>
                  <a:pt x="4874629" y="4190198"/>
                  <a:pt x="4875461" y="4188534"/>
                </a:cubicBezTo>
                <a:cubicBezTo>
                  <a:pt x="4876293" y="4186871"/>
                  <a:pt x="4877110" y="4184720"/>
                  <a:pt x="4877913" y="4182081"/>
                </a:cubicBezTo>
                <a:cubicBezTo>
                  <a:pt x="4878716" y="4179443"/>
                  <a:pt x="4879548" y="4176259"/>
                  <a:pt x="4880408" y="4172531"/>
                </a:cubicBezTo>
                <a:cubicBezTo>
                  <a:pt x="4881269" y="4168802"/>
                  <a:pt x="4882186" y="4164414"/>
                  <a:pt x="4883162" y="4159366"/>
                </a:cubicBezTo>
                <a:lnTo>
                  <a:pt x="4875418" y="4157645"/>
                </a:lnTo>
                <a:cubicBezTo>
                  <a:pt x="4873582" y="4162865"/>
                  <a:pt x="4871589" y="4167555"/>
                  <a:pt x="4869438" y="4171713"/>
                </a:cubicBezTo>
                <a:cubicBezTo>
                  <a:pt x="4867287" y="4175872"/>
                  <a:pt x="4864691" y="4179414"/>
                  <a:pt x="4861651" y="4182339"/>
                </a:cubicBezTo>
                <a:cubicBezTo>
                  <a:pt x="4858611" y="4185265"/>
                  <a:pt x="4854997" y="4187502"/>
                  <a:pt x="4850810" y="4189050"/>
                </a:cubicBezTo>
                <a:cubicBezTo>
                  <a:pt x="4846623" y="4190599"/>
                  <a:pt x="4841604" y="4191374"/>
                  <a:pt x="4835753" y="4191374"/>
                </a:cubicBezTo>
                <a:cubicBezTo>
                  <a:pt x="4829558" y="4191374"/>
                  <a:pt x="4823936" y="4190513"/>
                  <a:pt x="4818889" y="4188792"/>
                </a:cubicBezTo>
                <a:cubicBezTo>
                  <a:pt x="4813841" y="4187072"/>
                  <a:pt x="4809338" y="4184691"/>
                  <a:pt x="4805381" y="4181651"/>
                </a:cubicBezTo>
                <a:cubicBezTo>
                  <a:pt x="4801422" y="4178611"/>
                  <a:pt x="4797995" y="4174968"/>
                  <a:pt x="4795098" y="4170724"/>
                </a:cubicBezTo>
                <a:cubicBezTo>
                  <a:pt x="4792201" y="4166479"/>
                  <a:pt x="4789807" y="4161818"/>
                  <a:pt x="4787914" y="4156742"/>
                </a:cubicBezTo>
                <a:cubicBezTo>
                  <a:pt x="4786021" y="4151666"/>
                  <a:pt x="4784616" y="4146274"/>
                  <a:pt x="4783698" y="4140566"/>
                </a:cubicBezTo>
                <a:cubicBezTo>
                  <a:pt x="4782781" y="4134859"/>
                  <a:pt x="4782321" y="4128994"/>
                  <a:pt x="4782321" y="4122971"/>
                </a:cubicBezTo>
                <a:cubicBezTo>
                  <a:pt x="4782321" y="4105189"/>
                  <a:pt x="4786279" y="4091924"/>
                  <a:pt x="4794195" y="4083177"/>
                </a:cubicBezTo>
                <a:cubicBezTo>
                  <a:pt x="4802111" y="4074429"/>
                  <a:pt x="4814070" y="4070055"/>
                  <a:pt x="4830074" y="4070055"/>
                </a:cubicBezTo>
                <a:cubicBezTo>
                  <a:pt x="4835753" y="4070055"/>
                  <a:pt x="4840872" y="4070629"/>
                  <a:pt x="4845432" y="4071776"/>
                </a:cubicBezTo>
                <a:cubicBezTo>
                  <a:pt x="4849993" y="4072923"/>
                  <a:pt x="4853965" y="4074745"/>
                  <a:pt x="4857349" y="4077240"/>
                </a:cubicBezTo>
                <a:cubicBezTo>
                  <a:pt x="4860733" y="4079735"/>
                  <a:pt x="4863516" y="4082933"/>
                  <a:pt x="4865696" y="4086833"/>
                </a:cubicBezTo>
                <a:cubicBezTo>
                  <a:pt x="4867875" y="4090734"/>
                  <a:pt x="4869452" y="4095466"/>
                  <a:pt x="4870427" y="4101030"/>
                </a:cubicBezTo>
                <a:lnTo>
                  <a:pt x="4877999" y="4100342"/>
                </a:lnTo>
                <a:cubicBezTo>
                  <a:pt x="4877885" y="4097703"/>
                  <a:pt x="4877827" y="4094807"/>
                  <a:pt x="4877827" y="4091652"/>
                </a:cubicBezTo>
                <a:cubicBezTo>
                  <a:pt x="4877770" y="4088497"/>
                  <a:pt x="4877726" y="4085500"/>
                  <a:pt x="4877698" y="4082660"/>
                </a:cubicBezTo>
                <a:cubicBezTo>
                  <a:pt x="4877670" y="4079821"/>
                  <a:pt x="4877641" y="4077326"/>
                  <a:pt x="4877612" y="4075175"/>
                </a:cubicBezTo>
                <a:cubicBezTo>
                  <a:pt x="4877583" y="4073024"/>
                  <a:pt x="4877540" y="4071604"/>
                  <a:pt x="4877483" y="4070916"/>
                </a:cubicBezTo>
                <a:cubicBezTo>
                  <a:pt x="4877368" y="4069080"/>
                  <a:pt x="4877009" y="4067833"/>
                  <a:pt x="4876407" y="4067173"/>
                </a:cubicBezTo>
                <a:cubicBezTo>
                  <a:pt x="4875805" y="4066513"/>
                  <a:pt x="4874844" y="4065868"/>
                  <a:pt x="4873525" y="4065237"/>
                </a:cubicBezTo>
                <a:cubicBezTo>
                  <a:pt x="4871804" y="4064491"/>
                  <a:pt x="4869624" y="4063746"/>
                  <a:pt x="4866986" y="4063000"/>
                </a:cubicBezTo>
                <a:cubicBezTo>
                  <a:pt x="4864347" y="4062254"/>
                  <a:pt x="4861436" y="4061595"/>
                  <a:pt x="4858253" y="4061021"/>
                </a:cubicBezTo>
                <a:cubicBezTo>
                  <a:pt x="4855069" y="4060447"/>
                  <a:pt x="4851685" y="4059974"/>
                  <a:pt x="4848100" y="4059601"/>
                </a:cubicBezTo>
                <a:cubicBezTo>
                  <a:pt x="4844515" y="4059229"/>
                  <a:pt x="4840886" y="4059042"/>
                  <a:pt x="4837216" y="4059042"/>
                </a:cubicBezTo>
                <a:close/>
                <a:moveTo>
                  <a:pt x="8376686" y="4039425"/>
                </a:moveTo>
                <a:cubicBezTo>
                  <a:pt x="8375367" y="4039884"/>
                  <a:pt x="8373446" y="4040414"/>
                  <a:pt x="8370921" y="4041016"/>
                </a:cubicBezTo>
                <a:cubicBezTo>
                  <a:pt x="8368398" y="4041619"/>
                  <a:pt x="8365515" y="4042207"/>
                  <a:pt x="8362274" y="4042780"/>
                </a:cubicBezTo>
                <a:cubicBezTo>
                  <a:pt x="8359034" y="4043354"/>
                  <a:pt x="8355535" y="4043885"/>
                  <a:pt x="8351777" y="4044372"/>
                </a:cubicBezTo>
                <a:cubicBezTo>
                  <a:pt x="8348020" y="4044860"/>
                  <a:pt x="8344220" y="4045218"/>
                  <a:pt x="8340377" y="4045448"/>
                </a:cubicBezTo>
                <a:lnTo>
                  <a:pt x="8338656" y="4052503"/>
                </a:lnTo>
                <a:cubicBezTo>
                  <a:pt x="8342614" y="4052503"/>
                  <a:pt x="8345711" y="4052546"/>
                  <a:pt x="8347948" y="4052632"/>
                </a:cubicBezTo>
                <a:cubicBezTo>
                  <a:pt x="8350185" y="4052718"/>
                  <a:pt x="8351863" y="4052991"/>
                  <a:pt x="8352982" y="4053449"/>
                </a:cubicBezTo>
                <a:cubicBezTo>
                  <a:pt x="8354100" y="4053908"/>
                  <a:pt x="8354803" y="4054668"/>
                  <a:pt x="8355090" y="4055730"/>
                </a:cubicBezTo>
                <a:cubicBezTo>
                  <a:pt x="8355377" y="4056791"/>
                  <a:pt x="8355549" y="4058296"/>
                  <a:pt x="8355606" y="4060247"/>
                </a:cubicBezTo>
                <a:cubicBezTo>
                  <a:pt x="8355664" y="4062140"/>
                  <a:pt x="8355735" y="4065237"/>
                  <a:pt x="8355821" y="4069539"/>
                </a:cubicBezTo>
                <a:cubicBezTo>
                  <a:pt x="8355907" y="4073841"/>
                  <a:pt x="8355979" y="4078961"/>
                  <a:pt x="8356036" y="4084898"/>
                </a:cubicBezTo>
                <a:cubicBezTo>
                  <a:pt x="8356094" y="4090834"/>
                  <a:pt x="8356137" y="4097402"/>
                  <a:pt x="8356165" y="4104601"/>
                </a:cubicBezTo>
                <a:cubicBezTo>
                  <a:pt x="8356194" y="4111800"/>
                  <a:pt x="8356208" y="4119214"/>
                  <a:pt x="8356208" y="4126843"/>
                </a:cubicBezTo>
                <a:cubicBezTo>
                  <a:pt x="8356208" y="4133496"/>
                  <a:pt x="8356180" y="4140165"/>
                  <a:pt x="8356122" y="4146847"/>
                </a:cubicBezTo>
                <a:cubicBezTo>
                  <a:pt x="8356065" y="4153530"/>
                  <a:pt x="8355965" y="4160055"/>
                  <a:pt x="8355821" y="4166422"/>
                </a:cubicBezTo>
                <a:cubicBezTo>
                  <a:pt x="8355678" y="4172789"/>
                  <a:pt x="8355477" y="4178898"/>
                  <a:pt x="8355219" y="4184748"/>
                </a:cubicBezTo>
                <a:cubicBezTo>
                  <a:pt x="8354961" y="4190599"/>
                  <a:pt x="8354603" y="4196020"/>
                  <a:pt x="8354143" y="4201010"/>
                </a:cubicBezTo>
                <a:lnTo>
                  <a:pt x="8355520" y="4201699"/>
                </a:lnTo>
                <a:cubicBezTo>
                  <a:pt x="8357241" y="4200494"/>
                  <a:pt x="8359019" y="4199462"/>
                  <a:pt x="8360855" y="4198601"/>
                </a:cubicBezTo>
                <a:cubicBezTo>
                  <a:pt x="8362691" y="4197741"/>
                  <a:pt x="8364296" y="4197052"/>
                  <a:pt x="8365673" y="4196536"/>
                </a:cubicBezTo>
                <a:cubicBezTo>
                  <a:pt x="8368656" y="4197683"/>
                  <a:pt x="8371567" y="4198601"/>
                  <a:pt x="8374406" y="4199289"/>
                </a:cubicBezTo>
                <a:cubicBezTo>
                  <a:pt x="8377245" y="4199978"/>
                  <a:pt x="8379870" y="4200494"/>
                  <a:pt x="8382279" y="4200838"/>
                </a:cubicBezTo>
                <a:cubicBezTo>
                  <a:pt x="8384688" y="4201182"/>
                  <a:pt x="8386854" y="4201412"/>
                  <a:pt x="8388775" y="4201527"/>
                </a:cubicBezTo>
                <a:cubicBezTo>
                  <a:pt x="8390697" y="4201641"/>
                  <a:pt x="8392259" y="4201699"/>
                  <a:pt x="8393464" y="4201699"/>
                </a:cubicBezTo>
                <a:cubicBezTo>
                  <a:pt x="8399315" y="4201699"/>
                  <a:pt x="8404765" y="4200982"/>
                  <a:pt x="8409812" y="4199548"/>
                </a:cubicBezTo>
                <a:cubicBezTo>
                  <a:pt x="8414860" y="4198114"/>
                  <a:pt x="8419477" y="4196120"/>
                  <a:pt x="8423665" y="4193568"/>
                </a:cubicBezTo>
                <a:cubicBezTo>
                  <a:pt x="8427852" y="4191015"/>
                  <a:pt x="8431567" y="4187961"/>
                  <a:pt x="8434807" y="4184404"/>
                </a:cubicBezTo>
                <a:cubicBezTo>
                  <a:pt x="8438048" y="4180848"/>
                  <a:pt x="8440787" y="4176976"/>
                  <a:pt x="8443023" y="4172789"/>
                </a:cubicBezTo>
                <a:cubicBezTo>
                  <a:pt x="8445261" y="4168601"/>
                  <a:pt x="8446953" y="4164142"/>
                  <a:pt x="8448100" y="4159409"/>
                </a:cubicBezTo>
                <a:cubicBezTo>
                  <a:pt x="8449248" y="4154677"/>
                  <a:pt x="8449821" y="4149844"/>
                  <a:pt x="8449821" y="4144911"/>
                </a:cubicBezTo>
                <a:cubicBezTo>
                  <a:pt x="8449821" y="4138946"/>
                  <a:pt x="8448975" y="4133339"/>
                  <a:pt x="8447283" y="4128090"/>
                </a:cubicBezTo>
                <a:cubicBezTo>
                  <a:pt x="8445591" y="4122842"/>
                  <a:pt x="8443167" y="4118282"/>
                  <a:pt x="8440013" y="4114410"/>
                </a:cubicBezTo>
                <a:cubicBezTo>
                  <a:pt x="8436858" y="4110538"/>
                  <a:pt x="8433029" y="4107483"/>
                  <a:pt x="8428526" y="4105246"/>
                </a:cubicBezTo>
                <a:cubicBezTo>
                  <a:pt x="8424023" y="4103009"/>
                  <a:pt x="8418961" y="4101891"/>
                  <a:pt x="8413339" y="4101891"/>
                </a:cubicBezTo>
                <a:cubicBezTo>
                  <a:pt x="8409553" y="4101891"/>
                  <a:pt x="8405983" y="4102378"/>
                  <a:pt x="8402627" y="4103353"/>
                </a:cubicBezTo>
                <a:cubicBezTo>
                  <a:pt x="8399272" y="4104329"/>
                  <a:pt x="8396117" y="4105633"/>
                  <a:pt x="8393163" y="4107268"/>
                </a:cubicBezTo>
                <a:cubicBezTo>
                  <a:pt x="8390209" y="4108903"/>
                  <a:pt x="8387427" y="4110767"/>
                  <a:pt x="8384817" y="4112861"/>
                </a:cubicBezTo>
                <a:cubicBezTo>
                  <a:pt x="8382207" y="4114955"/>
                  <a:pt x="8379784" y="4117091"/>
                  <a:pt x="8377547" y="4119271"/>
                </a:cubicBezTo>
                <a:lnTo>
                  <a:pt x="8377030" y="4119099"/>
                </a:lnTo>
                <a:lnTo>
                  <a:pt x="8377030" y="4107139"/>
                </a:lnTo>
                <a:cubicBezTo>
                  <a:pt x="8377030" y="4102722"/>
                  <a:pt x="8377045" y="4098177"/>
                  <a:pt x="8377073" y="4093502"/>
                </a:cubicBezTo>
                <a:cubicBezTo>
                  <a:pt x="8377102" y="4088827"/>
                  <a:pt x="8377145" y="4084066"/>
                  <a:pt x="8377202" y="4079219"/>
                </a:cubicBezTo>
                <a:cubicBezTo>
                  <a:pt x="8377260" y="4074372"/>
                  <a:pt x="8377346" y="4069654"/>
                  <a:pt x="8377461" y="4065065"/>
                </a:cubicBezTo>
                <a:cubicBezTo>
                  <a:pt x="8377576" y="4060476"/>
                  <a:pt x="8377705" y="4056102"/>
                  <a:pt x="8377848" y="4051944"/>
                </a:cubicBezTo>
                <a:cubicBezTo>
                  <a:pt x="8377991" y="4047785"/>
                  <a:pt x="8378178" y="4044014"/>
                  <a:pt x="8378407" y="4040629"/>
                </a:cubicBezTo>
                <a:close/>
                <a:moveTo>
                  <a:pt x="7837873" y="4039425"/>
                </a:moveTo>
                <a:cubicBezTo>
                  <a:pt x="7836554" y="4039884"/>
                  <a:pt x="7834632" y="4040414"/>
                  <a:pt x="7832108" y="4041016"/>
                </a:cubicBezTo>
                <a:cubicBezTo>
                  <a:pt x="7829584" y="4041619"/>
                  <a:pt x="7826616" y="4042207"/>
                  <a:pt x="7823203" y="4042780"/>
                </a:cubicBezTo>
                <a:cubicBezTo>
                  <a:pt x="7819790" y="4043354"/>
                  <a:pt x="7816033" y="4043885"/>
                  <a:pt x="7811932" y="4044372"/>
                </a:cubicBezTo>
                <a:cubicBezTo>
                  <a:pt x="7807830" y="4044860"/>
                  <a:pt x="7803571" y="4045218"/>
                  <a:pt x="7799155" y="4045448"/>
                </a:cubicBezTo>
                <a:lnTo>
                  <a:pt x="7797434" y="4052503"/>
                </a:lnTo>
                <a:cubicBezTo>
                  <a:pt x="7802080" y="4052503"/>
                  <a:pt x="7805708" y="4052546"/>
                  <a:pt x="7808318" y="4052632"/>
                </a:cubicBezTo>
                <a:cubicBezTo>
                  <a:pt x="7810928" y="4052718"/>
                  <a:pt x="7812849" y="4053019"/>
                  <a:pt x="7814083" y="4053535"/>
                </a:cubicBezTo>
                <a:cubicBezTo>
                  <a:pt x="7815315" y="4054052"/>
                  <a:pt x="7816076" y="4054855"/>
                  <a:pt x="7816363" y="4055945"/>
                </a:cubicBezTo>
                <a:cubicBezTo>
                  <a:pt x="7816649" y="4057035"/>
                  <a:pt x="7816822" y="4058555"/>
                  <a:pt x="7816879" y="4060505"/>
                </a:cubicBezTo>
                <a:cubicBezTo>
                  <a:pt x="7816936" y="4063086"/>
                  <a:pt x="7816979" y="4065739"/>
                  <a:pt x="7817008" y="4068464"/>
                </a:cubicBezTo>
                <a:cubicBezTo>
                  <a:pt x="7817037" y="4071188"/>
                  <a:pt x="7817065" y="4074228"/>
                  <a:pt x="7817094" y="4077584"/>
                </a:cubicBezTo>
                <a:cubicBezTo>
                  <a:pt x="7817123" y="4080940"/>
                  <a:pt x="7817166" y="4084740"/>
                  <a:pt x="7817223" y="4088984"/>
                </a:cubicBezTo>
                <a:cubicBezTo>
                  <a:pt x="7817223" y="4093287"/>
                  <a:pt x="7817280" y="4098277"/>
                  <a:pt x="7817395" y="4103956"/>
                </a:cubicBezTo>
                <a:cubicBezTo>
                  <a:pt x="7811774" y="4102579"/>
                  <a:pt x="7806181" y="4101891"/>
                  <a:pt x="7800617" y="4101891"/>
                </a:cubicBezTo>
                <a:cubicBezTo>
                  <a:pt x="7793275" y="4101891"/>
                  <a:pt x="7786263" y="4103095"/>
                  <a:pt x="7779580" y="4105504"/>
                </a:cubicBezTo>
                <a:cubicBezTo>
                  <a:pt x="7772897" y="4107914"/>
                  <a:pt x="7767032" y="4111470"/>
                  <a:pt x="7761985" y="4116174"/>
                </a:cubicBezTo>
                <a:cubicBezTo>
                  <a:pt x="7756937" y="4120877"/>
                  <a:pt x="7752922" y="4126671"/>
                  <a:pt x="7749939" y="4133554"/>
                </a:cubicBezTo>
                <a:cubicBezTo>
                  <a:pt x="7746956" y="4140437"/>
                  <a:pt x="7745465" y="4148353"/>
                  <a:pt x="7745465" y="4157301"/>
                </a:cubicBezTo>
                <a:cubicBezTo>
                  <a:pt x="7745465" y="4163783"/>
                  <a:pt x="7746296" y="4169749"/>
                  <a:pt x="7747960" y="4175198"/>
                </a:cubicBezTo>
                <a:cubicBezTo>
                  <a:pt x="7749623" y="4180647"/>
                  <a:pt x="7752047" y="4185336"/>
                  <a:pt x="7755231" y="4189266"/>
                </a:cubicBezTo>
                <a:cubicBezTo>
                  <a:pt x="7758414" y="4193195"/>
                  <a:pt x="7762314" y="4196249"/>
                  <a:pt x="7766932" y="4198429"/>
                </a:cubicBezTo>
                <a:cubicBezTo>
                  <a:pt x="7771550" y="4200609"/>
                  <a:pt x="7776841" y="4201699"/>
                  <a:pt x="7782807" y="4201699"/>
                </a:cubicBezTo>
                <a:cubicBezTo>
                  <a:pt x="7786134" y="4201699"/>
                  <a:pt x="7789260" y="4201326"/>
                  <a:pt x="7792185" y="4200580"/>
                </a:cubicBezTo>
                <a:cubicBezTo>
                  <a:pt x="7795110" y="4199834"/>
                  <a:pt x="7797935" y="4198745"/>
                  <a:pt x="7800660" y="4197311"/>
                </a:cubicBezTo>
                <a:cubicBezTo>
                  <a:pt x="7803385" y="4195877"/>
                  <a:pt x="7806081" y="4194084"/>
                  <a:pt x="7808748" y="4191933"/>
                </a:cubicBezTo>
                <a:cubicBezTo>
                  <a:pt x="7811415" y="4189782"/>
                  <a:pt x="7814183" y="4187301"/>
                  <a:pt x="7817051" y="4184490"/>
                </a:cubicBezTo>
                <a:lnTo>
                  <a:pt x="7817912" y="4184662"/>
                </a:lnTo>
                <a:lnTo>
                  <a:pt x="7817912" y="4187760"/>
                </a:lnTo>
                <a:cubicBezTo>
                  <a:pt x="7817912" y="4192062"/>
                  <a:pt x="7818858" y="4195461"/>
                  <a:pt x="7820751" y="4197956"/>
                </a:cubicBezTo>
                <a:cubicBezTo>
                  <a:pt x="7822644" y="4200451"/>
                  <a:pt x="7825741" y="4201699"/>
                  <a:pt x="7830043" y="4201699"/>
                </a:cubicBezTo>
                <a:cubicBezTo>
                  <a:pt x="7831821" y="4201699"/>
                  <a:pt x="7833943" y="4201469"/>
                  <a:pt x="7836410" y="4201010"/>
                </a:cubicBezTo>
                <a:cubicBezTo>
                  <a:pt x="7838877" y="4200551"/>
                  <a:pt x="7841444" y="4199935"/>
                  <a:pt x="7844111" y="4199160"/>
                </a:cubicBezTo>
                <a:cubicBezTo>
                  <a:pt x="7846778" y="4198386"/>
                  <a:pt x="7849431" y="4197468"/>
                  <a:pt x="7852070" y="4196407"/>
                </a:cubicBezTo>
                <a:cubicBezTo>
                  <a:pt x="7854708" y="4195346"/>
                  <a:pt x="7857089" y="4194184"/>
                  <a:pt x="7859211" y="4192922"/>
                </a:cubicBezTo>
                <a:lnTo>
                  <a:pt x="7857146" y="4187416"/>
                </a:lnTo>
                <a:cubicBezTo>
                  <a:pt x="7852844" y="4189137"/>
                  <a:pt x="7849058" y="4189997"/>
                  <a:pt x="7845789" y="4189997"/>
                </a:cubicBezTo>
                <a:cubicBezTo>
                  <a:pt x="7844642" y="4189997"/>
                  <a:pt x="7843652" y="4189868"/>
                  <a:pt x="7842821" y="4189610"/>
                </a:cubicBezTo>
                <a:cubicBezTo>
                  <a:pt x="7841989" y="4189352"/>
                  <a:pt x="7841286" y="4188878"/>
                  <a:pt x="7840712" y="4188190"/>
                </a:cubicBezTo>
                <a:cubicBezTo>
                  <a:pt x="7840139" y="4187502"/>
                  <a:pt x="7839694" y="4186555"/>
                  <a:pt x="7839379" y="4185351"/>
                </a:cubicBezTo>
                <a:cubicBezTo>
                  <a:pt x="7839063" y="4184146"/>
                  <a:pt x="7838848" y="4182597"/>
                  <a:pt x="7838734" y="4180704"/>
                </a:cubicBezTo>
                <a:cubicBezTo>
                  <a:pt x="7838676" y="4179901"/>
                  <a:pt x="7838619" y="4178740"/>
                  <a:pt x="7838561" y="4177220"/>
                </a:cubicBezTo>
                <a:cubicBezTo>
                  <a:pt x="7838504" y="4175700"/>
                  <a:pt x="7838461" y="4173463"/>
                  <a:pt x="7838432" y="4170509"/>
                </a:cubicBezTo>
                <a:cubicBezTo>
                  <a:pt x="7838404" y="4167555"/>
                  <a:pt x="7838389" y="4163754"/>
                  <a:pt x="7838389" y="4159108"/>
                </a:cubicBezTo>
                <a:lnTo>
                  <a:pt x="7838389" y="4117464"/>
                </a:lnTo>
                <a:cubicBezTo>
                  <a:pt x="7838389" y="4109491"/>
                  <a:pt x="7838404" y="4101633"/>
                  <a:pt x="7838432" y="4093889"/>
                </a:cubicBezTo>
                <a:cubicBezTo>
                  <a:pt x="7838461" y="4086145"/>
                  <a:pt x="7838518" y="4078903"/>
                  <a:pt x="7838604" y="4072163"/>
                </a:cubicBezTo>
                <a:cubicBezTo>
                  <a:pt x="7838691" y="4065424"/>
                  <a:pt x="7838805" y="4059329"/>
                  <a:pt x="7838949" y="4053880"/>
                </a:cubicBezTo>
                <a:cubicBezTo>
                  <a:pt x="7839092" y="4048430"/>
                  <a:pt x="7839307" y="4044014"/>
                  <a:pt x="7839594" y="4040629"/>
                </a:cubicBezTo>
                <a:close/>
                <a:moveTo>
                  <a:pt x="6235714" y="4039425"/>
                </a:moveTo>
                <a:cubicBezTo>
                  <a:pt x="6234394" y="4039884"/>
                  <a:pt x="6232515" y="4040400"/>
                  <a:pt x="6230078" y="4040973"/>
                </a:cubicBezTo>
                <a:cubicBezTo>
                  <a:pt x="6227640" y="4041547"/>
                  <a:pt x="6224815" y="4042121"/>
                  <a:pt x="6221603" y="4042694"/>
                </a:cubicBezTo>
                <a:cubicBezTo>
                  <a:pt x="6218390" y="4043268"/>
                  <a:pt x="6214892" y="4043798"/>
                  <a:pt x="6211106" y="4044286"/>
                </a:cubicBezTo>
                <a:cubicBezTo>
                  <a:pt x="6207320" y="4044774"/>
                  <a:pt x="6203419" y="4045161"/>
                  <a:pt x="6199404" y="4045448"/>
                </a:cubicBezTo>
                <a:lnTo>
                  <a:pt x="6197683" y="4052503"/>
                </a:lnTo>
                <a:cubicBezTo>
                  <a:pt x="6201641" y="4052503"/>
                  <a:pt x="6204739" y="4052546"/>
                  <a:pt x="6206976" y="4052632"/>
                </a:cubicBezTo>
                <a:cubicBezTo>
                  <a:pt x="6209213" y="4052718"/>
                  <a:pt x="6210891" y="4053005"/>
                  <a:pt x="6212009" y="4053492"/>
                </a:cubicBezTo>
                <a:cubicBezTo>
                  <a:pt x="6213128" y="4053980"/>
                  <a:pt x="6213830" y="4054740"/>
                  <a:pt x="6214117" y="4055773"/>
                </a:cubicBezTo>
                <a:cubicBezTo>
                  <a:pt x="6214404" y="4056805"/>
                  <a:pt x="6214604" y="4058296"/>
                  <a:pt x="6214719" y="4060247"/>
                </a:cubicBezTo>
                <a:cubicBezTo>
                  <a:pt x="6214776" y="4062771"/>
                  <a:pt x="6214834" y="4066198"/>
                  <a:pt x="6214892" y="4070529"/>
                </a:cubicBezTo>
                <a:cubicBezTo>
                  <a:pt x="6214949" y="4074859"/>
                  <a:pt x="6215006" y="4079749"/>
                  <a:pt x="6215064" y="4085199"/>
                </a:cubicBezTo>
                <a:cubicBezTo>
                  <a:pt x="6215121" y="4090648"/>
                  <a:pt x="6215164" y="4096499"/>
                  <a:pt x="6215193" y="4102751"/>
                </a:cubicBezTo>
                <a:cubicBezTo>
                  <a:pt x="6215221" y="4109003"/>
                  <a:pt x="6215236" y="4115313"/>
                  <a:pt x="6215236" y="4121680"/>
                </a:cubicBezTo>
                <a:lnTo>
                  <a:pt x="6215236" y="4132952"/>
                </a:lnTo>
                <a:cubicBezTo>
                  <a:pt x="6215236" y="4137024"/>
                  <a:pt x="6215221" y="4141212"/>
                  <a:pt x="6215193" y="4145514"/>
                </a:cubicBezTo>
                <a:cubicBezTo>
                  <a:pt x="6215164" y="4149816"/>
                  <a:pt x="6215121" y="4154118"/>
                  <a:pt x="6215064" y="4158420"/>
                </a:cubicBezTo>
                <a:cubicBezTo>
                  <a:pt x="6215006" y="4162722"/>
                  <a:pt x="6214949" y="4166837"/>
                  <a:pt x="6214892" y="4170767"/>
                </a:cubicBezTo>
                <a:cubicBezTo>
                  <a:pt x="6214834" y="4174696"/>
                  <a:pt x="6214762" y="4178353"/>
                  <a:pt x="6214676" y="4181737"/>
                </a:cubicBezTo>
                <a:cubicBezTo>
                  <a:pt x="6214590" y="4185121"/>
                  <a:pt x="6214490" y="4187989"/>
                  <a:pt x="6214375" y="4190341"/>
                </a:cubicBezTo>
                <a:cubicBezTo>
                  <a:pt x="6210876" y="4190800"/>
                  <a:pt x="6208180" y="4191488"/>
                  <a:pt x="6206287" y="4192406"/>
                </a:cubicBezTo>
                <a:cubicBezTo>
                  <a:pt x="6204395" y="4193324"/>
                  <a:pt x="6203003" y="4194285"/>
                  <a:pt x="6202114" y="4195289"/>
                </a:cubicBezTo>
                <a:cubicBezTo>
                  <a:pt x="6201225" y="4196292"/>
                  <a:pt x="6200695" y="4197239"/>
                  <a:pt x="6200523" y="4198128"/>
                </a:cubicBezTo>
                <a:cubicBezTo>
                  <a:pt x="6200351" y="4199017"/>
                  <a:pt x="6200265" y="4199634"/>
                  <a:pt x="6200265" y="4199978"/>
                </a:cubicBezTo>
                <a:cubicBezTo>
                  <a:pt x="6200494" y="4199920"/>
                  <a:pt x="6201369" y="4199820"/>
                  <a:pt x="6202889" y="4199677"/>
                </a:cubicBezTo>
                <a:cubicBezTo>
                  <a:pt x="6204408" y="4199533"/>
                  <a:pt x="6206359" y="4199404"/>
                  <a:pt x="6208740" y="4199289"/>
                </a:cubicBezTo>
                <a:cubicBezTo>
                  <a:pt x="6211120" y="4199175"/>
                  <a:pt x="6213801" y="4199060"/>
                  <a:pt x="6216784" y="4198945"/>
                </a:cubicBezTo>
                <a:cubicBezTo>
                  <a:pt x="6219767" y="4198831"/>
                  <a:pt x="6222864" y="4198773"/>
                  <a:pt x="6226077" y="4198773"/>
                </a:cubicBezTo>
                <a:lnTo>
                  <a:pt x="6231756" y="4198773"/>
                </a:lnTo>
                <a:cubicBezTo>
                  <a:pt x="6233591" y="4198773"/>
                  <a:pt x="6235369" y="4198831"/>
                  <a:pt x="6237090" y="4198945"/>
                </a:cubicBezTo>
                <a:cubicBezTo>
                  <a:pt x="6236861" y="4196077"/>
                  <a:pt x="6236688" y="4192994"/>
                  <a:pt x="6236574" y="4189696"/>
                </a:cubicBezTo>
                <a:cubicBezTo>
                  <a:pt x="6236459" y="4186398"/>
                  <a:pt x="6236373" y="4182698"/>
                  <a:pt x="6236316" y="4178596"/>
                </a:cubicBezTo>
                <a:cubicBezTo>
                  <a:pt x="6236258" y="4174495"/>
                  <a:pt x="6236230" y="4169892"/>
                  <a:pt x="6236230" y="4164787"/>
                </a:cubicBezTo>
                <a:lnTo>
                  <a:pt x="6236230" y="4114195"/>
                </a:lnTo>
                <a:cubicBezTo>
                  <a:pt x="6236230" y="4103468"/>
                  <a:pt x="6236258" y="4093459"/>
                  <a:pt x="6236316" y="4084166"/>
                </a:cubicBezTo>
                <a:cubicBezTo>
                  <a:pt x="6236373" y="4074874"/>
                  <a:pt x="6236488" y="4066499"/>
                  <a:pt x="6236660" y="4059042"/>
                </a:cubicBezTo>
                <a:cubicBezTo>
                  <a:pt x="6236832" y="4051585"/>
                  <a:pt x="6237090" y="4045448"/>
                  <a:pt x="6237434" y="4040629"/>
                </a:cubicBezTo>
                <a:close/>
                <a:moveTo>
                  <a:pt x="4299988" y="4039425"/>
                </a:moveTo>
                <a:cubicBezTo>
                  <a:pt x="4298668" y="4039884"/>
                  <a:pt x="4296747" y="4040414"/>
                  <a:pt x="4294223" y="4041016"/>
                </a:cubicBezTo>
                <a:cubicBezTo>
                  <a:pt x="4291700" y="4041619"/>
                  <a:pt x="4288817" y="4042207"/>
                  <a:pt x="4285576" y="4042780"/>
                </a:cubicBezTo>
                <a:cubicBezTo>
                  <a:pt x="4282335" y="4043354"/>
                  <a:pt x="4278836" y="4043885"/>
                  <a:pt x="4275079" y="4044372"/>
                </a:cubicBezTo>
                <a:cubicBezTo>
                  <a:pt x="4271322" y="4044860"/>
                  <a:pt x="4267521" y="4045218"/>
                  <a:pt x="4263678" y="4045448"/>
                </a:cubicBezTo>
                <a:lnTo>
                  <a:pt x="4261957" y="4052503"/>
                </a:lnTo>
                <a:cubicBezTo>
                  <a:pt x="4265915" y="4052503"/>
                  <a:pt x="4269013" y="4052546"/>
                  <a:pt x="4271250" y="4052632"/>
                </a:cubicBezTo>
                <a:cubicBezTo>
                  <a:pt x="4273487" y="4052718"/>
                  <a:pt x="4275165" y="4052991"/>
                  <a:pt x="4276283" y="4053449"/>
                </a:cubicBezTo>
                <a:cubicBezTo>
                  <a:pt x="4277402" y="4053908"/>
                  <a:pt x="4278104" y="4054668"/>
                  <a:pt x="4278391" y="4055730"/>
                </a:cubicBezTo>
                <a:cubicBezTo>
                  <a:pt x="4278678" y="4056791"/>
                  <a:pt x="4278850" y="4058296"/>
                  <a:pt x="4278908" y="4060247"/>
                </a:cubicBezTo>
                <a:cubicBezTo>
                  <a:pt x="4278965" y="4062140"/>
                  <a:pt x="4279037" y="4065237"/>
                  <a:pt x="4279123" y="4069539"/>
                </a:cubicBezTo>
                <a:cubicBezTo>
                  <a:pt x="4279209" y="4073841"/>
                  <a:pt x="4279280" y="4078961"/>
                  <a:pt x="4279338" y="4084898"/>
                </a:cubicBezTo>
                <a:cubicBezTo>
                  <a:pt x="4279395" y="4090834"/>
                  <a:pt x="4279438" y="4097402"/>
                  <a:pt x="4279467" y="4104601"/>
                </a:cubicBezTo>
                <a:cubicBezTo>
                  <a:pt x="4279496" y="4111800"/>
                  <a:pt x="4279510" y="4119214"/>
                  <a:pt x="4279510" y="4126843"/>
                </a:cubicBezTo>
                <a:cubicBezTo>
                  <a:pt x="4279510" y="4133496"/>
                  <a:pt x="4279481" y="4140165"/>
                  <a:pt x="4279424" y="4146847"/>
                </a:cubicBezTo>
                <a:cubicBezTo>
                  <a:pt x="4279366" y="4153530"/>
                  <a:pt x="4279266" y="4160055"/>
                  <a:pt x="4279123" y="4166422"/>
                </a:cubicBezTo>
                <a:cubicBezTo>
                  <a:pt x="4278979" y="4172789"/>
                  <a:pt x="4278779" y="4178898"/>
                  <a:pt x="4278520" y="4184748"/>
                </a:cubicBezTo>
                <a:cubicBezTo>
                  <a:pt x="4278262" y="4190599"/>
                  <a:pt x="4277904" y="4196020"/>
                  <a:pt x="4277445" y="4201010"/>
                </a:cubicBezTo>
                <a:lnTo>
                  <a:pt x="4278822" y="4201699"/>
                </a:lnTo>
                <a:cubicBezTo>
                  <a:pt x="4280543" y="4200494"/>
                  <a:pt x="4282320" y="4199462"/>
                  <a:pt x="4284156" y="4198601"/>
                </a:cubicBezTo>
                <a:cubicBezTo>
                  <a:pt x="4285992" y="4197741"/>
                  <a:pt x="4287598" y="4197052"/>
                  <a:pt x="4288975" y="4196536"/>
                </a:cubicBezTo>
                <a:cubicBezTo>
                  <a:pt x="4291957" y="4197683"/>
                  <a:pt x="4294868" y="4198601"/>
                  <a:pt x="4297708" y="4199289"/>
                </a:cubicBezTo>
                <a:cubicBezTo>
                  <a:pt x="4300547" y="4199978"/>
                  <a:pt x="4303171" y="4200494"/>
                  <a:pt x="4305580" y="4200838"/>
                </a:cubicBezTo>
                <a:cubicBezTo>
                  <a:pt x="4307990" y="4201182"/>
                  <a:pt x="4310155" y="4201412"/>
                  <a:pt x="4312077" y="4201527"/>
                </a:cubicBezTo>
                <a:cubicBezTo>
                  <a:pt x="4313998" y="4201641"/>
                  <a:pt x="4315561" y="4201699"/>
                  <a:pt x="4316766" y="4201699"/>
                </a:cubicBezTo>
                <a:cubicBezTo>
                  <a:pt x="4322616" y="4201699"/>
                  <a:pt x="4328066" y="4200982"/>
                  <a:pt x="4333114" y="4199548"/>
                </a:cubicBezTo>
                <a:cubicBezTo>
                  <a:pt x="4338161" y="4198114"/>
                  <a:pt x="4342779" y="4196120"/>
                  <a:pt x="4346966" y="4193568"/>
                </a:cubicBezTo>
                <a:cubicBezTo>
                  <a:pt x="4351153" y="4191015"/>
                  <a:pt x="4354868" y="4187961"/>
                  <a:pt x="4358109" y="4184404"/>
                </a:cubicBezTo>
                <a:cubicBezTo>
                  <a:pt x="4361349" y="4180848"/>
                  <a:pt x="4364088" y="4176976"/>
                  <a:pt x="4366326" y="4172789"/>
                </a:cubicBezTo>
                <a:cubicBezTo>
                  <a:pt x="4368563" y="4168601"/>
                  <a:pt x="4370255" y="4164142"/>
                  <a:pt x="4371402" y="4159409"/>
                </a:cubicBezTo>
                <a:cubicBezTo>
                  <a:pt x="4372549" y="4154677"/>
                  <a:pt x="4373123" y="4149844"/>
                  <a:pt x="4373123" y="4144911"/>
                </a:cubicBezTo>
                <a:cubicBezTo>
                  <a:pt x="4373123" y="4138946"/>
                  <a:pt x="4372277" y="4133339"/>
                  <a:pt x="4370585" y="4128090"/>
                </a:cubicBezTo>
                <a:cubicBezTo>
                  <a:pt x="4368892" y="4122842"/>
                  <a:pt x="4366469" y="4118282"/>
                  <a:pt x="4363314" y="4114410"/>
                </a:cubicBezTo>
                <a:cubicBezTo>
                  <a:pt x="4360159" y="4110538"/>
                  <a:pt x="4356330" y="4107483"/>
                  <a:pt x="4351828" y="4105246"/>
                </a:cubicBezTo>
                <a:cubicBezTo>
                  <a:pt x="4347325" y="4103009"/>
                  <a:pt x="4342263" y="4101891"/>
                  <a:pt x="4336642" y="4101891"/>
                </a:cubicBezTo>
                <a:cubicBezTo>
                  <a:pt x="4332855" y="4101891"/>
                  <a:pt x="4329285" y="4102378"/>
                  <a:pt x="4325929" y="4103353"/>
                </a:cubicBezTo>
                <a:cubicBezTo>
                  <a:pt x="4322574" y="4104329"/>
                  <a:pt x="4319419" y="4105633"/>
                  <a:pt x="4316465" y="4107268"/>
                </a:cubicBezTo>
                <a:cubicBezTo>
                  <a:pt x="4313511" y="4108903"/>
                  <a:pt x="4310728" y="4110767"/>
                  <a:pt x="4308119" y="4112861"/>
                </a:cubicBezTo>
                <a:cubicBezTo>
                  <a:pt x="4305509" y="4114955"/>
                  <a:pt x="4303086" y="4117091"/>
                  <a:pt x="4300848" y="4119271"/>
                </a:cubicBezTo>
                <a:lnTo>
                  <a:pt x="4300332" y="4119099"/>
                </a:lnTo>
                <a:lnTo>
                  <a:pt x="4300332" y="4107139"/>
                </a:lnTo>
                <a:cubicBezTo>
                  <a:pt x="4300332" y="4102722"/>
                  <a:pt x="4300346" y="4098177"/>
                  <a:pt x="4300375" y="4093502"/>
                </a:cubicBezTo>
                <a:cubicBezTo>
                  <a:pt x="4300404" y="4088827"/>
                  <a:pt x="4300447" y="4084066"/>
                  <a:pt x="4300504" y="4079219"/>
                </a:cubicBezTo>
                <a:cubicBezTo>
                  <a:pt x="4300561" y="4074372"/>
                  <a:pt x="4300647" y="4069654"/>
                  <a:pt x="4300762" y="4065065"/>
                </a:cubicBezTo>
                <a:cubicBezTo>
                  <a:pt x="4300877" y="4060476"/>
                  <a:pt x="4301006" y="4056102"/>
                  <a:pt x="4301149" y="4051944"/>
                </a:cubicBezTo>
                <a:cubicBezTo>
                  <a:pt x="4301293" y="4047785"/>
                  <a:pt x="4301480" y="4044014"/>
                  <a:pt x="4301709" y="4040629"/>
                </a:cubicBezTo>
                <a:close/>
                <a:moveTo>
                  <a:pt x="6338529" y="3012806"/>
                </a:moveTo>
                <a:lnTo>
                  <a:pt x="6476299" y="3300537"/>
                </a:lnTo>
                <a:lnTo>
                  <a:pt x="6211732" y="3300537"/>
                </a:lnTo>
                <a:close/>
                <a:moveTo>
                  <a:pt x="6253185" y="2910393"/>
                </a:moveTo>
                <a:lnTo>
                  <a:pt x="6253185" y="2925023"/>
                </a:lnTo>
                <a:cubicBezTo>
                  <a:pt x="6267816" y="2925023"/>
                  <a:pt x="6275131" y="2929900"/>
                  <a:pt x="6275131" y="2939654"/>
                </a:cubicBezTo>
                <a:cubicBezTo>
                  <a:pt x="6275131" y="2943718"/>
                  <a:pt x="6273505" y="2949204"/>
                  <a:pt x="6270254" y="2956113"/>
                </a:cubicBezTo>
                <a:cubicBezTo>
                  <a:pt x="6267003" y="2963022"/>
                  <a:pt x="6262126" y="2973385"/>
                  <a:pt x="6255624" y="2987203"/>
                </a:cubicBezTo>
                <a:lnTo>
                  <a:pt x="6034949" y="3479759"/>
                </a:lnTo>
                <a:cubicBezTo>
                  <a:pt x="6028446" y="3492764"/>
                  <a:pt x="6023163" y="3503127"/>
                  <a:pt x="6019100" y="3510849"/>
                </a:cubicBezTo>
                <a:cubicBezTo>
                  <a:pt x="6015035" y="3518571"/>
                  <a:pt x="6011377" y="3524463"/>
                  <a:pt x="6008126" y="3528527"/>
                </a:cubicBezTo>
                <a:cubicBezTo>
                  <a:pt x="6004875" y="3532591"/>
                  <a:pt x="6001421" y="3535030"/>
                  <a:pt x="5997763" y="3535843"/>
                </a:cubicBezTo>
                <a:cubicBezTo>
                  <a:pt x="5994105" y="3536655"/>
                  <a:pt x="5989838" y="3537062"/>
                  <a:pt x="5984962" y="3537062"/>
                </a:cubicBezTo>
                <a:lnTo>
                  <a:pt x="5984962" y="3551692"/>
                </a:lnTo>
                <a:lnTo>
                  <a:pt x="6134923" y="3551692"/>
                </a:lnTo>
                <a:lnTo>
                  <a:pt x="6134923" y="3537062"/>
                </a:lnTo>
                <a:cubicBezTo>
                  <a:pt x="6121105" y="3537062"/>
                  <a:pt x="6114197" y="3532591"/>
                  <a:pt x="6114197" y="3523651"/>
                </a:cubicBezTo>
                <a:cubicBezTo>
                  <a:pt x="6114197" y="3518774"/>
                  <a:pt x="6116228" y="3511865"/>
                  <a:pt x="6120292" y="3502924"/>
                </a:cubicBezTo>
                <a:cubicBezTo>
                  <a:pt x="6124356" y="3493983"/>
                  <a:pt x="6128014" y="3485855"/>
                  <a:pt x="6131265" y="3478540"/>
                </a:cubicBezTo>
                <a:lnTo>
                  <a:pt x="6172718" y="3381004"/>
                </a:lnTo>
                <a:lnTo>
                  <a:pt x="6517752" y="3381004"/>
                </a:lnTo>
                <a:lnTo>
                  <a:pt x="6564081" y="3478540"/>
                </a:lnTo>
                <a:cubicBezTo>
                  <a:pt x="6570584" y="3493171"/>
                  <a:pt x="6574851" y="3502721"/>
                  <a:pt x="6576883" y="3507191"/>
                </a:cubicBezTo>
                <a:cubicBezTo>
                  <a:pt x="6578915" y="3511662"/>
                  <a:pt x="6579931" y="3515929"/>
                  <a:pt x="6579931" y="3519993"/>
                </a:cubicBezTo>
                <a:cubicBezTo>
                  <a:pt x="6579931" y="3525683"/>
                  <a:pt x="6578305" y="3529950"/>
                  <a:pt x="6575054" y="3532795"/>
                </a:cubicBezTo>
                <a:cubicBezTo>
                  <a:pt x="6571803" y="3535639"/>
                  <a:pt x="6565300" y="3537062"/>
                  <a:pt x="6555547" y="3537062"/>
                </a:cubicBezTo>
                <a:lnTo>
                  <a:pt x="6555547" y="3551692"/>
                </a:lnTo>
                <a:lnTo>
                  <a:pt x="6725016" y="3551692"/>
                </a:lnTo>
                <a:lnTo>
                  <a:pt x="6725016" y="3537062"/>
                </a:lnTo>
                <a:cubicBezTo>
                  <a:pt x="6717700" y="3537062"/>
                  <a:pt x="6712011" y="3536655"/>
                  <a:pt x="6707947" y="3535843"/>
                </a:cubicBezTo>
                <a:cubicBezTo>
                  <a:pt x="6703883" y="3535030"/>
                  <a:pt x="6700022" y="3532591"/>
                  <a:pt x="6696365" y="3528527"/>
                </a:cubicBezTo>
                <a:cubicBezTo>
                  <a:pt x="6692707" y="3524463"/>
                  <a:pt x="6688846" y="3518367"/>
                  <a:pt x="6684782" y="3510239"/>
                </a:cubicBezTo>
                <a:cubicBezTo>
                  <a:pt x="6680718" y="3502111"/>
                  <a:pt x="6675029" y="3490732"/>
                  <a:pt x="6667713" y="3476102"/>
                </a:cubicBezTo>
                <a:lnTo>
                  <a:pt x="6433627" y="2990860"/>
                </a:lnTo>
                <a:cubicBezTo>
                  <a:pt x="6427124" y="2977043"/>
                  <a:pt x="6421841" y="2966273"/>
                  <a:pt x="6417777" y="2958551"/>
                </a:cubicBezTo>
                <a:cubicBezTo>
                  <a:pt x="6413713" y="2950830"/>
                  <a:pt x="6411681" y="2944531"/>
                  <a:pt x="6411681" y="2939654"/>
                </a:cubicBezTo>
                <a:cubicBezTo>
                  <a:pt x="6411681" y="2929900"/>
                  <a:pt x="6418184" y="2925023"/>
                  <a:pt x="6431189" y="2925023"/>
                </a:cubicBezTo>
                <a:lnTo>
                  <a:pt x="6431189" y="2910393"/>
                </a:lnTo>
                <a:close/>
                <a:moveTo>
                  <a:pt x="3279861" y="2910393"/>
                </a:moveTo>
                <a:lnTo>
                  <a:pt x="3279861" y="2925023"/>
                </a:lnTo>
                <a:cubicBezTo>
                  <a:pt x="3291241" y="2925023"/>
                  <a:pt x="3299775" y="2928478"/>
                  <a:pt x="3305464" y="2935387"/>
                </a:cubicBezTo>
                <a:cubicBezTo>
                  <a:pt x="3311154" y="2942295"/>
                  <a:pt x="3316437" y="2952659"/>
                  <a:pt x="3321314" y="2966476"/>
                </a:cubicBezTo>
                <a:lnTo>
                  <a:pt x="3516386" y="3485855"/>
                </a:lnTo>
                <a:cubicBezTo>
                  <a:pt x="3518012" y="3491545"/>
                  <a:pt x="3520044" y="3497844"/>
                  <a:pt x="3522482" y="3504753"/>
                </a:cubicBezTo>
                <a:cubicBezTo>
                  <a:pt x="3524921" y="3511662"/>
                  <a:pt x="3526140" y="3517961"/>
                  <a:pt x="3526140" y="3523651"/>
                </a:cubicBezTo>
                <a:cubicBezTo>
                  <a:pt x="3526140" y="3528527"/>
                  <a:pt x="3524921" y="3531982"/>
                  <a:pt x="3522482" y="3534014"/>
                </a:cubicBezTo>
                <a:cubicBezTo>
                  <a:pt x="3520044" y="3536046"/>
                  <a:pt x="3513135" y="3537062"/>
                  <a:pt x="3501756" y="3537062"/>
                </a:cubicBezTo>
                <a:lnTo>
                  <a:pt x="3501756" y="3551692"/>
                </a:lnTo>
                <a:lnTo>
                  <a:pt x="3674882" y="3551692"/>
                </a:lnTo>
                <a:lnTo>
                  <a:pt x="3674882" y="3537062"/>
                </a:lnTo>
                <a:cubicBezTo>
                  <a:pt x="3658626" y="3537062"/>
                  <a:pt x="3650498" y="3532998"/>
                  <a:pt x="3650498" y="3524870"/>
                </a:cubicBezTo>
                <a:cubicBezTo>
                  <a:pt x="3650498" y="3519180"/>
                  <a:pt x="3651311" y="3514100"/>
                  <a:pt x="3652936" y="3509630"/>
                </a:cubicBezTo>
                <a:cubicBezTo>
                  <a:pt x="3654562" y="3505159"/>
                  <a:pt x="3656188" y="3500486"/>
                  <a:pt x="3657813" y="3495609"/>
                </a:cubicBezTo>
                <a:lnTo>
                  <a:pt x="3821186" y="3039628"/>
                </a:lnTo>
                <a:lnTo>
                  <a:pt x="3823625" y="3039628"/>
                </a:lnTo>
                <a:lnTo>
                  <a:pt x="3986997" y="3483417"/>
                </a:lnTo>
                <a:cubicBezTo>
                  <a:pt x="3989436" y="3489919"/>
                  <a:pt x="3992281" y="3497031"/>
                  <a:pt x="3995532" y="3504753"/>
                </a:cubicBezTo>
                <a:cubicBezTo>
                  <a:pt x="3998783" y="3512475"/>
                  <a:pt x="4000409" y="3519180"/>
                  <a:pt x="4000409" y="3524870"/>
                </a:cubicBezTo>
                <a:cubicBezTo>
                  <a:pt x="4000409" y="3528934"/>
                  <a:pt x="3998986" y="3531982"/>
                  <a:pt x="3996141" y="3534014"/>
                </a:cubicBezTo>
                <a:cubicBezTo>
                  <a:pt x="3993297" y="3536046"/>
                  <a:pt x="3986591" y="3537062"/>
                  <a:pt x="3976025" y="3537062"/>
                </a:cubicBezTo>
                <a:lnTo>
                  <a:pt x="3976025" y="3551692"/>
                </a:lnTo>
                <a:lnTo>
                  <a:pt x="4136959" y="3551692"/>
                </a:lnTo>
                <a:lnTo>
                  <a:pt x="4136959" y="3537062"/>
                </a:lnTo>
                <a:cubicBezTo>
                  <a:pt x="4120703" y="3537062"/>
                  <a:pt x="4112575" y="3533404"/>
                  <a:pt x="4112575" y="3526089"/>
                </a:cubicBezTo>
                <a:cubicBezTo>
                  <a:pt x="4112575" y="3519587"/>
                  <a:pt x="4113794" y="3513491"/>
                  <a:pt x="4116233" y="3507801"/>
                </a:cubicBezTo>
                <a:cubicBezTo>
                  <a:pt x="4118671" y="3502111"/>
                  <a:pt x="4121922" y="3493983"/>
                  <a:pt x="4125986" y="3483417"/>
                </a:cubicBezTo>
                <a:lnTo>
                  <a:pt x="4317400" y="2966476"/>
                </a:lnTo>
                <a:cubicBezTo>
                  <a:pt x="4323903" y="2950220"/>
                  <a:pt x="4329592" y="2939247"/>
                  <a:pt x="4334469" y="2933558"/>
                </a:cubicBezTo>
                <a:cubicBezTo>
                  <a:pt x="4339346" y="2927868"/>
                  <a:pt x="4347068" y="2925023"/>
                  <a:pt x="4357634" y="2925023"/>
                </a:cubicBezTo>
                <a:lnTo>
                  <a:pt x="4357634" y="2910393"/>
                </a:lnTo>
                <a:lnTo>
                  <a:pt x="4204015" y="2910393"/>
                </a:lnTo>
                <a:lnTo>
                  <a:pt x="4204015" y="2925023"/>
                </a:lnTo>
                <a:cubicBezTo>
                  <a:pt x="4221896" y="2925023"/>
                  <a:pt x="4230837" y="2930713"/>
                  <a:pt x="4230837" y="2942092"/>
                </a:cubicBezTo>
                <a:cubicBezTo>
                  <a:pt x="4230837" y="2946969"/>
                  <a:pt x="4230024" y="2951236"/>
                  <a:pt x="4228400" y="2954894"/>
                </a:cubicBezTo>
                <a:cubicBezTo>
                  <a:pt x="4226773" y="2958551"/>
                  <a:pt x="4225148" y="2963225"/>
                  <a:pt x="4223522" y="2968915"/>
                </a:cubicBezTo>
                <a:lnTo>
                  <a:pt x="4061368" y="3407827"/>
                </a:lnTo>
                <a:lnTo>
                  <a:pt x="4058930" y="3407827"/>
                </a:lnTo>
                <a:lnTo>
                  <a:pt x="3900434" y="2975011"/>
                </a:lnTo>
                <a:cubicBezTo>
                  <a:pt x="3897996" y="2968508"/>
                  <a:pt x="3895557" y="2962209"/>
                  <a:pt x="3893119" y="2956113"/>
                </a:cubicBezTo>
                <a:cubicBezTo>
                  <a:pt x="3890681" y="2950017"/>
                  <a:pt x="3889461" y="2944937"/>
                  <a:pt x="3889461" y="2940873"/>
                </a:cubicBezTo>
                <a:cubicBezTo>
                  <a:pt x="3889461" y="2930307"/>
                  <a:pt x="3896777" y="2925023"/>
                  <a:pt x="3911407" y="2925023"/>
                </a:cubicBezTo>
                <a:lnTo>
                  <a:pt x="3911407" y="2910393"/>
                </a:lnTo>
                <a:lnTo>
                  <a:pt x="3741938" y="2910393"/>
                </a:lnTo>
                <a:lnTo>
                  <a:pt x="3741938" y="2925023"/>
                </a:lnTo>
                <a:cubicBezTo>
                  <a:pt x="3754130" y="2925023"/>
                  <a:pt x="3760226" y="2929900"/>
                  <a:pt x="3760226" y="2939654"/>
                </a:cubicBezTo>
                <a:cubicBezTo>
                  <a:pt x="3760226" y="2944531"/>
                  <a:pt x="3759007" y="2950627"/>
                  <a:pt x="3756569" y="2957942"/>
                </a:cubicBezTo>
                <a:lnTo>
                  <a:pt x="3593196" y="3422457"/>
                </a:lnTo>
                <a:lnTo>
                  <a:pt x="3590757" y="3422457"/>
                </a:lnTo>
                <a:lnTo>
                  <a:pt x="3426165" y="2981107"/>
                </a:lnTo>
                <a:cubicBezTo>
                  <a:pt x="3422914" y="2972979"/>
                  <a:pt x="3419866" y="2965867"/>
                  <a:pt x="3417021" y="2959770"/>
                </a:cubicBezTo>
                <a:cubicBezTo>
                  <a:pt x="3414177" y="2953674"/>
                  <a:pt x="3412754" y="2948188"/>
                  <a:pt x="3412754" y="2943311"/>
                </a:cubicBezTo>
                <a:cubicBezTo>
                  <a:pt x="3412754" y="2937622"/>
                  <a:pt x="3414583" y="2933152"/>
                  <a:pt x="3418240" y="2929900"/>
                </a:cubicBezTo>
                <a:cubicBezTo>
                  <a:pt x="3421898" y="2926649"/>
                  <a:pt x="3429010" y="2925023"/>
                  <a:pt x="3439577" y="2925023"/>
                </a:cubicBezTo>
                <a:lnTo>
                  <a:pt x="3439577" y="2910393"/>
                </a:lnTo>
                <a:close/>
                <a:moveTo>
                  <a:pt x="4818873" y="2903078"/>
                </a:moveTo>
                <a:cubicBezTo>
                  <a:pt x="4774169" y="2903078"/>
                  <a:pt x="4732716" y="2907955"/>
                  <a:pt x="4694514" y="2917708"/>
                </a:cubicBezTo>
                <a:cubicBezTo>
                  <a:pt x="4656313" y="2927462"/>
                  <a:pt x="4623191" y="2940873"/>
                  <a:pt x="4595150" y="2957942"/>
                </a:cubicBezTo>
                <a:cubicBezTo>
                  <a:pt x="4567108" y="2975011"/>
                  <a:pt x="4544959" y="2995534"/>
                  <a:pt x="4528703" y="3019511"/>
                </a:cubicBezTo>
                <a:cubicBezTo>
                  <a:pt x="4512447" y="3043489"/>
                  <a:pt x="4504319" y="3070108"/>
                  <a:pt x="4504319" y="3099369"/>
                </a:cubicBezTo>
                <a:cubicBezTo>
                  <a:pt x="4504319" y="3145699"/>
                  <a:pt x="4515698" y="3180649"/>
                  <a:pt x="4538457" y="3204220"/>
                </a:cubicBezTo>
                <a:cubicBezTo>
                  <a:pt x="4561215" y="3227792"/>
                  <a:pt x="4590069" y="3244657"/>
                  <a:pt x="4625020" y="3254817"/>
                </a:cubicBezTo>
                <a:cubicBezTo>
                  <a:pt x="4659970" y="3264977"/>
                  <a:pt x="4698375" y="3270260"/>
                  <a:pt x="4740234" y="3270667"/>
                </a:cubicBezTo>
                <a:cubicBezTo>
                  <a:pt x="4782093" y="3271073"/>
                  <a:pt x="4821717" y="3271276"/>
                  <a:pt x="4859106" y="3271276"/>
                </a:cubicBezTo>
                <a:cubicBezTo>
                  <a:pt x="4881865" y="3271276"/>
                  <a:pt x="4903201" y="3272495"/>
                  <a:pt x="4923114" y="3274934"/>
                </a:cubicBezTo>
                <a:cubicBezTo>
                  <a:pt x="4943028" y="3277372"/>
                  <a:pt x="4960503" y="3281639"/>
                  <a:pt x="4975540" y="3287735"/>
                </a:cubicBezTo>
                <a:cubicBezTo>
                  <a:pt x="4990576" y="3293831"/>
                  <a:pt x="5002362" y="3302569"/>
                  <a:pt x="5010897" y="3313948"/>
                </a:cubicBezTo>
                <a:cubicBezTo>
                  <a:pt x="5019431" y="3325327"/>
                  <a:pt x="5023698" y="3339551"/>
                  <a:pt x="5023698" y="3356620"/>
                </a:cubicBezTo>
                <a:cubicBezTo>
                  <a:pt x="5023698" y="3392383"/>
                  <a:pt x="5006426" y="3421644"/>
                  <a:pt x="4971882" y="3444403"/>
                </a:cubicBezTo>
                <a:cubicBezTo>
                  <a:pt x="4937338" y="3467161"/>
                  <a:pt x="4881458" y="3478540"/>
                  <a:pt x="4804242" y="3478540"/>
                </a:cubicBezTo>
                <a:cubicBezTo>
                  <a:pt x="4774169" y="3478540"/>
                  <a:pt x="4744501" y="3475289"/>
                  <a:pt x="4715241" y="3468787"/>
                </a:cubicBezTo>
                <a:cubicBezTo>
                  <a:pt x="4685980" y="3462284"/>
                  <a:pt x="4659767" y="3453953"/>
                  <a:pt x="4636602" y="3443793"/>
                </a:cubicBezTo>
                <a:cubicBezTo>
                  <a:pt x="4613438" y="3433633"/>
                  <a:pt x="4594743" y="3422457"/>
                  <a:pt x="4580520" y="3410265"/>
                </a:cubicBezTo>
                <a:cubicBezTo>
                  <a:pt x="4566295" y="3398073"/>
                  <a:pt x="4559183" y="3386287"/>
                  <a:pt x="4559183" y="3374908"/>
                </a:cubicBezTo>
                <a:cubicBezTo>
                  <a:pt x="4559183" y="3370031"/>
                  <a:pt x="4560402" y="3364748"/>
                  <a:pt x="4562841" y="3359059"/>
                </a:cubicBezTo>
                <a:lnTo>
                  <a:pt x="4546991" y="3350524"/>
                </a:lnTo>
                <a:lnTo>
                  <a:pt x="4481154" y="3490732"/>
                </a:lnTo>
                <a:lnTo>
                  <a:pt x="4493346" y="3498047"/>
                </a:lnTo>
                <a:cubicBezTo>
                  <a:pt x="4502287" y="3488294"/>
                  <a:pt x="4510821" y="3483417"/>
                  <a:pt x="4518950" y="3483417"/>
                </a:cubicBezTo>
                <a:cubicBezTo>
                  <a:pt x="4527890" y="3483417"/>
                  <a:pt x="4539676" y="3487278"/>
                  <a:pt x="4554306" y="3494999"/>
                </a:cubicBezTo>
                <a:cubicBezTo>
                  <a:pt x="4568937" y="3502721"/>
                  <a:pt x="4587631" y="3511255"/>
                  <a:pt x="4610389" y="3520603"/>
                </a:cubicBezTo>
                <a:cubicBezTo>
                  <a:pt x="4633148" y="3529950"/>
                  <a:pt x="4660580" y="3538078"/>
                  <a:pt x="4692686" y="3544987"/>
                </a:cubicBezTo>
                <a:cubicBezTo>
                  <a:pt x="4724792" y="3551895"/>
                  <a:pt x="4762790" y="3555350"/>
                  <a:pt x="4806681" y="3555350"/>
                </a:cubicBezTo>
                <a:cubicBezTo>
                  <a:pt x="4858700" y="3555350"/>
                  <a:pt x="4904420" y="3550067"/>
                  <a:pt x="4943841" y="3539500"/>
                </a:cubicBezTo>
                <a:cubicBezTo>
                  <a:pt x="4983261" y="3528934"/>
                  <a:pt x="5016384" y="3514303"/>
                  <a:pt x="5043206" y="3495609"/>
                </a:cubicBezTo>
                <a:cubicBezTo>
                  <a:pt x="5070028" y="3476915"/>
                  <a:pt x="5090145" y="3455579"/>
                  <a:pt x="5103556" y="3431601"/>
                </a:cubicBezTo>
                <a:cubicBezTo>
                  <a:pt x="5116967" y="3407623"/>
                  <a:pt x="5123673" y="3382630"/>
                  <a:pt x="5123673" y="3356620"/>
                </a:cubicBezTo>
                <a:cubicBezTo>
                  <a:pt x="5123673" y="3307852"/>
                  <a:pt x="5112293" y="3270870"/>
                  <a:pt x="5089535" y="3245673"/>
                </a:cubicBezTo>
                <a:cubicBezTo>
                  <a:pt x="5066777" y="3220476"/>
                  <a:pt x="5037922" y="3202188"/>
                  <a:pt x="5002972" y="3190809"/>
                </a:cubicBezTo>
                <a:cubicBezTo>
                  <a:pt x="4968021" y="3179430"/>
                  <a:pt x="4929821" y="3173131"/>
                  <a:pt x="4888367" y="3171912"/>
                </a:cubicBezTo>
                <a:cubicBezTo>
                  <a:pt x="4846914" y="3170692"/>
                  <a:pt x="4807087" y="3170083"/>
                  <a:pt x="4768886" y="3170083"/>
                </a:cubicBezTo>
                <a:cubicBezTo>
                  <a:pt x="4746127" y="3170083"/>
                  <a:pt x="4724792" y="3169270"/>
                  <a:pt x="4704878" y="3167644"/>
                </a:cubicBezTo>
                <a:cubicBezTo>
                  <a:pt x="4684964" y="3166019"/>
                  <a:pt x="4667489" y="3162564"/>
                  <a:pt x="4652452" y="3157281"/>
                </a:cubicBezTo>
                <a:cubicBezTo>
                  <a:pt x="4637416" y="3151998"/>
                  <a:pt x="4625630" y="3144683"/>
                  <a:pt x="4617095" y="3135335"/>
                </a:cubicBezTo>
                <a:cubicBezTo>
                  <a:pt x="4608561" y="3125988"/>
                  <a:pt x="4604294" y="3113593"/>
                  <a:pt x="4604294" y="3098150"/>
                </a:cubicBezTo>
                <a:cubicBezTo>
                  <a:pt x="4604294" y="3064012"/>
                  <a:pt x="4623598" y="3036377"/>
                  <a:pt x="4662205" y="3015244"/>
                </a:cubicBezTo>
                <a:cubicBezTo>
                  <a:pt x="4700814" y="2994111"/>
                  <a:pt x="4753036" y="2983545"/>
                  <a:pt x="4818873" y="2983545"/>
                </a:cubicBezTo>
                <a:cubicBezTo>
                  <a:pt x="4848133" y="2983545"/>
                  <a:pt x="4875159" y="2986187"/>
                  <a:pt x="4899949" y="2991470"/>
                </a:cubicBezTo>
                <a:cubicBezTo>
                  <a:pt x="4924740" y="2996753"/>
                  <a:pt x="4946076" y="3003256"/>
                  <a:pt x="4963958" y="3010977"/>
                </a:cubicBezTo>
                <a:cubicBezTo>
                  <a:pt x="4981839" y="3018699"/>
                  <a:pt x="4995657" y="3026623"/>
                  <a:pt x="5005410" y="3034751"/>
                </a:cubicBezTo>
                <a:cubicBezTo>
                  <a:pt x="5015164" y="3042879"/>
                  <a:pt x="5020042" y="3049788"/>
                  <a:pt x="5020042" y="3055478"/>
                </a:cubicBezTo>
                <a:cubicBezTo>
                  <a:pt x="5020042" y="3063606"/>
                  <a:pt x="5019634" y="3068889"/>
                  <a:pt x="5018822" y="3071327"/>
                </a:cubicBezTo>
                <a:lnTo>
                  <a:pt x="5032233" y="3079862"/>
                </a:lnTo>
                <a:lnTo>
                  <a:pt x="5099289" y="2939654"/>
                </a:lnTo>
                <a:lnTo>
                  <a:pt x="5084658" y="2933558"/>
                </a:lnTo>
                <a:cubicBezTo>
                  <a:pt x="5080594" y="2937622"/>
                  <a:pt x="5076530" y="2941280"/>
                  <a:pt x="5072467" y="2944531"/>
                </a:cubicBezTo>
                <a:cubicBezTo>
                  <a:pt x="5068402" y="2947782"/>
                  <a:pt x="5061900" y="2949407"/>
                  <a:pt x="5052959" y="2949407"/>
                </a:cubicBezTo>
                <a:cubicBezTo>
                  <a:pt x="5044832" y="2949407"/>
                  <a:pt x="5034671" y="2946969"/>
                  <a:pt x="5022479" y="2942092"/>
                </a:cubicBezTo>
                <a:cubicBezTo>
                  <a:pt x="5010287" y="2937215"/>
                  <a:pt x="4994844" y="2931932"/>
                  <a:pt x="4976149" y="2926243"/>
                </a:cubicBezTo>
                <a:cubicBezTo>
                  <a:pt x="4957456" y="2920553"/>
                  <a:pt x="4935306" y="2915270"/>
                  <a:pt x="4909703" y="2910393"/>
                </a:cubicBezTo>
                <a:cubicBezTo>
                  <a:pt x="4884100" y="2905516"/>
                  <a:pt x="4853823" y="2903078"/>
                  <a:pt x="4818873" y="2903078"/>
                </a:cubicBezTo>
                <a:close/>
                <a:moveTo>
                  <a:pt x="7569007" y="2878694"/>
                </a:moveTo>
                <a:lnTo>
                  <a:pt x="7569007" y="3022559"/>
                </a:lnTo>
                <a:lnTo>
                  <a:pt x="7583638" y="3022559"/>
                </a:lnTo>
                <a:cubicBezTo>
                  <a:pt x="7583638" y="3010368"/>
                  <a:pt x="7586888" y="3002036"/>
                  <a:pt x="7593391" y="2997566"/>
                </a:cubicBezTo>
                <a:cubicBezTo>
                  <a:pt x="7599893" y="2993095"/>
                  <a:pt x="7610866" y="2990860"/>
                  <a:pt x="7626309" y="2990860"/>
                </a:cubicBezTo>
                <a:lnTo>
                  <a:pt x="7831135" y="2990860"/>
                </a:lnTo>
                <a:lnTo>
                  <a:pt x="7831135" y="3507801"/>
                </a:lnTo>
                <a:cubicBezTo>
                  <a:pt x="7831135" y="3516742"/>
                  <a:pt x="7829103" y="3523854"/>
                  <a:pt x="7825039" y="3529137"/>
                </a:cubicBezTo>
                <a:cubicBezTo>
                  <a:pt x="7820975" y="3534420"/>
                  <a:pt x="7813253" y="3537062"/>
                  <a:pt x="7801874" y="3537062"/>
                </a:cubicBezTo>
                <a:lnTo>
                  <a:pt x="7801874" y="3551692"/>
                </a:lnTo>
                <a:lnTo>
                  <a:pt x="7962809" y="3551692"/>
                </a:lnTo>
                <a:lnTo>
                  <a:pt x="7962809" y="3537062"/>
                </a:lnTo>
                <a:cubicBezTo>
                  <a:pt x="7951429" y="3537062"/>
                  <a:pt x="7943707" y="3534420"/>
                  <a:pt x="7939644" y="3529137"/>
                </a:cubicBezTo>
                <a:cubicBezTo>
                  <a:pt x="7935579" y="3523854"/>
                  <a:pt x="7933548" y="3516742"/>
                  <a:pt x="7933548" y="3507801"/>
                </a:cubicBezTo>
                <a:lnTo>
                  <a:pt x="7933548" y="2990860"/>
                </a:lnTo>
                <a:lnTo>
                  <a:pt x="8138373" y="2990860"/>
                </a:lnTo>
                <a:cubicBezTo>
                  <a:pt x="8153816" y="2990860"/>
                  <a:pt x="8164789" y="2993095"/>
                  <a:pt x="8171292" y="2997566"/>
                </a:cubicBezTo>
                <a:cubicBezTo>
                  <a:pt x="8177794" y="3002036"/>
                  <a:pt x="8181045" y="3010368"/>
                  <a:pt x="8181045" y="3022559"/>
                </a:cubicBezTo>
                <a:lnTo>
                  <a:pt x="8195676" y="3022559"/>
                </a:lnTo>
                <a:lnTo>
                  <a:pt x="8195676" y="2878694"/>
                </a:lnTo>
                <a:lnTo>
                  <a:pt x="8181045" y="2878694"/>
                </a:lnTo>
                <a:cubicBezTo>
                  <a:pt x="8181045" y="2899827"/>
                  <a:pt x="8166821" y="2910393"/>
                  <a:pt x="8138373" y="2910393"/>
                </a:cubicBezTo>
                <a:lnTo>
                  <a:pt x="7626309" y="2910393"/>
                </a:lnTo>
                <a:cubicBezTo>
                  <a:pt x="7597861" y="2910393"/>
                  <a:pt x="7583638" y="2899827"/>
                  <a:pt x="7583638" y="2878694"/>
                </a:cubicBezTo>
                <a:close/>
                <a:moveTo>
                  <a:pt x="6826057" y="2878694"/>
                </a:moveTo>
                <a:lnTo>
                  <a:pt x="6826057" y="3022559"/>
                </a:lnTo>
                <a:lnTo>
                  <a:pt x="6840688" y="3022559"/>
                </a:lnTo>
                <a:cubicBezTo>
                  <a:pt x="6840688" y="3010368"/>
                  <a:pt x="6843938" y="3002036"/>
                  <a:pt x="6850441" y="2997566"/>
                </a:cubicBezTo>
                <a:cubicBezTo>
                  <a:pt x="6856944" y="2993095"/>
                  <a:pt x="6867916" y="2990860"/>
                  <a:pt x="6883359" y="2990860"/>
                </a:cubicBezTo>
                <a:lnTo>
                  <a:pt x="7088185" y="2990860"/>
                </a:lnTo>
                <a:lnTo>
                  <a:pt x="7088185" y="3507801"/>
                </a:lnTo>
                <a:cubicBezTo>
                  <a:pt x="7088185" y="3516742"/>
                  <a:pt x="7086153" y="3523854"/>
                  <a:pt x="7082089" y="3529137"/>
                </a:cubicBezTo>
                <a:cubicBezTo>
                  <a:pt x="7078025" y="3534420"/>
                  <a:pt x="7070303" y="3537062"/>
                  <a:pt x="7058924" y="3537062"/>
                </a:cubicBezTo>
                <a:lnTo>
                  <a:pt x="7058924" y="3551692"/>
                </a:lnTo>
                <a:lnTo>
                  <a:pt x="7219859" y="3551692"/>
                </a:lnTo>
                <a:lnTo>
                  <a:pt x="7219859" y="3537062"/>
                </a:lnTo>
                <a:cubicBezTo>
                  <a:pt x="7208479" y="3537062"/>
                  <a:pt x="7200758" y="3534420"/>
                  <a:pt x="7196694" y="3529137"/>
                </a:cubicBezTo>
                <a:cubicBezTo>
                  <a:pt x="7192630" y="3523854"/>
                  <a:pt x="7190598" y="3516742"/>
                  <a:pt x="7190598" y="3507801"/>
                </a:cubicBezTo>
                <a:lnTo>
                  <a:pt x="7190598" y="2990860"/>
                </a:lnTo>
                <a:lnTo>
                  <a:pt x="7395423" y="2990860"/>
                </a:lnTo>
                <a:cubicBezTo>
                  <a:pt x="7410866" y="2990860"/>
                  <a:pt x="7421839" y="2993095"/>
                  <a:pt x="7428342" y="2997566"/>
                </a:cubicBezTo>
                <a:cubicBezTo>
                  <a:pt x="7434844" y="3002036"/>
                  <a:pt x="7438095" y="3010368"/>
                  <a:pt x="7438096" y="3022559"/>
                </a:cubicBezTo>
                <a:lnTo>
                  <a:pt x="7452726" y="3022559"/>
                </a:lnTo>
                <a:lnTo>
                  <a:pt x="7452726" y="2878694"/>
                </a:lnTo>
                <a:lnTo>
                  <a:pt x="7438096" y="2878694"/>
                </a:lnTo>
                <a:cubicBezTo>
                  <a:pt x="7438095" y="2899827"/>
                  <a:pt x="7423871" y="2910393"/>
                  <a:pt x="7395423" y="2910393"/>
                </a:cubicBezTo>
                <a:lnTo>
                  <a:pt x="6883359" y="2910393"/>
                </a:lnTo>
                <a:cubicBezTo>
                  <a:pt x="6854911" y="2910393"/>
                  <a:pt x="6840688" y="2899827"/>
                  <a:pt x="6840688" y="2878694"/>
                </a:cubicBezTo>
                <a:close/>
                <a:moveTo>
                  <a:pt x="5263957" y="2878694"/>
                </a:moveTo>
                <a:lnTo>
                  <a:pt x="5263957" y="3022559"/>
                </a:lnTo>
                <a:lnTo>
                  <a:pt x="5278587" y="3022559"/>
                </a:lnTo>
                <a:cubicBezTo>
                  <a:pt x="5278587" y="3010368"/>
                  <a:pt x="5281838" y="3002036"/>
                  <a:pt x="5288341" y="2997566"/>
                </a:cubicBezTo>
                <a:cubicBezTo>
                  <a:pt x="5294843" y="2993095"/>
                  <a:pt x="5305816" y="2990860"/>
                  <a:pt x="5321260" y="2990860"/>
                </a:cubicBezTo>
                <a:lnTo>
                  <a:pt x="5526085" y="2990860"/>
                </a:lnTo>
                <a:lnTo>
                  <a:pt x="5526085" y="3507801"/>
                </a:lnTo>
                <a:cubicBezTo>
                  <a:pt x="5526085" y="3516742"/>
                  <a:pt x="5524053" y="3523854"/>
                  <a:pt x="5519989" y="3529137"/>
                </a:cubicBezTo>
                <a:cubicBezTo>
                  <a:pt x="5515925" y="3534420"/>
                  <a:pt x="5508203" y="3537062"/>
                  <a:pt x="5496824" y="3537062"/>
                </a:cubicBezTo>
                <a:lnTo>
                  <a:pt x="5496824" y="3551692"/>
                </a:lnTo>
                <a:lnTo>
                  <a:pt x="5657758" y="3551692"/>
                </a:lnTo>
                <a:lnTo>
                  <a:pt x="5657758" y="3537062"/>
                </a:lnTo>
                <a:cubicBezTo>
                  <a:pt x="5646379" y="3537062"/>
                  <a:pt x="5638658" y="3534420"/>
                  <a:pt x="5634594" y="3529137"/>
                </a:cubicBezTo>
                <a:cubicBezTo>
                  <a:pt x="5630530" y="3523854"/>
                  <a:pt x="5628498" y="3516742"/>
                  <a:pt x="5628498" y="3507801"/>
                </a:cubicBezTo>
                <a:lnTo>
                  <a:pt x="5628498" y="2990860"/>
                </a:lnTo>
                <a:lnTo>
                  <a:pt x="5833323" y="2990860"/>
                </a:lnTo>
                <a:cubicBezTo>
                  <a:pt x="5848766" y="2990860"/>
                  <a:pt x="5859739" y="2993095"/>
                  <a:pt x="5866242" y="2997566"/>
                </a:cubicBezTo>
                <a:cubicBezTo>
                  <a:pt x="5872744" y="3002036"/>
                  <a:pt x="5875996" y="3010368"/>
                  <a:pt x="5875996" y="3022559"/>
                </a:cubicBezTo>
                <a:lnTo>
                  <a:pt x="5890626" y="3022559"/>
                </a:lnTo>
                <a:lnTo>
                  <a:pt x="5890626" y="2878694"/>
                </a:lnTo>
                <a:lnTo>
                  <a:pt x="5875996" y="2878694"/>
                </a:lnTo>
                <a:cubicBezTo>
                  <a:pt x="5875996" y="2899827"/>
                  <a:pt x="5861771" y="2910393"/>
                  <a:pt x="5833323" y="2910393"/>
                </a:cubicBezTo>
                <a:lnTo>
                  <a:pt x="5321260" y="2910393"/>
                </a:lnTo>
                <a:cubicBezTo>
                  <a:pt x="5292812" y="2910393"/>
                  <a:pt x="5278587" y="2899827"/>
                  <a:pt x="5278587" y="2878694"/>
                </a:cubicBezTo>
                <a:close/>
                <a:moveTo>
                  <a:pt x="0" y="0"/>
                </a:moveTo>
                <a:lnTo>
                  <a:pt x="12186422" y="0"/>
                </a:lnTo>
                <a:lnTo>
                  <a:pt x="12186422" y="6892601"/>
                </a:lnTo>
                <a:lnTo>
                  <a:pt x="0" y="6892601"/>
                </a:lnTo>
                <a:close/>
              </a:path>
            </a:pathLst>
          </a:custGeom>
          <a:solidFill>
            <a:schemeClr val="tx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9600">
              <a:latin typeface="Baloo Bhaijaan" panose="03080902040302020200" pitchFamily="66" charset="-78"/>
              <a:cs typeface="Baloo Bhaijaan" panose="03080902040302020200" pitchFamily="66" charset="-78"/>
            </a:endParaRPr>
          </a:p>
        </p:txBody>
      </p:sp>
      <p:sp>
        <p:nvSpPr>
          <p:cNvPr id="4" name="CuadroTexto 3">
            <a:extLst>
              <a:ext uri="{FF2B5EF4-FFF2-40B4-BE49-F238E27FC236}">
                <a16:creationId xmlns:a16="http://schemas.microsoft.com/office/drawing/2014/main" id="{99A04A2A-7E29-F797-A890-4FF2B207A2A4}"/>
              </a:ext>
            </a:extLst>
          </p:cNvPr>
          <p:cNvSpPr txBox="1">
            <a:spLocks/>
          </p:cNvSpPr>
          <p:nvPr/>
        </p:nvSpPr>
        <p:spPr>
          <a:xfrm>
            <a:off x="-8761" y="-39729"/>
            <a:ext cx="12200566" cy="6897729"/>
          </a:xfrm>
          <a:custGeom>
            <a:avLst/>
            <a:gdLst/>
            <a:ahLst/>
            <a:cxnLst/>
            <a:rect l="l" t="t" r="r" b="b"/>
            <a:pathLst>
              <a:path w="12186422" h="6892601">
                <a:moveTo>
                  <a:pt x="4679414" y="4174509"/>
                </a:moveTo>
                <a:cubicBezTo>
                  <a:pt x="4674997" y="4174509"/>
                  <a:pt x="4671526" y="4175714"/>
                  <a:pt x="4669003" y="4178123"/>
                </a:cubicBezTo>
                <a:cubicBezTo>
                  <a:pt x="4666478" y="4180532"/>
                  <a:pt x="4665217" y="4184003"/>
                  <a:pt x="4665217" y="4188534"/>
                </a:cubicBezTo>
                <a:cubicBezTo>
                  <a:pt x="4665217" y="4192779"/>
                  <a:pt x="4666364" y="4196034"/>
                  <a:pt x="4668658" y="4198300"/>
                </a:cubicBezTo>
                <a:cubicBezTo>
                  <a:pt x="4670953" y="4200566"/>
                  <a:pt x="4674165" y="4201699"/>
                  <a:pt x="4678295" y="4201699"/>
                </a:cubicBezTo>
                <a:cubicBezTo>
                  <a:pt x="4682769" y="4201699"/>
                  <a:pt x="4686211" y="4200437"/>
                  <a:pt x="4688620" y="4197913"/>
                </a:cubicBezTo>
                <a:cubicBezTo>
                  <a:pt x="4691029" y="4195389"/>
                  <a:pt x="4692234" y="4191890"/>
                  <a:pt x="4692234" y="4187416"/>
                </a:cubicBezTo>
                <a:cubicBezTo>
                  <a:pt x="4692234" y="4183286"/>
                  <a:pt x="4691173" y="4180102"/>
                  <a:pt x="4689050" y="4177865"/>
                </a:cubicBezTo>
                <a:cubicBezTo>
                  <a:pt x="4686928" y="4175628"/>
                  <a:pt x="4683715" y="4174509"/>
                  <a:pt x="4679414" y="4174509"/>
                </a:cubicBezTo>
                <a:close/>
                <a:moveTo>
                  <a:pt x="7324437" y="4171584"/>
                </a:moveTo>
                <a:cubicBezTo>
                  <a:pt x="7322372" y="4171584"/>
                  <a:pt x="7320494" y="4171914"/>
                  <a:pt x="7318802" y="4172574"/>
                </a:cubicBezTo>
                <a:cubicBezTo>
                  <a:pt x="7317109" y="4173233"/>
                  <a:pt x="7315689" y="4174151"/>
                  <a:pt x="7314542" y="4175327"/>
                </a:cubicBezTo>
                <a:cubicBezTo>
                  <a:pt x="7313395" y="4176503"/>
                  <a:pt x="7312506" y="4177894"/>
                  <a:pt x="7311875" y="4179500"/>
                </a:cubicBezTo>
                <a:cubicBezTo>
                  <a:pt x="7311244" y="4181106"/>
                  <a:pt x="7310929" y="4182856"/>
                  <a:pt x="7310929" y="4184748"/>
                </a:cubicBezTo>
                <a:cubicBezTo>
                  <a:pt x="7310929" y="4186641"/>
                  <a:pt x="7311230" y="4188333"/>
                  <a:pt x="7311832" y="4189825"/>
                </a:cubicBezTo>
                <a:cubicBezTo>
                  <a:pt x="7312434" y="4191316"/>
                  <a:pt x="7313266" y="4192607"/>
                  <a:pt x="7314327" y="4193697"/>
                </a:cubicBezTo>
                <a:cubicBezTo>
                  <a:pt x="7315388" y="4194787"/>
                  <a:pt x="7316650" y="4195676"/>
                  <a:pt x="7318113" y="4196364"/>
                </a:cubicBezTo>
                <a:cubicBezTo>
                  <a:pt x="7319576" y="4197052"/>
                  <a:pt x="7321139" y="4197511"/>
                  <a:pt x="7322803" y="4197741"/>
                </a:cubicBezTo>
                <a:cubicBezTo>
                  <a:pt x="7322803" y="4200494"/>
                  <a:pt x="7322372" y="4203305"/>
                  <a:pt x="7321512" y="4206173"/>
                </a:cubicBezTo>
                <a:cubicBezTo>
                  <a:pt x="7320652" y="4209041"/>
                  <a:pt x="7319447" y="4211851"/>
                  <a:pt x="7317898" y="4214605"/>
                </a:cubicBezTo>
                <a:cubicBezTo>
                  <a:pt x="7316349" y="4217358"/>
                  <a:pt x="7314456" y="4220011"/>
                  <a:pt x="7312219" y="4222564"/>
                </a:cubicBezTo>
                <a:cubicBezTo>
                  <a:pt x="7309982" y="4225116"/>
                  <a:pt x="7307487" y="4227454"/>
                  <a:pt x="7304734" y="4229576"/>
                </a:cubicBezTo>
                <a:cubicBezTo>
                  <a:pt x="7305365" y="4230035"/>
                  <a:pt x="7306039" y="4230350"/>
                  <a:pt x="7306756" y="4230522"/>
                </a:cubicBezTo>
                <a:cubicBezTo>
                  <a:pt x="7307473" y="4230695"/>
                  <a:pt x="7308147" y="4230781"/>
                  <a:pt x="7308778" y="4230781"/>
                </a:cubicBezTo>
                <a:cubicBezTo>
                  <a:pt x="7310900" y="4230781"/>
                  <a:pt x="7313108" y="4230121"/>
                  <a:pt x="7315403" y="4228802"/>
                </a:cubicBezTo>
                <a:cubicBezTo>
                  <a:pt x="7317697" y="4227482"/>
                  <a:pt x="7319949" y="4225704"/>
                  <a:pt x="7322157" y="4223467"/>
                </a:cubicBezTo>
                <a:cubicBezTo>
                  <a:pt x="7324366" y="4221230"/>
                  <a:pt x="7326459" y="4218649"/>
                  <a:pt x="7328438" y="4215723"/>
                </a:cubicBezTo>
                <a:cubicBezTo>
                  <a:pt x="7330417" y="4212798"/>
                  <a:pt x="7332152" y="4209743"/>
                  <a:pt x="7333644" y="4206560"/>
                </a:cubicBezTo>
                <a:cubicBezTo>
                  <a:pt x="7335135" y="4203376"/>
                  <a:pt x="7336311" y="4200150"/>
                  <a:pt x="7337171" y="4196880"/>
                </a:cubicBezTo>
                <a:cubicBezTo>
                  <a:pt x="7338032" y="4193611"/>
                  <a:pt x="7338462" y="4190542"/>
                  <a:pt x="7338462" y="4187674"/>
                </a:cubicBezTo>
                <a:cubicBezTo>
                  <a:pt x="7338462" y="4185379"/>
                  <a:pt x="7338161" y="4183243"/>
                  <a:pt x="7337559" y="4181264"/>
                </a:cubicBezTo>
                <a:cubicBezTo>
                  <a:pt x="7336956" y="4179285"/>
                  <a:pt x="7336067" y="4177578"/>
                  <a:pt x="7334891" y="4176144"/>
                </a:cubicBezTo>
                <a:cubicBezTo>
                  <a:pt x="7333715" y="4174710"/>
                  <a:pt x="7332253" y="4173592"/>
                  <a:pt x="7330503" y="4172789"/>
                </a:cubicBezTo>
                <a:cubicBezTo>
                  <a:pt x="7328754" y="4171986"/>
                  <a:pt x="7326732" y="4171584"/>
                  <a:pt x="7324437" y="4171584"/>
                </a:cubicBezTo>
                <a:close/>
                <a:moveTo>
                  <a:pt x="6333838" y="4171584"/>
                </a:moveTo>
                <a:cubicBezTo>
                  <a:pt x="6331773" y="4171584"/>
                  <a:pt x="6329894" y="4171914"/>
                  <a:pt x="6328202" y="4172574"/>
                </a:cubicBezTo>
                <a:cubicBezTo>
                  <a:pt x="6326510" y="4173233"/>
                  <a:pt x="6325090" y="4174151"/>
                  <a:pt x="6323943" y="4175327"/>
                </a:cubicBezTo>
                <a:cubicBezTo>
                  <a:pt x="6322796" y="4176503"/>
                  <a:pt x="6321907" y="4177894"/>
                  <a:pt x="6321276" y="4179500"/>
                </a:cubicBezTo>
                <a:cubicBezTo>
                  <a:pt x="6320645" y="4181106"/>
                  <a:pt x="6320329" y="4182856"/>
                  <a:pt x="6320329" y="4184748"/>
                </a:cubicBezTo>
                <a:cubicBezTo>
                  <a:pt x="6320329" y="4186641"/>
                  <a:pt x="6320630" y="4188333"/>
                  <a:pt x="6321233" y="4189825"/>
                </a:cubicBezTo>
                <a:cubicBezTo>
                  <a:pt x="6321835" y="4191316"/>
                  <a:pt x="6322667" y="4192607"/>
                  <a:pt x="6323728" y="4193697"/>
                </a:cubicBezTo>
                <a:cubicBezTo>
                  <a:pt x="6324789" y="4194787"/>
                  <a:pt x="6326051" y="4195676"/>
                  <a:pt x="6327514" y="4196364"/>
                </a:cubicBezTo>
                <a:cubicBezTo>
                  <a:pt x="6328976" y="4197052"/>
                  <a:pt x="6330540" y="4197511"/>
                  <a:pt x="6332203" y="4197741"/>
                </a:cubicBezTo>
                <a:cubicBezTo>
                  <a:pt x="6332203" y="4200494"/>
                  <a:pt x="6331773" y="4203305"/>
                  <a:pt x="6330912" y="4206173"/>
                </a:cubicBezTo>
                <a:cubicBezTo>
                  <a:pt x="6330052" y="4209041"/>
                  <a:pt x="6328847" y="4211851"/>
                  <a:pt x="6327299" y="4214605"/>
                </a:cubicBezTo>
                <a:cubicBezTo>
                  <a:pt x="6325750" y="4217358"/>
                  <a:pt x="6323857" y="4220011"/>
                  <a:pt x="6321620" y="4222564"/>
                </a:cubicBezTo>
                <a:cubicBezTo>
                  <a:pt x="6319383" y="4225116"/>
                  <a:pt x="6316888" y="4227454"/>
                  <a:pt x="6314134" y="4229576"/>
                </a:cubicBezTo>
                <a:cubicBezTo>
                  <a:pt x="6314765" y="4230035"/>
                  <a:pt x="6315439" y="4230350"/>
                  <a:pt x="6316156" y="4230522"/>
                </a:cubicBezTo>
                <a:cubicBezTo>
                  <a:pt x="6316873" y="4230695"/>
                  <a:pt x="6317547" y="4230781"/>
                  <a:pt x="6318178" y="4230781"/>
                </a:cubicBezTo>
                <a:cubicBezTo>
                  <a:pt x="6320301" y="4230781"/>
                  <a:pt x="6322509" y="4230121"/>
                  <a:pt x="6324803" y="4228802"/>
                </a:cubicBezTo>
                <a:cubicBezTo>
                  <a:pt x="6327098" y="4227482"/>
                  <a:pt x="6329349" y="4225704"/>
                  <a:pt x="6331558" y="4223467"/>
                </a:cubicBezTo>
                <a:cubicBezTo>
                  <a:pt x="6333766" y="4221230"/>
                  <a:pt x="6335860" y="4218649"/>
                  <a:pt x="6337839" y="4215723"/>
                </a:cubicBezTo>
                <a:cubicBezTo>
                  <a:pt x="6339818" y="4212798"/>
                  <a:pt x="6341553" y="4209743"/>
                  <a:pt x="6343044" y="4206560"/>
                </a:cubicBezTo>
                <a:cubicBezTo>
                  <a:pt x="6344535" y="4203376"/>
                  <a:pt x="6345711" y="4200150"/>
                  <a:pt x="6346572" y="4196880"/>
                </a:cubicBezTo>
                <a:cubicBezTo>
                  <a:pt x="6347432" y="4193611"/>
                  <a:pt x="6347862" y="4190542"/>
                  <a:pt x="6347863" y="4187674"/>
                </a:cubicBezTo>
                <a:cubicBezTo>
                  <a:pt x="6347862" y="4185379"/>
                  <a:pt x="6347561" y="4183243"/>
                  <a:pt x="6346959" y="4181264"/>
                </a:cubicBezTo>
                <a:cubicBezTo>
                  <a:pt x="6346356" y="4179285"/>
                  <a:pt x="6345468" y="4177578"/>
                  <a:pt x="6344292" y="4176144"/>
                </a:cubicBezTo>
                <a:cubicBezTo>
                  <a:pt x="6343116" y="4174710"/>
                  <a:pt x="6341653" y="4173592"/>
                  <a:pt x="6339904" y="4172789"/>
                </a:cubicBezTo>
                <a:cubicBezTo>
                  <a:pt x="6338154" y="4171986"/>
                  <a:pt x="6336132" y="4171584"/>
                  <a:pt x="6333838" y="4171584"/>
                </a:cubicBezTo>
                <a:close/>
                <a:moveTo>
                  <a:pt x="4955311" y="4150418"/>
                </a:moveTo>
                <a:cubicBezTo>
                  <a:pt x="4955196" y="4156211"/>
                  <a:pt x="4955038" y="4161173"/>
                  <a:pt x="4954838" y="4165303"/>
                </a:cubicBezTo>
                <a:cubicBezTo>
                  <a:pt x="4954637" y="4169433"/>
                  <a:pt x="4954450" y="4173190"/>
                  <a:pt x="4954278" y="4176574"/>
                </a:cubicBezTo>
                <a:cubicBezTo>
                  <a:pt x="4953991" y="4177091"/>
                  <a:pt x="4953131" y="4177922"/>
                  <a:pt x="4951697" y="4179070"/>
                </a:cubicBezTo>
                <a:cubicBezTo>
                  <a:pt x="4950263" y="4180217"/>
                  <a:pt x="4948513" y="4181393"/>
                  <a:pt x="4946449" y="4182597"/>
                </a:cubicBezTo>
                <a:cubicBezTo>
                  <a:pt x="4944383" y="4183802"/>
                  <a:pt x="4942118" y="4184849"/>
                  <a:pt x="4939652" y="4185738"/>
                </a:cubicBezTo>
                <a:cubicBezTo>
                  <a:pt x="4937184" y="4186627"/>
                  <a:pt x="4934804" y="4187072"/>
                  <a:pt x="4932510" y="4187072"/>
                </a:cubicBezTo>
                <a:cubicBezTo>
                  <a:pt x="4931018" y="4187072"/>
                  <a:pt x="4929527" y="4186842"/>
                  <a:pt x="4928036" y="4186383"/>
                </a:cubicBezTo>
                <a:cubicBezTo>
                  <a:pt x="4926544" y="4185924"/>
                  <a:pt x="4925226" y="4185179"/>
                  <a:pt x="4924078" y="4184146"/>
                </a:cubicBezTo>
                <a:cubicBezTo>
                  <a:pt x="4922931" y="4183114"/>
                  <a:pt x="4921998" y="4181780"/>
                  <a:pt x="4921282" y="4180145"/>
                </a:cubicBezTo>
                <a:cubicBezTo>
                  <a:pt x="4920564" y="4178510"/>
                  <a:pt x="4920206" y="4176517"/>
                  <a:pt x="4920206" y="4174165"/>
                </a:cubicBezTo>
                <a:cubicBezTo>
                  <a:pt x="4920206" y="4171699"/>
                  <a:pt x="4920722" y="4169347"/>
                  <a:pt x="4921755" y="4167110"/>
                </a:cubicBezTo>
                <a:cubicBezTo>
                  <a:pt x="4922787" y="4164873"/>
                  <a:pt x="4924637" y="4162765"/>
                  <a:pt x="4927304" y="4160786"/>
                </a:cubicBezTo>
                <a:cubicBezTo>
                  <a:pt x="4929971" y="4158807"/>
                  <a:pt x="4933556" y="4156957"/>
                  <a:pt x="4938060" y="4155236"/>
                </a:cubicBezTo>
                <a:cubicBezTo>
                  <a:pt x="4942562" y="4153515"/>
                  <a:pt x="4948313" y="4151909"/>
                  <a:pt x="4955311" y="4150418"/>
                </a:cubicBezTo>
                <a:close/>
                <a:moveTo>
                  <a:pt x="3488461" y="4150418"/>
                </a:moveTo>
                <a:cubicBezTo>
                  <a:pt x="3488346" y="4156211"/>
                  <a:pt x="3488188" y="4161173"/>
                  <a:pt x="3487987" y="4165303"/>
                </a:cubicBezTo>
                <a:cubicBezTo>
                  <a:pt x="3487787" y="4169433"/>
                  <a:pt x="3487600" y="4173190"/>
                  <a:pt x="3487428" y="4176574"/>
                </a:cubicBezTo>
                <a:cubicBezTo>
                  <a:pt x="3487141" y="4177091"/>
                  <a:pt x="3486281" y="4177922"/>
                  <a:pt x="3484847" y="4179070"/>
                </a:cubicBezTo>
                <a:cubicBezTo>
                  <a:pt x="3483413" y="4180217"/>
                  <a:pt x="3481663" y="4181393"/>
                  <a:pt x="3479598" y="4182597"/>
                </a:cubicBezTo>
                <a:cubicBezTo>
                  <a:pt x="3477533" y="4183802"/>
                  <a:pt x="3475268" y="4184849"/>
                  <a:pt x="3472801" y="4185738"/>
                </a:cubicBezTo>
                <a:cubicBezTo>
                  <a:pt x="3470334" y="4186627"/>
                  <a:pt x="3467954" y="4187072"/>
                  <a:pt x="3465660" y="4187072"/>
                </a:cubicBezTo>
                <a:cubicBezTo>
                  <a:pt x="3464168" y="4187072"/>
                  <a:pt x="3462677" y="4186842"/>
                  <a:pt x="3461185" y="4186383"/>
                </a:cubicBezTo>
                <a:cubicBezTo>
                  <a:pt x="3459694" y="4185924"/>
                  <a:pt x="3458375" y="4185179"/>
                  <a:pt x="3457228" y="4184146"/>
                </a:cubicBezTo>
                <a:cubicBezTo>
                  <a:pt x="3456080" y="4183114"/>
                  <a:pt x="3455148" y="4181780"/>
                  <a:pt x="3454431" y="4180145"/>
                </a:cubicBezTo>
                <a:cubicBezTo>
                  <a:pt x="3453714" y="4178510"/>
                  <a:pt x="3453356" y="4176517"/>
                  <a:pt x="3453356" y="4174165"/>
                </a:cubicBezTo>
                <a:cubicBezTo>
                  <a:pt x="3453356" y="4171699"/>
                  <a:pt x="3453872" y="4169347"/>
                  <a:pt x="3454904" y="4167110"/>
                </a:cubicBezTo>
                <a:cubicBezTo>
                  <a:pt x="3455937" y="4164873"/>
                  <a:pt x="3457787" y="4162765"/>
                  <a:pt x="3460454" y="4160786"/>
                </a:cubicBezTo>
                <a:cubicBezTo>
                  <a:pt x="3463121" y="4158807"/>
                  <a:pt x="3466706" y="4156957"/>
                  <a:pt x="3471209" y="4155236"/>
                </a:cubicBezTo>
                <a:cubicBezTo>
                  <a:pt x="3475712" y="4153515"/>
                  <a:pt x="3481463" y="4151909"/>
                  <a:pt x="3488461" y="4150418"/>
                </a:cubicBezTo>
                <a:close/>
                <a:moveTo>
                  <a:pt x="8401121" y="4117894"/>
                </a:moveTo>
                <a:cubicBezTo>
                  <a:pt x="8405997" y="4117894"/>
                  <a:pt x="8410171" y="4118927"/>
                  <a:pt x="8413641" y="4120992"/>
                </a:cubicBezTo>
                <a:cubicBezTo>
                  <a:pt x="8417111" y="4123057"/>
                  <a:pt x="8419936" y="4125781"/>
                  <a:pt x="8422115" y="4129166"/>
                </a:cubicBezTo>
                <a:cubicBezTo>
                  <a:pt x="8424296" y="4132550"/>
                  <a:pt x="8425901" y="4136436"/>
                  <a:pt x="8426934" y="4140824"/>
                </a:cubicBezTo>
                <a:cubicBezTo>
                  <a:pt x="8427967" y="4145212"/>
                  <a:pt x="8428483" y="4149730"/>
                  <a:pt x="8428483" y="4154376"/>
                </a:cubicBezTo>
                <a:cubicBezTo>
                  <a:pt x="8428483" y="4158965"/>
                  <a:pt x="8427967" y="4163482"/>
                  <a:pt x="8426934" y="4167927"/>
                </a:cubicBezTo>
                <a:cubicBezTo>
                  <a:pt x="8425901" y="4172373"/>
                  <a:pt x="8424210" y="4176359"/>
                  <a:pt x="8421857" y="4179887"/>
                </a:cubicBezTo>
                <a:cubicBezTo>
                  <a:pt x="8419506" y="4183415"/>
                  <a:pt x="8416394" y="4186268"/>
                  <a:pt x="8412522" y="4188448"/>
                </a:cubicBezTo>
                <a:cubicBezTo>
                  <a:pt x="8408651" y="4190628"/>
                  <a:pt x="8403875" y="4191718"/>
                  <a:pt x="8398196" y="4191718"/>
                </a:cubicBezTo>
                <a:cubicBezTo>
                  <a:pt x="8397279" y="4191718"/>
                  <a:pt x="8396045" y="4191660"/>
                  <a:pt x="8394497" y="4191546"/>
                </a:cubicBezTo>
                <a:cubicBezTo>
                  <a:pt x="8392947" y="4191431"/>
                  <a:pt x="8391256" y="4191202"/>
                  <a:pt x="8389420" y="4190857"/>
                </a:cubicBezTo>
                <a:cubicBezTo>
                  <a:pt x="8387585" y="4190513"/>
                  <a:pt x="8385649" y="4189983"/>
                  <a:pt x="8383612" y="4189266"/>
                </a:cubicBezTo>
                <a:cubicBezTo>
                  <a:pt x="8381577" y="4188549"/>
                  <a:pt x="8379612" y="4187588"/>
                  <a:pt x="8377719" y="4186383"/>
                </a:cubicBezTo>
                <a:cubicBezTo>
                  <a:pt x="8377432" y="4180303"/>
                  <a:pt x="8377275" y="4173276"/>
                  <a:pt x="8377245" y="4165303"/>
                </a:cubicBezTo>
                <a:cubicBezTo>
                  <a:pt x="8377217" y="4157330"/>
                  <a:pt x="8377202" y="4148009"/>
                  <a:pt x="8377202" y="4137340"/>
                </a:cubicBezTo>
                <a:lnTo>
                  <a:pt x="8377202" y="4128047"/>
                </a:lnTo>
                <a:cubicBezTo>
                  <a:pt x="8380472" y="4125122"/>
                  <a:pt x="8384057" y="4122698"/>
                  <a:pt x="8387958" y="4120777"/>
                </a:cubicBezTo>
                <a:cubicBezTo>
                  <a:pt x="8391859" y="4118855"/>
                  <a:pt x="8396247" y="4117894"/>
                  <a:pt x="8401121" y="4117894"/>
                </a:cubicBezTo>
                <a:close/>
                <a:moveTo>
                  <a:pt x="4324423" y="4117894"/>
                </a:moveTo>
                <a:cubicBezTo>
                  <a:pt x="4329299" y="4117894"/>
                  <a:pt x="4333472" y="4118927"/>
                  <a:pt x="4336943" y="4120992"/>
                </a:cubicBezTo>
                <a:cubicBezTo>
                  <a:pt x="4340413" y="4123057"/>
                  <a:pt x="4343238" y="4125781"/>
                  <a:pt x="4345417" y="4129166"/>
                </a:cubicBezTo>
                <a:cubicBezTo>
                  <a:pt x="4347597" y="4132550"/>
                  <a:pt x="4349203" y="4136436"/>
                  <a:pt x="4350236" y="4140824"/>
                </a:cubicBezTo>
                <a:cubicBezTo>
                  <a:pt x="4351268" y="4145212"/>
                  <a:pt x="4351785" y="4149730"/>
                  <a:pt x="4351785" y="4154376"/>
                </a:cubicBezTo>
                <a:cubicBezTo>
                  <a:pt x="4351785" y="4158965"/>
                  <a:pt x="4351268" y="4163482"/>
                  <a:pt x="4350236" y="4167927"/>
                </a:cubicBezTo>
                <a:cubicBezTo>
                  <a:pt x="4349203" y="4172373"/>
                  <a:pt x="4347511" y="4176359"/>
                  <a:pt x="4345159" y="4179887"/>
                </a:cubicBezTo>
                <a:cubicBezTo>
                  <a:pt x="4342807" y="4183415"/>
                  <a:pt x="4339696" y="4186268"/>
                  <a:pt x="4335825" y="4188448"/>
                </a:cubicBezTo>
                <a:cubicBezTo>
                  <a:pt x="4331952" y="4190628"/>
                  <a:pt x="4327177" y="4191718"/>
                  <a:pt x="4321498" y="4191718"/>
                </a:cubicBezTo>
                <a:cubicBezTo>
                  <a:pt x="4320580" y="4191718"/>
                  <a:pt x="4319347" y="4191660"/>
                  <a:pt x="4317798" y="4191546"/>
                </a:cubicBezTo>
                <a:cubicBezTo>
                  <a:pt x="4316249" y="4191431"/>
                  <a:pt x="4314557" y="4191202"/>
                  <a:pt x="4312722" y="4190857"/>
                </a:cubicBezTo>
                <a:cubicBezTo>
                  <a:pt x="4310887" y="4190513"/>
                  <a:pt x="4308950" y="4189983"/>
                  <a:pt x="4306914" y="4189266"/>
                </a:cubicBezTo>
                <a:cubicBezTo>
                  <a:pt x="4304878" y="4188549"/>
                  <a:pt x="4302913" y="4187588"/>
                  <a:pt x="4301020" y="4186383"/>
                </a:cubicBezTo>
                <a:cubicBezTo>
                  <a:pt x="4300733" y="4180303"/>
                  <a:pt x="4300576" y="4173276"/>
                  <a:pt x="4300547" y="4165303"/>
                </a:cubicBezTo>
                <a:cubicBezTo>
                  <a:pt x="4300518" y="4157330"/>
                  <a:pt x="4300504" y="4148009"/>
                  <a:pt x="4300504" y="4137340"/>
                </a:cubicBezTo>
                <a:lnTo>
                  <a:pt x="4300504" y="4128047"/>
                </a:lnTo>
                <a:cubicBezTo>
                  <a:pt x="4303773" y="4125122"/>
                  <a:pt x="4307359" y="4122698"/>
                  <a:pt x="4311260" y="4120777"/>
                </a:cubicBezTo>
                <a:cubicBezTo>
                  <a:pt x="4315160" y="4118855"/>
                  <a:pt x="4319548" y="4117894"/>
                  <a:pt x="4324423" y="4117894"/>
                </a:cubicBezTo>
                <a:close/>
                <a:moveTo>
                  <a:pt x="5217254" y="4113076"/>
                </a:moveTo>
                <a:cubicBezTo>
                  <a:pt x="5222817" y="4113076"/>
                  <a:pt x="5227592" y="4114496"/>
                  <a:pt x="5231579" y="4117335"/>
                </a:cubicBezTo>
                <a:cubicBezTo>
                  <a:pt x="5235565" y="4120174"/>
                  <a:pt x="5238820" y="4123860"/>
                  <a:pt x="5241344" y="4128391"/>
                </a:cubicBezTo>
                <a:cubicBezTo>
                  <a:pt x="5243869" y="4132923"/>
                  <a:pt x="5245732" y="4137971"/>
                  <a:pt x="5246937" y="4143535"/>
                </a:cubicBezTo>
                <a:cubicBezTo>
                  <a:pt x="5248141" y="4149099"/>
                  <a:pt x="5248744" y="4154634"/>
                  <a:pt x="5248744" y="4160141"/>
                </a:cubicBezTo>
                <a:cubicBezTo>
                  <a:pt x="5248744" y="4163869"/>
                  <a:pt x="5248428" y="4167540"/>
                  <a:pt x="5247797" y="4171154"/>
                </a:cubicBezTo>
                <a:cubicBezTo>
                  <a:pt x="5247166" y="4174768"/>
                  <a:pt x="5246063" y="4177980"/>
                  <a:pt x="5244485" y="4180791"/>
                </a:cubicBezTo>
                <a:cubicBezTo>
                  <a:pt x="5242907" y="4183601"/>
                  <a:pt x="5240742" y="4185867"/>
                  <a:pt x="5237989" y="4187588"/>
                </a:cubicBezTo>
                <a:cubicBezTo>
                  <a:pt x="5235236" y="4189309"/>
                  <a:pt x="5231708" y="4190169"/>
                  <a:pt x="5227406" y="4190169"/>
                </a:cubicBezTo>
                <a:cubicBezTo>
                  <a:pt x="5221956" y="4190169"/>
                  <a:pt x="5217210" y="4188749"/>
                  <a:pt x="5213166" y="4185910"/>
                </a:cubicBezTo>
                <a:cubicBezTo>
                  <a:pt x="5209122" y="4183071"/>
                  <a:pt x="5205766" y="4179385"/>
                  <a:pt x="5203100" y="4174854"/>
                </a:cubicBezTo>
                <a:cubicBezTo>
                  <a:pt x="5200432" y="4170322"/>
                  <a:pt x="5198452" y="4165274"/>
                  <a:pt x="5197162" y="4159710"/>
                </a:cubicBezTo>
                <a:cubicBezTo>
                  <a:pt x="5195871" y="4154146"/>
                  <a:pt x="5195226" y="4148611"/>
                  <a:pt x="5195226" y="4143104"/>
                </a:cubicBezTo>
                <a:cubicBezTo>
                  <a:pt x="5195226" y="4139433"/>
                  <a:pt x="5195556" y="4135805"/>
                  <a:pt x="5196216" y="4132220"/>
                </a:cubicBezTo>
                <a:cubicBezTo>
                  <a:pt x="5196875" y="4128635"/>
                  <a:pt x="5198037" y="4125423"/>
                  <a:pt x="5199700" y="4122584"/>
                </a:cubicBezTo>
                <a:cubicBezTo>
                  <a:pt x="5201364" y="4119744"/>
                  <a:pt x="5203615" y="4117450"/>
                  <a:pt x="5206455" y="4115700"/>
                </a:cubicBezTo>
                <a:cubicBezTo>
                  <a:pt x="5209294" y="4113951"/>
                  <a:pt x="5212893" y="4113076"/>
                  <a:pt x="5217254" y="4113076"/>
                </a:cubicBezTo>
                <a:close/>
                <a:moveTo>
                  <a:pt x="6530842" y="4112560"/>
                </a:moveTo>
                <a:cubicBezTo>
                  <a:pt x="6533939" y="4112560"/>
                  <a:pt x="6536592" y="4113105"/>
                  <a:pt x="6538801" y="4114195"/>
                </a:cubicBezTo>
                <a:cubicBezTo>
                  <a:pt x="6541009" y="4115284"/>
                  <a:pt x="6542844" y="4116776"/>
                  <a:pt x="6544307" y="4118669"/>
                </a:cubicBezTo>
                <a:cubicBezTo>
                  <a:pt x="6545770" y="4120562"/>
                  <a:pt x="6546845" y="4122799"/>
                  <a:pt x="6547534" y="4125380"/>
                </a:cubicBezTo>
                <a:cubicBezTo>
                  <a:pt x="6548222" y="4127961"/>
                  <a:pt x="6548566" y="4130715"/>
                  <a:pt x="6548566" y="4133640"/>
                </a:cubicBezTo>
                <a:cubicBezTo>
                  <a:pt x="6548566" y="4134443"/>
                  <a:pt x="6548523" y="4135375"/>
                  <a:pt x="6548437" y="4136436"/>
                </a:cubicBezTo>
                <a:cubicBezTo>
                  <a:pt x="6548351" y="4137497"/>
                  <a:pt x="6548165" y="4138602"/>
                  <a:pt x="6547878" y="4139749"/>
                </a:cubicBezTo>
                <a:lnTo>
                  <a:pt x="6509504" y="4141298"/>
                </a:lnTo>
                <a:cubicBezTo>
                  <a:pt x="6509676" y="4135848"/>
                  <a:pt x="6510378" y="4131288"/>
                  <a:pt x="6511612" y="4127617"/>
                </a:cubicBezTo>
                <a:cubicBezTo>
                  <a:pt x="6512845" y="4123946"/>
                  <a:pt x="6514436" y="4120992"/>
                  <a:pt x="6516387" y="4118755"/>
                </a:cubicBezTo>
                <a:cubicBezTo>
                  <a:pt x="6518337" y="4116518"/>
                  <a:pt x="6520560" y="4114926"/>
                  <a:pt x="6523055" y="4113979"/>
                </a:cubicBezTo>
                <a:cubicBezTo>
                  <a:pt x="6525550" y="4113033"/>
                  <a:pt x="6528146" y="4112560"/>
                  <a:pt x="6530842" y="4112560"/>
                </a:cubicBezTo>
                <a:close/>
                <a:moveTo>
                  <a:pt x="6054592" y="4112560"/>
                </a:moveTo>
                <a:cubicBezTo>
                  <a:pt x="6057690" y="4112560"/>
                  <a:pt x="6060342" y="4113105"/>
                  <a:pt x="6062551" y="4114195"/>
                </a:cubicBezTo>
                <a:cubicBezTo>
                  <a:pt x="6064760" y="4115284"/>
                  <a:pt x="6066595" y="4116776"/>
                  <a:pt x="6068057" y="4118669"/>
                </a:cubicBezTo>
                <a:cubicBezTo>
                  <a:pt x="6069520" y="4120562"/>
                  <a:pt x="6070596" y="4122799"/>
                  <a:pt x="6071284" y="4125380"/>
                </a:cubicBezTo>
                <a:cubicBezTo>
                  <a:pt x="6071973" y="4127961"/>
                  <a:pt x="6072317" y="4130715"/>
                  <a:pt x="6072317" y="4133640"/>
                </a:cubicBezTo>
                <a:cubicBezTo>
                  <a:pt x="6072317" y="4134443"/>
                  <a:pt x="6072274" y="4135375"/>
                  <a:pt x="6072188" y="4136436"/>
                </a:cubicBezTo>
                <a:cubicBezTo>
                  <a:pt x="6072101" y="4137497"/>
                  <a:pt x="6071915" y="4138602"/>
                  <a:pt x="6071628" y="4139749"/>
                </a:cubicBezTo>
                <a:lnTo>
                  <a:pt x="6033254" y="4141298"/>
                </a:lnTo>
                <a:cubicBezTo>
                  <a:pt x="6033426" y="4135848"/>
                  <a:pt x="6034128" y="4131288"/>
                  <a:pt x="6035363" y="4127617"/>
                </a:cubicBezTo>
                <a:cubicBezTo>
                  <a:pt x="6036596" y="4123946"/>
                  <a:pt x="6038187" y="4120992"/>
                  <a:pt x="6040137" y="4118755"/>
                </a:cubicBezTo>
                <a:cubicBezTo>
                  <a:pt x="6042087" y="4116518"/>
                  <a:pt x="6044310" y="4114926"/>
                  <a:pt x="6046806" y="4113979"/>
                </a:cubicBezTo>
                <a:cubicBezTo>
                  <a:pt x="6049300" y="4113033"/>
                  <a:pt x="6051896" y="4112560"/>
                  <a:pt x="6054592" y="4112560"/>
                </a:cubicBezTo>
                <a:close/>
                <a:moveTo>
                  <a:pt x="4425817" y="4112560"/>
                </a:moveTo>
                <a:cubicBezTo>
                  <a:pt x="4428915" y="4112560"/>
                  <a:pt x="4431568" y="4113105"/>
                  <a:pt x="4433776" y="4114195"/>
                </a:cubicBezTo>
                <a:cubicBezTo>
                  <a:pt x="4435985" y="4115284"/>
                  <a:pt x="4437820" y="4116776"/>
                  <a:pt x="4439283" y="4118669"/>
                </a:cubicBezTo>
                <a:cubicBezTo>
                  <a:pt x="4440746" y="4120562"/>
                  <a:pt x="4441821" y="4122799"/>
                  <a:pt x="4442509" y="4125380"/>
                </a:cubicBezTo>
                <a:cubicBezTo>
                  <a:pt x="4443198" y="4127961"/>
                  <a:pt x="4443542" y="4130715"/>
                  <a:pt x="4443542" y="4133640"/>
                </a:cubicBezTo>
                <a:cubicBezTo>
                  <a:pt x="4443542" y="4134443"/>
                  <a:pt x="4443499" y="4135375"/>
                  <a:pt x="4443413" y="4136436"/>
                </a:cubicBezTo>
                <a:cubicBezTo>
                  <a:pt x="4443327" y="4137497"/>
                  <a:pt x="4443140" y="4138602"/>
                  <a:pt x="4442853" y="4139749"/>
                </a:cubicBezTo>
                <a:lnTo>
                  <a:pt x="4404479" y="4141298"/>
                </a:lnTo>
                <a:cubicBezTo>
                  <a:pt x="4404651" y="4135848"/>
                  <a:pt x="4405354" y="4131288"/>
                  <a:pt x="4406587" y="4127617"/>
                </a:cubicBezTo>
                <a:cubicBezTo>
                  <a:pt x="4407820" y="4123946"/>
                  <a:pt x="4409412" y="4120992"/>
                  <a:pt x="4411362" y="4118755"/>
                </a:cubicBezTo>
                <a:cubicBezTo>
                  <a:pt x="4413313" y="4116518"/>
                  <a:pt x="4415535" y="4114926"/>
                  <a:pt x="4418031" y="4113979"/>
                </a:cubicBezTo>
                <a:cubicBezTo>
                  <a:pt x="4420526" y="4113033"/>
                  <a:pt x="4423121" y="4112560"/>
                  <a:pt x="4425817" y="4112560"/>
                </a:cubicBezTo>
                <a:close/>
                <a:moveTo>
                  <a:pt x="4025767" y="4112560"/>
                </a:moveTo>
                <a:cubicBezTo>
                  <a:pt x="4028865" y="4112560"/>
                  <a:pt x="4031518" y="4113105"/>
                  <a:pt x="4033726" y="4114195"/>
                </a:cubicBezTo>
                <a:cubicBezTo>
                  <a:pt x="4035935" y="4115284"/>
                  <a:pt x="4037770" y="4116776"/>
                  <a:pt x="4039233" y="4118669"/>
                </a:cubicBezTo>
                <a:cubicBezTo>
                  <a:pt x="4040695" y="4120562"/>
                  <a:pt x="4041771" y="4122799"/>
                  <a:pt x="4042459" y="4125380"/>
                </a:cubicBezTo>
                <a:cubicBezTo>
                  <a:pt x="4043148" y="4127961"/>
                  <a:pt x="4043492" y="4130715"/>
                  <a:pt x="4043492" y="4133640"/>
                </a:cubicBezTo>
                <a:cubicBezTo>
                  <a:pt x="4043492" y="4134443"/>
                  <a:pt x="4043449" y="4135375"/>
                  <a:pt x="4043363" y="4136436"/>
                </a:cubicBezTo>
                <a:cubicBezTo>
                  <a:pt x="4043277" y="4137497"/>
                  <a:pt x="4043090" y="4138602"/>
                  <a:pt x="4042803" y="4139749"/>
                </a:cubicBezTo>
                <a:lnTo>
                  <a:pt x="4004429" y="4141298"/>
                </a:lnTo>
                <a:cubicBezTo>
                  <a:pt x="4004601" y="4135848"/>
                  <a:pt x="4005304" y="4131288"/>
                  <a:pt x="4006537" y="4127617"/>
                </a:cubicBezTo>
                <a:cubicBezTo>
                  <a:pt x="4007770" y="4123946"/>
                  <a:pt x="4009362" y="4120992"/>
                  <a:pt x="4011312" y="4118755"/>
                </a:cubicBezTo>
                <a:cubicBezTo>
                  <a:pt x="4013263" y="4116518"/>
                  <a:pt x="4015485" y="4114926"/>
                  <a:pt x="4017981" y="4113979"/>
                </a:cubicBezTo>
                <a:cubicBezTo>
                  <a:pt x="4020476" y="4113033"/>
                  <a:pt x="4023071" y="4112560"/>
                  <a:pt x="4025767" y="4112560"/>
                </a:cubicBezTo>
                <a:close/>
                <a:moveTo>
                  <a:pt x="3378067" y="4112560"/>
                </a:moveTo>
                <a:cubicBezTo>
                  <a:pt x="3381165" y="4112560"/>
                  <a:pt x="3383818" y="4113105"/>
                  <a:pt x="3386026" y="4114195"/>
                </a:cubicBezTo>
                <a:cubicBezTo>
                  <a:pt x="3388234" y="4115284"/>
                  <a:pt x="3390070" y="4116776"/>
                  <a:pt x="3391533" y="4118669"/>
                </a:cubicBezTo>
                <a:cubicBezTo>
                  <a:pt x="3392995" y="4120562"/>
                  <a:pt x="3394071" y="4122799"/>
                  <a:pt x="3394759" y="4125380"/>
                </a:cubicBezTo>
                <a:cubicBezTo>
                  <a:pt x="3395448" y="4127961"/>
                  <a:pt x="3395792" y="4130715"/>
                  <a:pt x="3395792" y="4133640"/>
                </a:cubicBezTo>
                <a:cubicBezTo>
                  <a:pt x="3395792" y="4134443"/>
                  <a:pt x="3395749" y="4135375"/>
                  <a:pt x="3395663" y="4136436"/>
                </a:cubicBezTo>
                <a:cubicBezTo>
                  <a:pt x="3395577" y="4137497"/>
                  <a:pt x="3395390" y="4138602"/>
                  <a:pt x="3395103" y="4139749"/>
                </a:cubicBezTo>
                <a:lnTo>
                  <a:pt x="3356729" y="4141298"/>
                </a:lnTo>
                <a:cubicBezTo>
                  <a:pt x="3356901" y="4135848"/>
                  <a:pt x="3357604" y="4131288"/>
                  <a:pt x="3358837" y="4127617"/>
                </a:cubicBezTo>
                <a:cubicBezTo>
                  <a:pt x="3360070" y="4123946"/>
                  <a:pt x="3361662" y="4120992"/>
                  <a:pt x="3363612" y="4118755"/>
                </a:cubicBezTo>
                <a:cubicBezTo>
                  <a:pt x="3365562" y="4116518"/>
                  <a:pt x="3367785" y="4114926"/>
                  <a:pt x="3370281" y="4113979"/>
                </a:cubicBezTo>
                <a:cubicBezTo>
                  <a:pt x="3372776" y="4113033"/>
                  <a:pt x="3375371" y="4112560"/>
                  <a:pt x="3378067" y="4112560"/>
                </a:cubicBezTo>
                <a:close/>
                <a:moveTo>
                  <a:pt x="7795799" y="4111871"/>
                </a:moveTo>
                <a:cubicBezTo>
                  <a:pt x="7796831" y="4111871"/>
                  <a:pt x="7798165" y="4111929"/>
                  <a:pt x="7799800" y="4112044"/>
                </a:cubicBezTo>
                <a:cubicBezTo>
                  <a:pt x="7801434" y="4112158"/>
                  <a:pt x="7803213" y="4112416"/>
                  <a:pt x="7805134" y="4112818"/>
                </a:cubicBezTo>
                <a:cubicBezTo>
                  <a:pt x="7807056" y="4113219"/>
                  <a:pt x="7809078" y="4113793"/>
                  <a:pt x="7811200" y="4114539"/>
                </a:cubicBezTo>
                <a:cubicBezTo>
                  <a:pt x="7813323" y="4115284"/>
                  <a:pt x="7815388" y="4116288"/>
                  <a:pt x="7817395" y="4117550"/>
                </a:cubicBezTo>
                <a:cubicBezTo>
                  <a:pt x="7817395" y="4122655"/>
                  <a:pt x="7817395" y="4127789"/>
                  <a:pt x="7817395" y="4132952"/>
                </a:cubicBezTo>
                <a:cubicBezTo>
                  <a:pt x="7817338" y="4138114"/>
                  <a:pt x="7817309" y="4143162"/>
                  <a:pt x="7817309" y="4148095"/>
                </a:cubicBezTo>
                <a:cubicBezTo>
                  <a:pt x="7817309" y="4153085"/>
                  <a:pt x="7817309" y="4157904"/>
                  <a:pt x="7817309" y="4162550"/>
                </a:cubicBezTo>
                <a:cubicBezTo>
                  <a:pt x="7817251" y="4167253"/>
                  <a:pt x="7817223" y="4171699"/>
                  <a:pt x="7817223" y="4175886"/>
                </a:cubicBezTo>
                <a:cubicBezTo>
                  <a:pt x="7814298" y="4179328"/>
                  <a:pt x="7811056" y="4181880"/>
                  <a:pt x="7807501" y="4183544"/>
                </a:cubicBezTo>
                <a:cubicBezTo>
                  <a:pt x="7803944" y="4185207"/>
                  <a:pt x="7800101" y="4186039"/>
                  <a:pt x="7795971" y="4186039"/>
                </a:cubicBezTo>
                <a:cubicBezTo>
                  <a:pt x="7792128" y="4186039"/>
                  <a:pt x="7788457" y="4185308"/>
                  <a:pt x="7784958" y="4183845"/>
                </a:cubicBezTo>
                <a:cubicBezTo>
                  <a:pt x="7781459" y="4182382"/>
                  <a:pt x="7778361" y="4180117"/>
                  <a:pt x="7775665" y="4177048"/>
                </a:cubicBezTo>
                <a:cubicBezTo>
                  <a:pt x="7772969" y="4173979"/>
                  <a:pt x="7770818" y="4170064"/>
                  <a:pt x="7769212" y="4165303"/>
                </a:cubicBezTo>
                <a:cubicBezTo>
                  <a:pt x="7767606" y="4160542"/>
                  <a:pt x="7766803" y="4154863"/>
                  <a:pt x="7766803" y="4148267"/>
                </a:cubicBezTo>
                <a:cubicBezTo>
                  <a:pt x="7766803" y="4143563"/>
                  <a:pt x="7767291" y="4139017"/>
                  <a:pt x="7768266" y="4134629"/>
                </a:cubicBezTo>
                <a:cubicBezTo>
                  <a:pt x="7769240" y="4130241"/>
                  <a:pt x="7770847" y="4126369"/>
                  <a:pt x="7773084" y="4123014"/>
                </a:cubicBezTo>
                <a:cubicBezTo>
                  <a:pt x="7775321" y="4119658"/>
                  <a:pt x="7778289" y="4116962"/>
                  <a:pt x="7781989" y="4114926"/>
                </a:cubicBezTo>
                <a:cubicBezTo>
                  <a:pt x="7785689" y="4112890"/>
                  <a:pt x="7790292" y="4111871"/>
                  <a:pt x="7795799" y="4111871"/>
                </a:cubicBezTo>
                <a:close/>
                <a:moveTo>
                  <a:pt x="7851849" y="4105332"/>
                </a:moveTo>
                <a:lnTo>
                  <a:pt x="7849784" y="4112732"/>
                </a:lnTo>
                <a:cubicBezTo>
                  <a:pt x="7852537" y="4113019"/>
                  <a:pt x="7854860" y="4113305"/>
                  <a:pt x="7856753" y="4113592"/>
                </a:cubicBezTo>
                <a:cubicBezTo>
                  <a:pt x="7858646" y="4113879"/>
                  <a:pt x="7860267" y="4114295"/>
                  <a:pt x="7861615" y="4114840"/>
                </a:cubicBezTo>
                <a:cubicBezTo>
                  <a:pt x="7862963" y="4115385"/>
                  <a:pt x="7864124" y="4116145"/>
                  <a:pt x="7865099" y="4117120"/>
                </a:cubicBezTo>
                <a:cubicBezTo>
                  <a:pt x="7866075" y="4118095"/>
                  <a:pt x="7867050" y="4119386"/>
                  <a:pt x="7868025" y="4120992"/>
                </a:cubicBezTo>
                <a:cubicBezTo>
                  <a:pt x="7868828" y="4122483"/>
                  <a:pt x="7869889" y="4124706"/>
                  <a:pt x="7871208" y="4127660"/>
                </a:cubicBezTo>
                <a:cubicBezTo>
                  <a:pt x="7872528" y="4130614"/>
                  <a:pt x="7874005" y="4134084"/>
                  <a:pt x="7875639" y="4138071"/>
                </a:cubicBezTo>
                <a:cubicBezTo>
                  <a:pt x="7877274" y="4142058"/>
                  <a:pt x="7879053" y="4146489"/>
                  <a:pt x="7880974" y="4151364"/>
                </a:cubicBezTo>
                <a:cubicBezTo>
                  <a:pt x="7882896" y="4156240"/>
                  <a:pt x="7884860" y="4161345"/>
                  <a:pt x="7886868" y="4166680"/>
                </a:cubicBezTo>
                <a:cubicBezTo>
                  <a:pt x="7888876" y="4172014"/>
                  <a:pt x="7890898" y="4177464"/>
                  <a:pt x="7892934" y="4183028"/>
                </a:cubicBezTo>
                <a:cubicBezTo>
                  <a:pt x="7894970" y="4188592"/>
                  <a:pt x="7896934" y="4194070"/>
                  <a:pt x="7898828" y="4199462"/>
                </a:cubicBezTo>
                <a:cubicBezTo>
                  <a:pt x="7899344" y="4199404"/>
                  <a:pt x="7899946" y="4199347"/>
                  <a:pt x="7900634" y="4199289"/>
                </a:cubicBezTo>
                <a:cubicBezTo>
                  <a:pt x="7901265" y="4199175"/>
                  <a:pt x="7901925" y="4199089"/>
                  <a:pt x="7902613" y="4199031"/>
                </a:cubicBezTo>
                <a:cubicBezTo>
                  <a:pt x="7903244" y="4198974"/>
                  <a:pt x="7903818" y="4198917"/>
                  <a:pt x="7904334" y="4198859"/>
                </a:cubicBezTo>
                <a:cubicBezTo>
                  <a:pt x="7904850" y="4198802"/>
                  <a:pt x="7905252" y="4198773"/>
                  <a:pt x="7905539" y="4198773"/>
                </a:cubicBezTo>
                <a:lnTo>
                  <a:pt x="7905711" y="4198773"/>
                </a:lnTo>
                <a:cubicBezTo>
                  <a:pt x="7903130" y="4204968"/>
                  <a:pt x="7900534" y="4210690"/>
                  <a:pt x="7897924" y="4215938"/>
                </a:cubicBezTo>
                <a:cubicBezTo>
                  <a:pt x="7895314" y="4221187"/>
                  <a:pt x="7892360" y="4225733"/>
                  <a:pt x="7889062" y="4229576"/>
                </a:cubicBezTo>
                <a:cubicBezTo>
                  <a:pt x="7885764" y="4233419"/>
                  <a:pt x="7882006" y="4236416"/>
                  <a:pt x="7877790" y="4238567"/>
                </a:cubicBezTo>
                <a:cubicBezTo>
                  <a:pt x="7873574" y="4240718"/>
                  <a:pt x="7868598" y="4241794"/>
                  <a:pt x="7862862" y="4241794"/>
                </a:cubicBezTo>
                <a:cubicBezTo>
                  <a:pt x="7861084" y="4241794"/>
                  <a:pt x="7859162" y="4241665"/>
                  <a:pt x="7857098" y="4241407"/>
                </a:cubicBezTo>
                <a:cubicBezTo>
                  <a:pt x="7855032" y="4241149"/>
                  <a:pt x="7852881" y="4240704"/>
                  <a:pt x="7850644" y="4240073"/>
                </a:cubicBezTo>
                <a:cubicBezTo>
                  <a:pt x="7850128" y="4241392"/>
                  <a:pt x="7849770" y="4242697"/>
                  <a:pt x="7849569" y="4243988"/>
                </a:cubicBezTo>
                <a:cubicBezTo>
                  <a:pt x="7849368" y="4245279"/>
                  <a:pt x="7849267" y="4246440"/>
                  <a:pt x="7849268" y="4247473"/>
                </a:cubicBezTo>
                <a:cubicBezTo>
                  <a:pt x="7849267" y="4251717"/>
                  <a:pt x="7850587" y="4254987"/>
                  <a:pt x="7853226" y="4257281"/>
                </a:cubicBezTo>
                <a:cubicBezTo>
                  <a:pt x="7855864" y="4259576"/>
                  <a:pt x="7859593" y="4260723"/>
                  <a:pt x="7864411" y="4260723"/>
                </a:cubicBezTo>
                <a:cubicBezTo>
                  <a:pt x="7869803" y="4260723"/>
                  <a:pt x="7874836" y="4259203"/>
                  <a:pt x="7879511" y="4256163"/>
                </a:cubicBezTo>
                <a:cubicBezTo>
                  <a:pt x="7884186" y="4253123"/>
                  <a:pt x="7888603" y="4248878"/>
                  <a:pt x="7892762" y="4243429"/>
                </a:cubicBezTo>
                <a:cubicBezTo>
                  <a:pt x="7896920" y="4237979"/>
                  <a:pt x="7900893" y="4231455"/>
                  <a:pt x="7904678" y="4223854"/>
                </a:cubicBezTo>
                <a:cubicBezTo>
                  <a:pt x="7908464" y="4216254"/>
                  <a:pt x="7912193" y="4207894"/>
                  <a:pt x="7915864" y="4198773"/>
                </a:cubicBezTo>
                <a:cubicBezTo>
                  <a:pt x="7918273" y="4192808"/>
                  <a:pt x="7920696" y="4186527"/>
                  <a:pt x="7923134" y="4179930"/>
                </a:cubicBezTo>
                <a:cubicBezTo>
                  <a:pt x="7925572" y="4173334"/>
                  <a:pt x="7928053" y="4166508"/>
                  <a:pt x="7930577" y="4159452"/>
                </a:cubicBezTo>
                <a:cubicBezTo>
                  <a:pt x="7933101" y="4152397"/>
                  <a:pt x="7935696" y="4145169"/>
                  <a:pt x="7938364" y="4137770"/>
                </a:cubicBezTo>
                <a:cubicBezTo>
                  <a:pt x="7941031" y="4130370"/>
                  <a:pt x="7943799" y="4122885"/>
                  <a:pt x="7946666" y="4115313"/>
                </a:cubicBezTo>
                <a:cubicBezTo>
                  <a:pt x="7949879" y="4114969"/>
                  <a:pt x="7952575" y="4114496"/>
                  <a:pt x="7954754" y="4113893"/>
                </a:cubicBezTo>
                <a:cubicBezTo>
                  <a:pt x="7956934" y="4113291"/>
                  <a:pt x="7958669" y="4112560"/>
                  <a:pt x="7959960" y="4111699"/>
                </a:cubicBezTo>
                <a:cubicBezTo>
                  <a:pt x="7961250" y="4110839"/>
                  <a:pt x="7962168" y="4109878"/>
                  <a:pt x="7962713" y="4108817"/>
                </a:cubicBezTo>
                <a:cubicBezTo>
                  <a:pt x="7963258" y="4107756"/>
                  <a:pt x="7963531" y="4106594"/>
                  <a:pt x="7963531" y="4105332"/>
                </a:cubicBezTo>
                <a:cubicBezTo>
                  <a:pt x="7962555" y="4105447"/>
                  <a:pt x="7960118" y="4105676"/>
                  <a:pt x="7956217" y="4106021"/>
                </a:cubicBezTo>
                <a:cubicBezTo>
                  <a:pt x="7952317" y="4106365"/>
                  <a:pt x="7946638" y="4106537"/>
                  <a:pt x="7939181" y="4106537"/>
                </a:cubicBezTo>
                <a:cubicBezTo>
                  <a:pt x="7937231" y="4106537"/>
                  <a:pt x="7935137" y="4106523"/>
                  <a:pt x="7932900" y="4106494"/>
                </a:cubicBezTo>
                <a:cubicBezTo>
                  <a:pt x="7930663" y="4106465"/>
                  <a:pt x="7928569" y="4106422"/>
                  <a:pt x="7926619" y="4106365"/>
                </a:cubicBezTo>
                <a:cubicBezTo>
                  <a:pt x="7924669" y="4106307"/>
                  <a:pt x="7922976" y="4106250"/>
                  <a:pt x="7921542" y="4106193"/>
                </a:cubicBezTo>
                <a:cubicBezTo>
                  <a:pt x="7920109" y="4106135"/>
                  <a:pt x="7919191" y="4106078"/>
                  <a:pt x="7918789" y="4106021"/>
                </a:cubicBezTo>
                <a:lnTo>
                  <a:pt x="7916724" y="4113248"/>
                </a:lnTo>
                <a:cubicBezTo>
                  <a:pt x="7919879" y="4113535"/>
                  <a:pt x="7922460" y="4113793"/>
                  <a:pt x="7924468" y="4114022"/>
                </a:cubicBezTo>
                <a:cubicBezTo>
                  <a:pt x="7926476" y="4114252"/>
                  <a:pt x="7928038" y="4114582"/>
                  <a:pt x="7929157" y="4115012"/>
                </a:cubicBezTo>
                <a:cubicBezTo>
                  <a:pt x="7930275" y="4115442"/>
                  <a:pt x="7931036" y="4116001"/>
                  <a:pt x="7931437" y="4116690"/>
                </a:cubicBezTo>
                <a:cubicBezTo>
                  <a:pt x="7931839" y="4117378"/>
                  <a:pt x="7932039" y="4118296"/>
                  <a:pt x="7932039" y="4119443"/>
                </a:cubicBezTo>
                <a:cubicBezTo>
                  <a:pt x="7932039" y="4120992"/>
                  <a:pt x="7931767" y="4123071"/>
                  <a:pt x="7931222" y="4125681"/>
                </a:cubicBezTo>
                <a:cubicBezTo>
                  <a:pt x="7930677" y="4128291"/>
                  <a:pt x="7929931" y="4131231"/>
                  <a:pt x="7928985" y="4134500"/>
                </a:cubicBezTo>
                <a:cubicBezTo>
                  <a:pt x="7928038" y="4137770"/>
                  <a:pt x="7926949" y="4141255"/>
                  <a:pt x="7925715" y="4144954"/>
                </a:cubicBezTo>
                <a:cubicBezTo>
                  <a:pt x="7924482" y="4148654"/>
                  <a:pt x="7923191" y="4152397"/>
                  <a:pt x="7921844" y="4156183"/>
                </a:cubicBezTo>
                <a:cubicBezTo>
                  <a:pt x="7920496" y="4159969"/>
                  <a:pt x="7919148" y="4163683"/>
                  <a:pt x="7917800" y="4167325"/>
                </a:cubicBezTo>
                <a:cubicBezTo>
                  <a:pt x="7916452" y="4170967"/>
                  <a:pt x="7915175" y="4174337"/>
                  <a:pt x="7913971" y="4177435"/>
                </a:cubicBezTo>
                <a:lnTo>
                  <a:pt x="7913282" y="4177435"/>
                </a:lnTo>
                <a:cubicBezTo>
                  <a:pt x="7910644" y="4169978"/>
                  <a:pt x="7907991" y="4162722"/>
                  <a:pt x="7905324" y="4155666"/>
                </a:cubicBezTo>
                <a:cubicBezTo>
                  <a:pt x="7902656" y="4148611"/>
                  <a:pt x="7900104" y="4141972"/>
                  <a:pt x="7897666" y="4135748"/>
                </a:cubicBezTo>
                <a:cubicBezTo>
                  <a:pt x="7895228" y="4129524"/>
                  <a:pt x="7892976" y="4123831"/>
                  <a:pt x="7890912" y="4118669"/>
                </a:cubicBezTo>
                <a:cubicBezTo>
                  <a:pt x="7888790" y="4113564"/>
                  <a:pt x="7887011" y="4109233"/>
                  <a:pt x="7885577" y="4105676"/>
                </a:cubicBezTo>
                <a:cubicBezTo>
                  <a:pt x="7884373" y="4105791"/>
                  <a:pt x="7882924" y="4105877"/>
                  <a:pt x="7881232" y="4105935"/>
                </a:cubicBezTo>
                <a:cubicBezTo>
                  <a:pt x="7879540" y="4105992"/>
                  <a:pt x="7877403" y="4106021"/>
                  <a:pt x="7874822" y="4106021"/>
                </a:cubicBezTo>
                <a:cubicBezTo>
                  <a:pt x="7872011" y="4106021"/>
                  <a:pt x="7869301" y="4105992"/>
                  <a:pt x="7866691" y="4105935"/>
                </a:cubicBezTo>
                <a:cubicBezTo>
                  <a:pt x="7864081" y="4105877"/>
                  <a:pt x="7861743" y="4105820"/>
                  <a:pt x="7859679" y="4105763"/>
                </a:cubicBezTo>
                <a:cubicBezTo>
                  <a:pt x="7857613" y="4105705"/>
                  <a:pt x="7855893" y="4105633"/>
                  <a:pt x="7854516" y="4105547"/>
                </a:cubicBezTo>
                <a:cubicBezTo>
                  <a:pt x="7853139" y="4105461"/>
                  <a:pt x="7852250" y="4105390"/>
                  <a:pt x="7851849" y="4105332"/>
                </a:cubicBezTo>
                <a:close/>
                <a:moveTo>
                  <a:pt x="6307644" y="4105332"/>
                </a:moveTo>
                <a:cubicBezTo>
                  <a:pt x="6305521" y="4105562"/>
                  <a:pt x="6303456" y="4105748"/>
                  <a:pt x="6301449" y="4105892"/>
                </a:cubicBezTo>
                <a:cubicBezTo>
                  <a:pt x="6299441" y="4106035"/>
                  <a:pt x="6297362" y="4106150"/>
                  <a:pt x="6295211" y="4106236"/>
                </a:cubicBezTo>
                <a:cubicBezTo>
                  <a:pt x="6293060" y="4106322"/>
                  <a:pt x="6290751" y="4106393"/>
                  <a:pt x="6288285" y="4106451"/>
                </a:cubicBezTo>
                <a:cubicBezTo>
                  <a:pt x="6285818" y="4106508"/>
                  <a:pt x="6283093" y="4106537"/>
                  <a:pt x="6280111" y="4106537"/>
                </a:cubicBezTo>
                <a:lnTo>
                  <a:pt x="6270646" y="4106537"/>
                </a:lnTo>
                <a:cubicBezTo>
                  <a:pt x="6269155" y="4106537"/>
                  <a:pt x="6267778" y="4106523"/>
                  <a:pt x="6266516" y="4106494"/>
                </a:cubicBezTo>
                <a:cubicBezTo>
                  <a:pt x="6265254" y="4106465"/>
                  <a:pt x="6264222" y="4106422"/>
                  <a:pt x="6263419" y="4106365"/>
                </a:cubicBezTo>
                <a:lnTo>
                  <a:pt x="6261354" y="4113592"/>
                </a:lnTo>
                <a:cubicBezTo>
                  <a:pt x="6262730" y="4113707"/>
                  <a:pt x="6263992" y="4113793"/>
                  <a:pt x="6265140" y="4113850"/>
                </a:cubicBezTo>
                <a:cubicBezTo>
                  <a:pt x="6266287" y="4113965"/>
                  <a:pt x="6267262" y="4114109"/>
                  <a:pt x="6268065" y="4114281"/>
                </a:cubicBezTo>
                <a:cubicBezTo>
                  <a:pt x="6268868" y="4114453"/>
                  <a:pt x="6269499" y="4114696"/>
                  <a:pt x="6269958" y="4115012"/>
                </a:cubicBezTo>
                <a:cubicBezTo>
                  <a:pt x="6270417" y="4115327"/>
                  <a:pt x="6270646" y="4115772"/>
                  <a:pt x="6270646" y="4116346"/>
                </a:cubicBezTo>
                <a:cubicBezTo>
                  <a:pt x="6270646" y="4117263"/>
                  <a:pt x="6270087" y="4118611"/>
                  <a:pt x="6268968" y="4120390"/>
                </a:cubicBezTo>
                <a:cubicBezTo>
                  <a:pt x="6267850" y="4122168"/>
                  <a:pt x="6266029" y="4124433"/>
                  <a:pt x="6263505" y="4127187"/>
                </a:cubicBezTo>
                <a:cubicBezTo>
                  <a:pt x="6260981" y="4129940"/>
                  <a:pt x="6257683" y="4133167"/>
                  <a:pt x="6253610" y="4136866"/>
                </a:cubicBezTo>
                <a:cubicBezTo>
                  <a:pt x="6249537" y="4140566"/>
                  <a:pt x="6244547" y="4144797"/>
                  <a:pt x="6238639" y="4149558"/>
                </a:cubicBezTo>
                <a:cubicBezTo>
                  <a:pt x="6245293" y="4157359"/>
                  <a:pt x="6251717" y="4165317"/>
                  <a:pt x="6257912" y="4173434"/>
                </a:cubicBezTo>
                <a:cubicBezTo>
                  <a:pt x="6264107" y="4181551"/>
                  <a:pt x="6270359" y="4190112"/>
                  <a:pt x="6276669" y="4199117"/>
                </a:cubicBezTo>
                <a:cubicBezTo>
                  <a:pt x="6277988" y="4199003"/>
                  <a:pt x="6279681" y="4198917"/>
                  <a:pt x="6281746" y="4198859"/>
                </a:cubicBezTo>
                <a:cubicBezTo>
                  <a:pt x="6283811" y="4198802"/>
                  <a:pt x="6285847" y="4198773"/>
                  <a:pt x="6287855" y="4198773"/>
                </a:cubicBezTo>
                <a:cubicBezTo>
                  <a:pt x="6290493" y="4198773"/>
                  <a:pt x="6293146" y="4198802"/>
                  <a:pt x="6295813" y="4198859"/>
                </a:cubicBezTo>
                <a:cubicBezTo>
                  <a:pt x="6298481" y="4198917"/>
                  <a:pt x="6300933" y="4198988"/>
                  <a:pt x="6303170" y="4199074"/>
                </a:cubicBezTo>
                <a:cubicBezTo>
                  <a:pt x="6305407" y="4199160"/>
                  <a:pt x="6307314" y="4199261"/>
                  <a:pt x="6308892" y="4199376"/>
                </a:cubicBezTo>
                <a:cubicBezTo>
                  <a:pt x="6310469" y="4199490"/>
                  <a:pt x="6311487" y="4199576"/>
                  <a:pt x="6311946" y="4199634"/>
                </a:cubicBezTo>
                <a:lnTo>
                  <a:pt x="6315044" y="4192406"/>
                </a:lnTo>
                <a:cubicBezTo>
                  <a:pt x="6311946" y="4192119"/>
                  <a:pt x="6309336" y="4191818"/>
                  <a:pt x="6307214" y="4191503"/>
                </a:cubicBezTo>
                <a:cubicBezTo>
                  <a:pt x="6305091" y="4191187"/>
                  <a:pt x="6303241" y="4190743"/>
                  <a:pt x="6301664" y="4190169"/>
                </a:cubicBezTo>
                <a:cubicBezTo>
                  <a:pt x="6300086" y="4189595"/>
                  <a:pt x="6298653" y="4188807"/>
                  <a:pt x="6297362" y="4187803"/>
                </a:cubicBezTo>
                <a:cubicBezTo>
                  <a:pt x="6296071" y="4186799"/>
                  <a:pt x="6294680" y="4185465"/>
                  <a:pt x="6293189" y="4183802"/>
                </a:cubicBezTo>
                <a:cubicBezTo>
                  <a:pt x="6291353" y="4181852"/>
                  <a:pt x="6289374" y="4179572"/>
                  <a:pt x="6287252" y="4176962"/>
                </a:cubicBezTo>
                <a:cubicBezTo>
                  <a:pt x="6285130" y="4174352"/>
                  <a:pt x="6282778" y="4171369"/>
                  <a:pt x="6280197" y="4168013"/>
                </a:cubicBezTo>
                <a:cubicBezTo>
                  <a:pt x="6277616" y="4164658"/>
                  <a:pt x="6274747" y="4160886"/>
                  <a:pt x="6271593" y="4156699"/>
                </a:cubicBezTo>
                <a:cubicBezTo>
                  <a:pt x="6268438" y="4152569"/>
                  <a:pt x="6264852" y="4147951"/>
                  <a:pt x="6260838" y="4142846"/>
                </a:cubicBezTo>
                <a:cubicBezTo>
                  <a:pt x="6263189" y="4140437"/>
                  <a:pt x="6265627" y="4137971"/>
                  <a:pt x="6268151" y="4135447"/>
                </a:cubicBezTo>
                <a:cubicBezTo>
                  <a:pt x="6270675" y="4132923"/>
                  <a:pt x="6273185" y="4130456"/>
                  <a:pt x="6275680" y="4128047"/>
                </a:cubicBezTo>
                <a:cubicBezTo>
                  <a:pt x="6278175" y="4125638"/>
                  <a:pt x="6280613" y="4123344"/>
                  <a:pt x="6282993" y="4121164"/>
                </a:cubicBezTo>
                <a:cubicBezTo>
                  <a:pt x="6285373" y="4118984"/>
                  <a:pt x="6287567" y="4117034"/>
                  <a:pt x="6289575" y="4115313"/>
                </a:cubicBezTo>
                <a:cubicBezTo>
                  <a:pt x="6292959" y="4115084"/>
                  <a:pt x="6295813" y="4114668"/>
                  <a:pt x="6298136" y="4114066"/>
                </a:cubicBezTo>
                <a:cubicBezTo>
                  <a:pt x="6300460" y="4113463"/>
                  <a:pt x="6302323" y="4112732"/>
                  <a:pt x="6303729" y="4111871"/>
                </a:cubicBezTo>
                <a:cubicBezTo>
                  <a:pt x="6305134" y="4111011"/>
                  <a:pt x="6306138" y="4110022"/>
                  <a:pt x="6306741" y="4108903"/>
                </a:cubicBezTo>
                <a:cubicBezTo>
                  <a:pt x="6307343" y="4107784"/>
                  <a:pt x="6307644" y="4106594"/>
                  <a:pt x="6307644" y="4105332"/>
                </a:cubicBezTo>
                <a:close/>
                <a:moveTo>
                  <a:pt x="5899655" y="4105332"/>
                </a:moveTo>
                <a:lnTo>
                  <a:pt x="5897590" y="4112732"/>
                </a:lnTo>
                <a:cubicBezTo>
                  <a:pt x="5900287" y="4113019"/>
                  <a:pt x="5902566" y="4113291"/>
                  <a:pt x="5904430" y="4113549"/>
                </a:cubicBezTo>
                <a:cubicBezTo>
                  <a:pt x="5906294" y="4113807"/>
                  <a:pt x="5907886" y="4114209"/>
                  <a:pt x="5909206" y="4114754"/>
                </a:cubicBezTo>
                <a:cubicBezTo>
                  <a:pt x="5910525" y="4115299"/>
                  <a:pt x="5911673" y="4116059"/>
                  <a:pt x="5912647" y="4117034"/>
                </a:cubicBezTo>
                <a:cubicBezTo>
                  <a:pt x="5913622" y="4118009"/>
                  <a:pt x="5914569" y="4119328"/>
                  <a:pt x="5915487" y="4120992"/>
                </a:cubicBezTo>
                <a:cubicBezTo>
                  <a:pt x="5916404" y="4122770"/>
                  <a:pt x="5917566" y="4125251"/>
                  <a:pt x="5918971" y="4128434"/>
                </a:cubicBezTo>
                <a:cubicBezTo>
                  <a:pt x="5920376" y="4131618"/>
                  <a:pt x="5921925" y="4135303"/>
                  <a:pt x="5923617" y="4139491"/>
                </a:cubicBezTo>
                <a:cubicBezTo>
                  <a:pt x="5925310" y="4143678"/>
                  <a:pt x="5927102" y="4148267"/>
                  <a:pt x="5928995" y="4153257"/>
                </a:cubicBezTo>
                <a:cubicBezTo>
                  <a:pt x="5930888" y="4158248"/>
                  <a:pt x="5932795" y="4163410"/>
                  <a:pt x="5934717" y="4168745"/>
                </a:cubicBezTo>
                <a:cubicBezTo>
                  <a:pt x="5936638" y="4174079"/>
                  <a:pt x="5938531" y="4179500"/>
                  <a:pt x="5940396" y="4185007"/>
                </a:cubicBezTo>
                <a:cubicBezTo>
                  <a:pt x="5942260" y="4190513"/>
                  <a:pt x="5943995" y="4195905"/>
                  <a:pt x="5945601" y="4201182"/>
                </a:cubicBezTo>
                <a:cubicBezTo>
                  <a:pt x="5947494" y="4200666"/>
                  <a:pt x="5949415" y="4200207"/>
                  <a:pt x="5951366" y="4199806"/>
                </a:cubicBezTo>
                <a:cubicBezTo>
                  <a:pt x="5953316" y="4199404"/>
                  <a:pt x="5955410" y="4199060"/>
                  <a:pt x="5957647" y="4198773"/>
                </a:cubicBezTo>
                <a:cubicBezTo>
                  <a:pt x="5959310" y="4194815"/>
                  <a:pt x="5961261" y="4190284"/>
                  <a:pt x="5963498" y="4185179"/>
                </a:cubicBezTo>
                <a:cubicBezTo>
                  <a:pt x="5965734" y="4180074"/>
                  <a:pt x="5968072" y="4174753"/>
                  <a:pt x="5970510" y="4169218"/>
                </a:cubicBezTo>
                <a:cubicBezTo>
                  <a:pt x="5972948" y="4163683"/>
                  <a:pt x="5975429" y="4158119"/>
                  <a:pt x="5977953" y="4152526"/>
                </a:cubicBezTo>
                <a:cubicBezTo>
                  <a:pt x="5980476" y="4146933"/>
                  <a:pt x="5982871" y="4141699"/>
                  <a:pt x="5985137" y="4136823"/>
                </a:cubicBezTo>
                <a:cubicBezTo>
                  <a:pt x="5987403" y="4131948"/>
                  <a:pt x="5989468" y="4127631"/>
                  <a:pt x="5991332" y="4123874"/>
                </a:cubicBezTo>
                <a:cubicBezTo>
                  <a:pt x="5993196" y="4120117"/>
                  <a:pt x="5994702" y="4117263"/>
                  <a:pt x="5995849" y="4115313"/>
                </a:cubicBezTo>
                <a:cubicBezTo>
                  <a:pt x="5999004" y="4114969"/>
                  <a:pt x="6001628" y="4114496"/>
                  <a:pt x="6003722" y="4113893"/>
                </a:cubicBezTo>
                <a:cubicBezTo>
                  <a:pt x="6005816" y="4113291"/>
                  <a:pt x="6007507" y="4112560"/>
                  <a:pt x="6008798" y="4111699"/>
                </a:cubicBezTo>
                <a:cubicBezTo>
                  <a:pt x="6010089" y="4110839"/>
                  <a:pt x="6011007" y="4109878"/>
                  <a:pt x="6011552" y="4108817"/>
                </a:cubicBezTo>
                <a:cubicBezTo>
                  <a:pt x="6012097" y="4107756"/>
                  <a:pt x="6012369" y="4106594"/>
                  <a:pt x="6012369" y="4105332"/>
                </a:cubicBezTo>
                <a:cubicBezTo>
                  <a:pt x="6011337" y="4105447"/>
                  <a:pt x="6010118" y="4105576"/>
                  <a:pt x="6008712" y="4105720"/>
                </a:cubicBezTo>
                <a:cubicBezTo>
                  <a:pt x="6007307" y="4105863"/>
                  <a:pt x="6005629" y="4105992"/>
                  <a:pt x="6003679" y="4106107"/>
                </a:cubicBezTo>
                <a:cubicBezTo>
                  <a:pt x="6001729" y="4106221"/>
                  <a:pt x="5999477" y="4106322"/>
                  <a:pt x="5996925" y="4106408"/>
                </a:cubicBezTo>
                <a:cubicBezTo>
                  <a:pt x="5994373" y="4106494"/>
                  <a:pt x="5991432" y="4106537"/>
                  <a:pt x="5988105" y="4106537"/>
                </a:cubicBezTo>
                <a:cubicBezTo>
                  <a:pt x="5986155" y="4106537"/>
                  <a:pt x="5984076" y="4106523"/>
                  <a:pt x="5981867" y="4106494"/>
                </a:cubicBezTo>
                <a:cubicBezTo>
                  <a:pt x="5979659" y="4106465"/>
                  <a:pt x="5977565" y="4106422"/>
                  <a:pt x="5975586" y="4106365"/>
                </a:cubicBezTo>
                <a:cubicBezTo>
                  <a:pt x="5973607" y="4106307"/>
                  <a:pt x="5971887" y="4106250"/>
                  <a:pt x="5970424" y="4106193"/>
                </a:cubicBezTo>
                <a:cubicBezTo>
                  <a:pt x="5968961" y="4106135"/>
                  <a:pt x="5968029" y="4106078"/>
                  <a:pt x="5967628" y="4106021"/>
                </a:cubicBezTo>
                <a:lnTo>
                  <a:pt x="5965563" y="4113248"/>
                </a:lnTo>
                <a:cubicBezTo>
                  <a:pt x="5970438" y="4113592"/>
                  <a:pt x="5974239" y="4114109"/>
                  <a:pt x="5976963" y="4114797"/>
                </a:cubicBezTo>
                <a:cubicBezTo>
                  <a:pt x="5979688" y="4115485"/>
                  <a:pt x="5981050" y="4116575"/>
                  <a:pt x="5981050" y="4118066"/>
                </a:cubicBezTo>
                <a:cubicBezTo>
                  <a:pt x="5981050" y="4118927"/>
                  <a:pt x="5980533" y="4120877"/>
                  <a:pt x="5979501" y="4123917"/>
                </a:cubicBezTo>
                <a:cubicBezTo>
                  <a:pt x="5978469" y="4126957"/>
                  <a:pt x="5977007" y="4130858"/>
                  <a:pt x="5975113" y="4135619"/>
                </a:cubicBezTo>
                <a:cubicBezTo>
                  <a:pt x="5973221" y="4140380"/>
                  <a:pt x="5970911" y="4145929"/>
                  <a:pt x="5968188" y="4152268"/>
                </a:cubicBezTo>
                <a:cubicBezTo>
                  <a:pt x="5965462" y="4158606"/>
                  <a:pt x="5962408" y="4165504"/>
                  <a:pt x="5959023" y="4172961"/>
                </a:cubicBezTo>
                <a:lnTo>
                  <a:pt x="5958335" y="4172961"/>
                </a:lnTo>
                <a:cubicBezTo>
                  <a:pt x="5956155" y="4166479"/>
                  <a:pt x="5953904" y="4159997"/>
                  <a:pt x="5951581" y="4153515"/>
                </a:cubicBezTo>
                <a:cubicBezTo>
                  <a:pt x="5949258" y="4147034"/>
                  <a:pt x="5947006" y="4140853"/>
                  <a:pt x="5944827" y="4134974"/>
                </a:cubicBezTo>
                <a:cubicBezTo>
                  <a:pt x="5942647" y="4129094"/>
                  <a:pt x="5940582" y="4123630"/>
                  <a:pt x="5938632" y="4118583"/>
                </a:cubicBezTo>
                <a:cubicBezTo>
                  <a:pt x="5936682" y="4113535"/>
                  <a:pt x="5934989" y="4109233"/>
                  <a:pt x="5933555" y="4105676"/>
                </a:cubicBezTo>
                <a:cubicBezTo>
                  <a:pt x="5932350" y="4105791"/>
                  <a:pt x="5930873" y="4105877"/>
                  <a:pt x="5929124" y="4105935"/>
                </a:cubicBezTo>
                <a:cubicBezTo>
                  <a:pt x="5927375" y="4105992"/>
                  <a:pt x="5925209" y="4106021"/>
                  <a:pt x="5922628" y="4106021"/>
                </a:cubicBezTo>
                <a:cubicBezTo>
                  <a:pt x="5919817" y="4106021"/>
                  <a:pt x="5917107" y="4105992"/>
                  <a:pt x="5914497" y="4105935"/>
                </a:cubicBezTo>
                <a:cubicBezTo>
                  <a:pt x="5911888" y="4105877"/>
                  <a:pt x="5909550" y="4105820"/>
                  <a:pt x="5907485" y="4105763"/>
                </a:cubicBezTo>
                <a:cubicBezTo>
                  <a:pt x="5905419" y="4105705"/>
                  <a:pt x="5903699" y="4105633"/>
                  <a:pt x="5902323" y="4105547"/>
                </a:cubicBezTo>
                <a:cubicBezTo>
                  <a:pt x="5900946" y="4105461"/>
                  <a:pt x="5900056" y="4105390"/>
                  <a:pt x="5899655" y="4105332"/>
                </a:cubicBezTo>
                <a:close/>
                <a:moveTo>
                  <a:pt x="4679414" y="4105332"/>
                </a:moveTo>
                <a:cubicBezTo>
                  <a:pt x="4674997" y="4105332"/>
                  <a:pt x="4671526" y="4106537"/>
                  <a:pt x="4669003" y="4108946"/>
                </a:cubicBezTo>
                <a:cubicBezTo>
                  <a:pt x="4666478" y="4111355"/>
                  <a:pt x="4665217" y="4114826"/>
                  <a:pt x="4665217" y="4119357"/>
                </a:cubicBezTo>
                <a:cubicBezTo>
                  <a:pt x="4665217" y="4123602"/>
                  <a:pt x="4666364" y="4126857"/>
                  <a:pt x="4668658" y="4129123"/>
                </a:cubicBezTo>
                <a:cubicBezTo>
                  <a:pt x="4670953" y="4131388"/>
                  <a:pt x="4674165" y="4132521"/>
                  <a:pt x="4678295" y="4132521"/>
                </a:cubicBezTo>
                <a:cubicBezTo>
                  <a:pt x="4682769" y="4132521"/>
                  <a:pt x="4686211" y="4131259"/>
                  <a:pt x="4688620" y="4128736"/>
                </a:cubicBezTo>
                <a:cubicBezTo>
                  <a:pt x="4691029" y="4126212"/>
                  <a:pt x="4692234" y="4122713"/>
                  <a:pt x="4692234" y="4118239"/>
                </a:cubicBezTo>
                <a:cubicBezTo>
                  <a:pt x="4692234" y="4114109"/>
                  <a:pt x="4691173" y="4110925"/>
                  <a:pt x="4689050" y="4108688"/>
                </a:cubicBezTo>
                <a:cubicBezTo>
                  <a:pt x="4686928" y="4106451"/>
                  <a:pt x="4683715" y="4105332"/>
                  <a:pt x="4679414" y="4105332"/>
                </a:cubicBezTo>
                <a:close/>
                <a:moveTo>
                  <a:pt x="8701722" y="4104816"/>
                </a:moveTo>
                <a:cubicBezTo>
                  <a:pt x="8701263" y="4104931"/>
                  <a:pt x="8699973" y="4105074"/>
                  <a:pt x="8697850" y="4105246"/>
                </a:cubicBezTo>
                <a:cubicBezTo>
                  <a:pt x="8695728" y="4105418"/>
                  <a:pt x="8692874" y="4105590"/>
                  <a:pt x="8689289" y="4105763"/>
                </a:cubicBezTo>
                <a:cubicBezTo>
                  <a:pt x="8685703" y="4105935"/>
                  <a:pt x="8681487" y="4106078"/>
                  <a:pt x="8676641" y="4106193"/>
                </a:cubicBezTo>
                <a:cubicBezTo>
                  <a:pt x="8671794" y="4106307"/>
                  <a:pt x="8666417" y="4106365"/>
                  <a:pt x="8660508" y="4106365"/>
                </a:cubicBezTo>
                <a:cubicBezTo>
                  <a:pt x="8648175" y="4106365"/>
                  <a:pt x="8638539" y="4106164"/>
                  <a:pt x="8631599" y="4105763"/>
                </a:cubicBezTo>
                <a:cubicBezTo>
                  <a:pt x="8624657" y="4105361"/>
                  <a:pt x="8620585" y="4105160"/>
                  <a:pt x="8619381" y="4105160"/>
                </a:cubicBezTo>
                <a:cubicBezTo>
                  <a:pt x="8617717" y="4105160"/>
                  <a:pt x="8616641" y="4105619"/>
                  <a:pt x="8616154" y="4106537"/>
                </a:cubicBezTo>
                <a:cubicBezTo>
                  <a:pt x="8615667" y="4107455"/>
                  <a:pt x="8615394" y="4108372"/>
                  <a:pt x="8615337" y="4109290"/>
                </a:cubicBezTo>
                <a:cubicBezTo>
                  <a:pt x="8615222" y="4110610"/>
                  <a:pt x="8615107" y="4112502"/>
                  <a:pt x="8614993" y="4114969"/>
                </a:cubicBezTo>
                <a:cubicBezTo>
                  <a:pt x="8614820" y="4117493"/>
                  <a:pt x="8614648" y="4120217"/>
                  <a:pt x="8614476" y="4123143"/>
                </a:cubicBezTo>
                <a:cubicBezTo>
                  <a:pt x="8614304" y="4126068"/>
                  <a:pt x="8614103" y="4129022"/>
                  <a:pt x="8613874" y="4132005"/>
                </a:cubicBezTo>
                <a:cubicBezTo>
                  <a:pt x="8613645" y="4134988"/>
                  <a:pt x="8613443" y="4137626"/>
                  <a:pt x="8613271" y="4139921"/>
                </a:cubicBezTo>
                <a:lnTo>
                  <a:pt x="8621015" y="4140437"/>
                </a:lnTo>
                <a:cubicBezTo>
                  <a:pt x="8621703" y="4136365"/>
                  <a:pt x="8622349" y="4132923"/>
                  <a:pt x="8622951" y="4130112"/>
                </a:cubicBezTo>
                <a:cubicBezTo>
                  <a:pt x="8623553" y="4127302"/>
                  <a:pt x="8624271" y="4124950"/>
                  <a:pt x="8625102" y="4123057"/>
                </a:cubicBezTo>
                <a:cubicBezTo>
                  <a:pt x="8625934" y="4121164"/>
                  <a:pt x="8626981" y="4119687"/>
                  <a:pt x="8628243" y="4118626"/>
                </a:cubicBezTo>
                <a:cubicBezTo>
                  <a:pt x="8629505" y="4117565"/>
                  <a:pt x="8631111" y="4116776"/>
                  <a:pt x="8633061" y="4116260"/>
                </a:cubicBezTo>
                <a:cubicBezTo>
                  <a:pt x="8635011" y="4115743"/>
                  <a:pt x="8637392" y="4115428"/>
                  <a:pt x="8640203" y="4115313"/>
                </a:cubicBezTo>
                <a:cubicBezTo>
                  <a:pt x="8643013" y="4115198"/>
                  <a:pt x="8646426" y="4115141"/>
                  <a:pt x="8650441" y="4115141"/>
                </a:cubicBezTo>
                <a:cubicBezTo>
                  <a:pt x="8653883" y="4115141"/>
                  <a:pt x="8657296" y="4115155"/>
                  <a:pt x="8660680" y="4115184"/>
                </a:cubicBezTo>
                <a:cubicBezTo>
                  <a:pt x="8664065" y="4115213"/>
                  <a:pt x="8667305" y="4115256"/>
                  <a:pt x="8670403" y="4115313"/>
                </a:cubicBezTo>
                <a:cubicBezTo>
                  <a:pt x="8668682" y="4117837"/>
                  <a:pt x="8666359" y="4121164"/>
                  <a:pt x="8663433" y="4125294"/>
                </a:cubicBezTo>
                <a:cubicBezTo>
                  <a:pt x="8660508" y="4129424"/>
                  <a:pt x="8657253" y="4133998"/>
                  <a:pt x="8653668" y="4139017"/>
                </a:cubicBezTo>
                <a:cubicBezTo>
                  <a:pt x="8650083" y="4144037"/>
                  <a:pt x="8646297" y="4149285"/>
                  <a:pt x="8642311" y="4154763"/>
                </a:cubicBezTo>
                <a:cubicBezTo>
                  <a:pt x="8638324" y="4160241"/>
                  <a:pt x="8634366" y="4165590"/>
                  <a:pt x="8630437" y="4170810"/>
                </a:cubicBezTo>
                <a:cubicBezTo>
                  <a:pt x="8626507" y="4176030"/>
                  <a:pt x="8622765" y="4180920"/>
                  <a:pt x="8619209" y="4185480"/>
                </a:cubicBezTo>
                <a:cubicBezTo>
                  <a:pt x="8615652" y="4190040"/>
                  <a:pt x="8612526" y="4193898"/>
                  <a:pt x="8609830" y="4197052"/>
                </a:cubicBezTo>
                <a:lnTo>
                  <a:pt x="8610690" y="4200150"/>
                </a:lnTo>
                <a:cubicBezTo>
                  <a:pt x="8611035" y="4200093"/>
                  <a:pt x="8612339" y="4199992"/>
                  <a:pt x="8614605" y="4199849"/>
                </a:cubicBezTo>
                <a:cubicBezTo>
                  <a:pt x="8616871" y="4199705"/>
                  <a:pt x="8619811" y="4199548"/>
                  <a:pt x="8623425" y="4199376"/>
                </a:cubicBezTo>
                <a:cubicBezTo>
                  <a:pt x="8627038" y="4199203"/>
                  <a:pt x="8631183" y="4199060"/>
                  <a:pt x="8635857" y="4198945"/>
                </a:cubicBezTo>
                <a:cubicBezTo>
                  <a:pt x="8640532" y="4198831"/>
                  <a:pt x="8645479" y="4198773"/>
                  <a:pt x="8650699" y="4198773"/>
                </a:cubicBezTo>
                <a:cubicBezTo>
                  <a:pt x="8661598" y="4198773"/>
                  <a:pt x="8670346" y="4198974"/>
                  <a:pt x="8676942" y="4199376"/>
                </a:cubicBezTo>
                <a:cubicBezTo>
                  <a:pt x="8683539" y="4199777"/>
                  <a:pt x="8688213" y="4199978"/>
                  <a:pt x="8690967" y="4199978"/>
                </a:cubicBezTo>
                <a:cubicBezTo>
                  <a:pt x="8692343" y="4199978"/>
                  <a:pt x="8693505" y="4199863"/>
                  <a:pt x="8694451" y="4199634"/>
                </a:cubicBezTo>
                <a:cubicBezTo>
                  <a:pt x="8695398" y="4199404"/>
                  <a:pt x="8696230" y="4198888"/>
                  <a:pt x="8696947" y="4198085"/>
                </a:cubicBezTo>
                <a:cubicBezTo>
                  <a:pt x="8697664" y="4197282"/>
                  <a:pt x="8698309" y="4196135"/>
                  <a:pt x="8698883" y="4194643"/>
                </a:cubicBezTo>
                <a:cubicBezTo>
                  <a:pt x="8699457" y="4193152"/>
                  <a:pt x="8700030" y="4191130"/>
                  <a:pt x="8700603" y="4188577"/>
                </a:cubicBezTo>
                <a:cubicBezTo>
                  <a:pt x="8701177" y="4186025"/>
                  <a:pt x="8701808" y="4182856"/>
                  <a:pt x="8702497" y="4179070"/>
                </a:cubicBezTo>
                <a:cubicBezTo>
                  <a:pt x="8703185" y="4175341"/>
                  <a:pt x="8704017" y="4170838"/>
                  <a:pt x="8704991" y="4165561"/>
                </a:cubicBezTo>
                <a:lnTo>
                  <a:pt x="8697592" y="4164185"/>
                </a:lnTo>
                <a:cubicBezTo>
                  <a:pt x="8696387" y="4168257"/>
                  <a:pt x="8695283" y="4171728"/>
                  <a:pt x="8694279" y="4174596"/>
                </a:cubicBezTo>
                <a:cubicBezTo>
                  <a:pt x="8693276" y="4177464"/>
                  <a:pt x="8692201" y="4179830"/>
                  <a:pt x="8691053" y="4181694"/>
                </a:cubicBezTo>
                <a:cubicBezTo>
                  <a:pt x="8689906" y="4183558"/>
                  <a:pt x="8688615" y="4185021"/>
                  <a:pt x="8687181" y="4186082"/>
                </a:cubicBezTo>
                <a:cubicBezTo>
                  <a:pt x="8685747" y="4187143"/>
                  <a:pt x="8683997" y="4187946"/>
                  <a:pt x="8681933" y="4188491"/>
                </a:cubicBezTo>
                <a:cubicBezTo>
                  <a:pt x="8679867" y="4189036"/>
                  <a:pt x="8677401" y="4189366"/>
                  <a:pt x="8674533" y="4189481"/>
                </a:cubicBezTo>
                <a:cubicBezTo>
                  <a:pt x="8671665" y="4189595"/>
                  <a:pt x="8668223" y="4189653"/>
                  <a:pt x="8664208" y="4189653"/>
                </a:cubicBezTo>
                <a:lnTo>
                  <a:pt x="8653453" y="4189653"/>
                </a:lnTo>
                <a:cubicBezTo>
                  <a:pt x="8649954" y="4189653"/>
                  <a:pt x="8646311" y="4189595"/>
                  <a:pt x="8642525" y="4189481"/>
                </a:cubicBezTo>
                <a:cubicBezTo>
                  <a:pt x="8644877" y="4186039"/>
                  <a:pt x="8647760" y="4181938"/>
                  <a:pt x="8651173" y="4177177"/>
                </a:cubicBezTo>
                <a:cubicBezTo>
                  <a:pt x="8654586" y="4172416"/>
                  <a:pt x="8658213" y="4167382"/>
                  <a:pt x="8662057" y="4162077"/>
                </a:cubicBezTo>
                <a:cubicBezTo>
                  <a:pt x="8665900" y="4156771"/>
                  <a:pt x="8669829" y="4151379"/>
                  <a:pt x="8673845" y="4145901"/>
                </a:cubicBezTo>
                <a:cubicBezTo>
                  <a:pt x="8677860" y="4140423"/>
                  <a:pt x="8681703" y="4135232"/>
                  <a:pt x="8685374" y="4130327"/>
                </a:cubicBezTo>
                <a:cubicBezTo>
                  <a:pt x="8689045" y="4125423"/>
                  <a:pt x="8692372" y="4121021"/>
                  <a:pt x="8695355" y="4117120"/>
                </a:cubicBezTo>
                <a:cubicBezTo>
                  <a:pt x="8698338" y="4113219"/>
                  <a:pt x="8700747" y="4110151"/>
                  <a:pt x="8702583" y="4107914"/>
                </a:cubicBezTo>
                <a:close/>
                <a:moveTo>
                  <a:pt x="8590281" y="4101891"/>
                </a:moveTo>
                <a:cubicBezTo>
                  <a:pt x="8588961" y="4102350"/>
                  <a:pt x="8587111" y="4102909"/>
                  <a:pt x="8584731" y="4103568"/>
                </a:cubicBezTo>
                <a:cubicBezTo>
                  <a:pt x="8582350" y="4104228"/>
                  <a:pt x="8579611" y="4104902"/>
                  <a:pt x="8576514" y="4105590"/>
                </a:cubicBezTo>
                <a:cubicBezTo>
                  <a:pt x="8573417" y="4106279"/>
                  <a:pt x="8570017" y="4106938"/>
                  <a:pt x="8566318" y="4107569"/>
                </a:cubicBezTo>
                <a:cubicBezTo>
                  <a:pt x="8562618" y="4108200"/>
                  <a:pt x="8558789" y="4108717"/>
                  <a:pt x="8554831" y="4109118"/>
                </a:cubicBezTo>
                <a:lnTo>
                  <a:pt x="8553111" y="4116174"/>
                </a:lnTo>
                <a:cubicBezTo>
                  <a:pt x="8556667" y="4116174"/>
                  <a:pt x="8559449" y="4116217"/>
                  <a:pt x="8561457" y="4116303"/>
                </a:cubicBezTo>
                <a:cubicBezTo>
                  <a:pt x="8563464" y="4116389"/>
                  <a:pt x="8564983" y="4116690"/>
                  <a:pt x="8566017" y="4117206"/>
                </a:cubicBezTo>
                <a:cubicBezTo>
                  <a:pt x="8567049" y="4117722"/>
                  <a:pt x="8567709" y="4118497"/>
                  <a:pt x="8567996" y="4119529"/>
                </a:cubicBezTo>
                <a:cubicBezTo>
                  <a:pt x="8568283" y="4120562"/>
                  <a:pt x="8568483" y="4122024"/>
                  <a:pt x="8568598" y="4123917"/>
                </a:cubicBezTo>
                <a:cubicBezTo>
                  <a:pt x="8568655" y="4124778"/>
                  <a:pt x="8568727" y="4126126"/>
                  <a:pt x="8568813" y="4127961"/>
                </a:cubicBezTo>
                <a:cubicBezTo>
                  <a:pt x="8568899" y="4129797"/>
                  <a:pt x="8568971" y="4132292"/>
                  <a:pt x="8569029" y="4135447"/>
                </a:cubicBezTo>
                <a:cubicBezTo>
                  <a:pt x="8569085" y="4138602"/>
                  <a:pt x="8569143" y="4142531"/>
                  <a:pt x="8569201" y="4147234"/>
                </a:cubicBezTo>
                <a:cubicBezTo>
                  <a:pt x="8569257" y="4151938"/>
                  <a:pt x="8569287" y="4157645"/>
                  <a:pt x="8569287" y="4164357"/>
                </a:cubicBezTo>
                <a:lnTo>
                  <a:pt x="8569287" y="4169089"/>
                </a:lnTo>
                <a:cubicBezTo>
                  <a:pt x="8569287" y="4171154"/>
                  <a:pt x="8569257" y="4173405"/>
                  <a:pt x="8569201" y="4175843"/>
                </a:cubicBezTo>
                <a:cubicBezTo>
                  <a:pt x="8569143" y="4178281"/>
                  <a:pt x="8569057" y="4180776"/>
                  <a:pt x="8568942" y="4183329"/>
                </a:cubicBezTo>
                <a:cubicBezTo>
                  <a:pt x="8568827" y="4185881"/>
                  <a:pt x="8568655" y="4188219"/>
                  <a:pt x="8568426" y="4190341"/>
                </a:cubicBezTo>
                <a:cubicBezTo>
                  <a:pt x="8564983" y="4190800"/>
                  <a:pt x="8562331" y="4191488"/>
                  <a:pt x="8560467" y="4192406"/>
                </a:cubicBezTo>
                <a:cubicBezTo>
                  <a:pt x="8558603" y="4193324"/>
                  <a:pt x="8557241" y="4194270"/>
                  <a:pt x="8556380" y="4195246"/>
                </a:cubicBezTo>
                <a:cubicBezTo>
                  <a:pt x="8555520" y="4196221"/>
                  <a:pt x="8555017" y="4197153"/>
                  <a:pt x="8554875" y="4198042"/>
                </a:cubicBezTo>
                <a:cubicBezTo>
                  <a:pt x="8554731" y="4198931"/>
                  <a:pt x="8554659" y="4199576"/>
                  <a:pt x="8554659" y="4199978"/>
                </a:cubicBezTo>
                <a:cubicBezTo>
                  <a:pt x="8554946" y="4199920"/>
                  <a:pt x="8555807" y="4199820"/>
                  <a:pt x="8557241" y="4199677"/>
                </a:cubicBezTo>
                <a:cubicBezTo>
                  <a:pt x="8558674" y="4199533"/>
                  <a:pt x="8560509" y="4199404"/>
                  <a:pt x="8562747" y="4199289"/>
                </a:cubicBezTo>
                <a:cubicBezTo>
                  <a:pt x="8564983" y="4199175"/>
                  <a:pt x="8567594" y="4199060"/>
                  <a:pt x="8570577" y="4198945"/>
                </a:cubicBezTo>
                <a:cubicBezTo>
                  <a:pt x="8573559" y="4198831"/>
                  <a:pt x="8576743" y="4198773"/>
                  <a:pt x="8580127" y="4198773"/>
                </a:cubicBezTo>
                <a:cubicBezTo>
                  <a:pt x="8582881" y="4198773"/>
                  <a:pt x="8585562" y="4198802"/>
                  <a:pt x="8588173" y="4198859"/>
                </a:cubicBezTo>
                <a:cubicBezTo>
                  <a:pt x="8590782" y="4198917"/>
                  <a:pt x="8593162" y="4198988"/>
                  <a:pt x="8595314" y="4199074"/>
                </a:cubicBezTo>
                <a:cubicBezTo>
                  <a:pt x="8597465" y="4199160"/>
                  <a:pt x="8599285" y="4199261"/>
                  <a:pt x="8600777" y="4199376"/>
                </a:cubicBezTo>
                <a:cubicBezTo>
                  <a:pt x="8602269" y="4199490"/>
                  <a:pt x="8603243" y="4199576"/>
                  <a:pt x="8603703" y="4199634"/>
                </a:cubicBezTo>
                <a:lnTo>
                  <a:pt x="8606801" y="4192406"/>
                </a:lnTo>
                <a:cubicBezTo>
                  <a:pt x="8602957" y="4192005"/>
                  <a:pt x="8599960" y="4191632"/>
                  <a:pt x="8597809" y="4191288"/>
                </a:cubicBezTo>
                <a:cubicBezTo>
                  <a:pt x="8595658" y="4190943"/>
                  <a:pt x="8594051" y="4190499"/>
                  <a:pt x="8592991" y="4189954"/>
                </a:cubicBezTo>
                <a:cubicBezTo>
                  <a:pt x="8591929" y="4189409"/>
                  <a:pt x="8591269" y="4188706"/>
                  <a:pt x="8591012" y="4187846"/>
                </a:cubicBezTo>
                <a:cubicBezTo>
                  <a:pt x="8590753" y="4186985"/>
                  <a:pt x="8590595" y="4185810"/>
                  <a:pt x="8590539" y="4184318"/>
                </a:cubicBezTo>
                <a:cubicBezTo>
                  <a:pt x="8590423" y="4183343"/>
                  <a:pt x="8590337" y="4182009"/>
                  <a:pt x="8590281" y="4180317"/>
                </a:cubicBezTo>
                <a:cubicBezTo>
                  <a:pt x="8590223" y="4178625"/>
                  <a:pt x="8590180" y="4176775"/>
                  <a:pt x="8590151" y="4174768"/>
                </a:cubicBezTo>
                <a:cubicBezTo>
                  <a:pt x="8590123" y="4172760"/>
                  <a:pt x="8590108" y="4170724"/>
                  <a:pt x="8590109" y="4168659"/>
                </a:cubicBezTo>
                <a:lnTo>
                  <a:pt x="8590109" y="4162894"/>
                </a:lnTo>
                <a:cubicBezTo>
                  <a:pt x="8590108" y="4156240"/>
                  <a:pt x="8590123" y="4150145"/>
                  <a:pt x="8590151" y="4144610"/>
                </a:cubicBezTo>
                <a:cubicBezTo>
                  <a:pt x="8590180" y="4139075"/>
                  <a:pt x="8590251" y="4133912"/>
                  <a:pt x="8590367" y="4129123"/>
                </a:cubicBezTo>
                <a:cubicBezTo>
                  <a:pt x="8590481" y="4124333"/>
                  <a:pt x="8590639" y="4119802"/>
                  <a:pt x="8590839" y="4115528"/>
                </a:cubicBezTo>
                <a:cubicBezTo>
                  <a:pt x="8591041" y="4111255"/>
                  <a:pt x="8591313" y="4107053"/>
                  <a:pt x="8591657" y="4102923"/>
                </a:cubicBezTo>
                <a:close/>
                <a:moveTo>
                  <a:pt x="8503265" y="4101891"/>
                </a:moveTo>
                <a:cubicBezTo>
                  <a:pt x="8501945" y="4102350"/>
                  <a:pt x="8500167" y="4102909"/>
                  <a:pt x="8497931" y="4103568"/>
                </a:cubicBezTo>
                <a:cubicBezTo>
                  <a:pt x="8495693" y="4104228"/>
                  <a:pt x="8493069" y="4104902"/>
                  <a:pt x="8490057" y="4105590"/>
                </a:cubicBezTo>
                <a:cubicBezTo>
                  <a:pt x="8487046" y="4106279"/>
                  <a:pt x="8483747" y="4106938"/>
                  <a:pt x="8480163" y="4107569"/>
                </a:cubicBezTo>
                <a:cubicBezTo>
                  <a:pt x="8476577" y="4108200"/>
                  <a:pt x="8472805" y="4108717"/>
                  <a:pt x="8468849" y="4109118"/>
                </a:cubicBezTo>
                <a:lnTo>
                  <a:pt x="8467127" y="4116174"/>
                </a:lnTo>
                <a:cubicBezTo>
                  <a:pt x="8470626" y="4116174"/>
                  <a:pt x="8473394" y="4116217"/>
                  <a:pt x="8475431" y="4116303"/>
                </a:cubicBezTo>
                <a:cubicBezTo>
                  <a:pt x="8477467" y="4116389"/>
                  <a:pt x="8479015" y="4116690"/>
                  <a:pt x="8480077" y="4117206"/>
                </a:cubicBezTo>
                <a:cubicBezTo>
                  <a:pt x="8481137" y="4117722"/>
                  <a:pt x="8481826" y="4118497"/>
                  <a:pt x="8482141" y="4119529"/>
                </a:cubicBezTo>
                <a:cubicBezTo>
                  <a:pt x="8482457" y="4120562"/>
                  <a:pt x="8482672" y="4122024"/>
                  <a:pt x="8482787" y="4123917"/>
                </a:cubicBezTo>
                <a:cubicBezTo>
                  <a:pt x="8482959" y="4126097"/>
                  <a:pt x="8483116" y="4130084"/>
                  <a:pt x="8483260" y="4135877"/>
                </a:cubicBezTo>
                <a:cubicBezTo>
                  <a:pt x="8483403" y="4141670"/>
                  <a:pt x="8483475" y="4149013"/>
                  <a:pt x="8483475" y="4157904"/>
                </a:cubicBezTo>
                <a:lnTo>
                  <a:pt x="8483475" y="4164959"/>
                </a:lnTo>
                <a:cubicBezTo>
                  <a:pt x="8483475" y="4167598"/>
                  <a:pt x="8483447" y="4170365"/>
                  <a:pt x="8483389" y="4173262"/>
                </a:cubicBezTo>
                <a:cubicBezTo>
                  <a:pt x="8483331" y="4176159"/>
                  <a:pt x="8483245" y="4179070"/>
                  <a:pt x="8483131" y="4181995"/>
                </a:cubicBezTo>
                <a:cubicBezTo>
                  <a:pt x="8483016" y="4184920"/>
                  <a:pt x="8482844" y="4187702"/>
                  <a:pt x="8482615" y="4190341"/>
                </a:cubicBezTo>
                <a:cubicBezTo>
                  <a:pt x="8479173" y="4190800"/>
                  <a:pt x="8476520" y="4191488"/>
                  <a:pt x="8474656" y="4192406"/>
                </a:cubicBezTo>
                <a:cubicBezTo>
                  <a:pt x="8472791" y="4193324"/>
                  <a:pt x="8471429" y="4194270"/>
                  <a:pt x="8470569" y="4195246"/>
                </a:cubicBezTo>
                <a:cubicBezTo>
                  <a:pt x="8469709" y="4196221"/>
                  <a:pt x="8469207" y="4197153"/>
                  <a:pt x="8469063" y="4198042"/>
                </a:cubicBezTo>
                <a:cubicBezTo>
                  <a:pt x="8468919" y="4198931"/>
                  <a:pt x="8468847" y="4199576"/>
                  <a:pt x="8468849" y="4199978"/>
                </a:cubicBezTo>
                <a:cubicBezTo>
                  <a:pt x="8469077" y="4199920"/>
                  <a:pt x="8469909" y="4199820"/>
                  <a:pt x="8471343" y="4199677"/>
                </a:cubicBezTo>
                <a:cubicBezTo>
                  <a:pt x="8472777" y="4199533"/>
                  <a:pt x="8474627" y="4199404"/>
                  <a:pt x="8476893" y="4199289"/>
                </a:cubicBezTo>
                <a:cubicBezTo>
                  <a:pt x="8479159" y="4199175"/>
                  <a:pt x="8481797" y="4199060"/>
                  <a:pt x="8484809" y="4198945"/>
                </a:cubicBezTo>
                <a:cubicBezTo>
                  <a:pt x="8487821" y="4198831"/>
                  <a:pt x="8491018" y="4198773"/>
                  <a:pt x="8494403" y="4198773"/>
                </a:cubicBezTo>
                <a:cubicBezTo>
                  <a:pt x="8497099" y="4198773"/>
                  <a:pt x="8499909" y="4198802"/>
                  <a:pt x="8502835" y="4198859"/>
                </a:cubicBezTo>
                <a:cubicBezTo>
                  <a:pt x="8505760" y="4198917"/>
                  <a:pt x="8508513" y="4198988"/>
                  <a:pt x="8511095" y="4199074"/>
                </a:cubicBezTo>
                <a:cubicBezTo>
                  <a:pt x="8513676" y="4199160"/>
                  <a:pt x="8515899" y="4199261"/>
                  <a:pt x="8517763" y="4199376"/>
                </a:cubicBezTo>
                <a:cubicBezTo>
                  <a:pt x="8519627" y="4199490"/>
                  <a:pt x="8520817" y="4199576"/>
                  <a:pt x="8521333" y="4199634"/>
                </a:cubicBezTo>
                <a:lnTo>
                  <a:pt x="8524431" y="4192406"/>
                </a:lnTo>
                <a:cubicBezTo>
                  <a:pt x="8519727" y="4192005"/>
                  <a:pt x="8516070" y="4191646"/>
                  <a:pt x="8513461" y="4191331"/>
                </a:cubicBezTo>
                <a:cubicBezTo>
                  <a:pt x="8510851" y="4191015"/>
                  <a:pt x="8508915" y="4190571"/>
                  <a:pt x="8507653" y="4189997"/>
                </a:cubicBezTo>
                <a:cubicBezTo>
                  <a:pt x="8506390" y="4189423"/>
                  <a:pt x="8505616" y="4188692"/>
                  <a:pt x="8505330" y="4187803"/>
                </a:cubicBezTo>
                <a:cubicBezTo>
                  <a:pt x="8505043" y="4186914"/>
                  <a:pt x="8504871" y="4185695"/>
                  <a:pt x="8504813" y="4184146"/>
                </a:cubicBezTo>
                <a:cubicBezTo>
                  <a:pt x="8504699" y="4182884"/>
                  <a:pt x="8504613" y="4181436"/>
                  <a:pt x="8504555" y="4179801"/>
                </a:cubicBezTo>
                <a:cubicBezTo>
                  <a:pt x="8504497" y="4178166"/>
                  <a:pt x="8504455" y="4176245"/>
                  <a:pt x="8504427" y="4174036"/>
                </a:cubicBezTo>
                <a:cubicBezTo>
                  <a:pt x="8504397" y="4171828"/>
                  <a:pt x="8504369" y="4169304"/>
                  <a:pt x="8504341" y="4166465"/>
                </a:cubicBezTo>
                <a:cubicBezTo>
                  <a:pt x="8504311" y="4163625"/>
                  <a:pt x="8504297" y="4160399"/>
                  <a:pt x="8504297" y="4156785"/>
                </a:cubicBezTo>
                <a:lnTo>
                  <a:pt x="8504297" y="4143363"/>
                </a:lnTo>
                <a:cubicBezTo>
                  <a:pt x="8504297" y="4139462"/>
                  <a:pt x="8504355" y="4135848"/>
                  <a:pt x="8504469" y="4132521"/>
                </a:cubicBezTo>
                <a:cubicBezTo>
                  <a:pt x="8506534" y="4129080"/>
                  <a:pt x="8509001" y="4126269"/>
                  <a:pt x="8511869" y="4124089"/>
                </a:cubicBezTo>
                <a:cubicBezTo>
                  <a:pt x="8514737" y="4121910"/>
                  <a:pt x="8518064" y="4120820"/>
                  <a:pt x="8521849" y="4120820"/>
                </a:cubicBezTo>
                <a:cubicBezTo>
                  <a:pt x="8524259" y="4120820"/>
                  <a:pt x="8526439" y="4121408"/>
                  <a:pt x="8528389" y="4122584"/>
                </a:cubicBezTo>
                <a:cubicBezTo>
                  <a:pt x="8530339" y="4123759"/>
                  <a:pt x="8531658" y="4125810"/>
                  <a:pt x="8532347" y="4128736"/>
                </a:cubicBezTo>
                <a:cubicBezTo>
                  <a:pt x="8534985" y="4128736"/>
                  <a:pt x="8537279" y="4128363"/>
                  <a:pt x="8539230" y="4127617"/>
                </a:cubicBezTo>
                <a:cubicBezTo>
                  <a:pt x="8541180" y="4126871"/>
                  <a:pt x="8542800" y="4125882"/>
                  <a:pt x="8544091" y="4124649"/>
                </a:cubicBezTo>
                <a:cubicBezTo>
                  <a:pt x="8545381" y="4123415"/>
                  <a:pt x="8546357" y="4121996"/>
                  <a:pt x="8547017" y="4120390"/>
                </a:cubicBezTo>
                <a:cubicBezTo>
                  <a:pt x="8547676" y="4118783"/>
                  <a:pt x="8548007" y="4117120"/>
                  <a:pt x="8548007" y="4115399"/>
                </a:cubicBezTo>
                <a:cubicBezTo>
                  <a:pt x="8548007" y="4113736"/>
                  <a:pt x="8547705" y="4112087"/>
                  <a:pt x="8547103" y="4110452"/>
                </a:cubicBezTo>
                <a:cubicBezTo>
                  <a:pt x="8546501" y="4108817"/>
                  <a:pt x="8545597" y="4107369"/>
                  <a:pt x="8544393" y="4106107"/>
                </a:cubicBezTo>
                <a:cubicBezTo>
                  <a:pt x="8543188" y="4104845"/>
                  <a:pt x="8541682" y="4103827"/>
                  <a:pt x="8539875" y="4103052"/>
                </a:cubicBezTo>
                <a:cubicBezTo>
                  <a:pt x="8538069" y="4102278"/>
                  <a:pt x="8535931" y="4101891"/>
                  <a:pt x="8533465" y="4101891"/>
                </a:cubicBezTo>
                <a:cubicBezTo>
                  <a:pt x="8531056" y="4101891"/>
                  <a:pt x="8528776" y="4102307"/>
                  <a:pt x="8526625" y="4103138"/>
                </a:cubicBezTo>
                <a:cubicBezTo>
                  <a:pt x="8524474" y="4103970"/>
                  <a:pt x="8522294" y="4105232"/>
                  <a:pt x="8520086" y="4106924"/>
                </a:cubicBezTo>
                <a:cubicBezTo>
                  <a:pt x="8517877" y="4108616"/>
                  <a:pt x="8515539" y="4110753"/>
                  <a:pt x="8513073" y="4113334"/>
                </a:cubicBezTo>
                <a:cubicBezTo>
                  <a:pt x="8510606" y="4115915"/>
                  <a:pt x="8507853" y="4118927"/>
                  <a:pt x="8504813" y="4122368"/>
                </a:cubicBezTo>
                <a:lnTo>
                  <a:pt x="8503781" y="4122196"/>
                </a:lnTo>
                <a:cubicBezTo>
                  <a:pt x="8503953" y="4115428"/>
                  <a:pt x="8504297" y="4108946"/>
                  <a:pt x="8504813" y="4102751"/>
                </a:cubicBezTo>
                <a:close/>
                <a:moveTo>
                  <a:pt x="7646101" y="4101891"/>
                </a:moveTo>
                <a:cubicBezTo>
                  <a:pt x="7644781" y="4102350"/>
                  <a:pt x="7642975" y="4102909"/>
                  <a:pt x="7640680" y="4103568"/>
                </a:cubicBezTo>
                <a:cubicBezTo>
                  <a:pt x="7638386" y="4104228"/>
                  <a:pt x="7635747" y="4104902"/>
                  <a:pt x="7632764" y="4105590"/>
                </a:cubicBezTo>
                <a:cubicBezTo>
                  <a:pt x="7629782" y="4106279"/>
                  <a:pt x="7626498" y="4106938"/>
                  <a:pt x="7622913" y="4107569"/>
                </a:cubicBezTo>
                <a:cubicBezTo>
                  <a:pt x="7619328" y="4108200"/>
                  <a:pt x="7615585" y="4108717"/>
                  <a:pt x="7611684" y="4109118"/>
                </a:cubicBezTo>
                <a:lnTo>
                  <a:pt x="7609963" y="4116174"/>
                </a:lnTo>
                <a:cubicBezTo>
                  <a:pt x="7613577" y="4116174"/>
                  <a:pt x="7616402" y="4116217"/>
                  <a:pt x="7618439" y="4116303"/>
                </a:cubicBezTo>
                <a:cubicBezTo>
                  <a:pt x="7620475" y="4116389"/>
                  <a:pt x="7622009" y="4116675"/>
                  <a:pt x="7623042" y="4117163"/>
                </a:cubicBezTo>
                <a:cubicBezTo>
                  <a:pt x="7624074" y="4117651"/>
                  <a:pt x="7624734" y="4118396"/>
                  <a:pt x="7625021" y="4119400"/>
                </a:cubicBezTo>
                <a:cubicBezTo>
                  <a:pt x="7625308" y="4120404"/>
                  <a:pt x="7625508" y="4121852"/>
                  <a:pt x="7625623" y="4123745"/>
                </a:cubicBezTo>
                <a:cubicBezTo>
                  <a:pt x="7625681" y="4124778"/>
                  <a:pt x="7625752" y="4126240"/>
                  <a:pt x="7625838" y="4128133"/>
                </a:cubicBezTo>
                <a:cubicBezTo>
                  <a:pt x="7625924" y="4130026"/>
                  <a:pt x="7625996" y="4132536"/>
                  <a:pt x="7626053" y="4135662"/>
                </a:cubicBezTo>
                <a:cubicBezTo>
                  <a:pt x="7626110" y="4138788"/>
                  <a:pt x="7626168" y="4142603"/>
                  <a:pt x="7626225" y="4147105"/>
                </a:cubicBezTo>
                <a:cubicBezTo>
                  <a:pt x="7626283" y="4151608"/>
                  <a:pt x="7626311" y="4156957"/>
                  <a:pt x="7626311" y="4163152"/>
                </a:cubicBezTo>
                <a:lnTo>
                  <a:pt x="7626311" y="4167798"/>
                </a:lnTo>
                <a:cubicBezTo>
                  <a:pt x="7626311" y="4169921"/>
                  <a:pt x="7626283" y="4172287"/>
                  <a:pt x="7626225" y="4174897"/>
                </a:cubicBezTo>
                <a:cubicBezTo>
                  <a:pt x="7626168" y="4177507"/>
                  <a:pt x="7626082" y="4180174"/>
                  <a:pt x="7625967" y="4182899"/>
                </a:cubicBezTo>
                <a:cubicBezTo>
                  <a:pt x="7625852" y="4185623"/>
                  <a:pt x="7625680" y="4188104"/>
                  <a:pt x="7625451" y="4190341"/>
                </a:cubicBezTo>
                <a:cubicBezTo>
                  <a:pt x="7622009" y="4190800"/>
                  <a:pt x="7619357" y="4191488"/>
                  <a:pt x="7617492" y="4192406"/>
                </a:cubicBezTo>
                <a:cubicBezTo>
                  <a:pt x="7615628" y="4193324"/>
                  <a:pt x="7614265" y="4194270"/>
                  <a:pt x="7613405" y="4195246"/>
                </a:cubicBezTo>
                <a:cubicBezTo>
                  <a:pt x="7612544" y="4196221"/>
                  <a:pt x="7612043" y="4197153"/>
                  <a:pt x="7611899" y="4198042"/>
                </a:cubicBezTo>
                <a:cubicBezTo>
                  <a:pt x="7611756" y="4198931"/>
                  <a:pt x="7611684" y="4199576"/>
                  <a:pt x="7611684" y="4199978"/>
                </a:cubicBezTo>
                <a:cubicBezTo>
                  <a:pt x="7611971" y="4199920"/>
                  <a:pt x="7612789" y="4199820"/>
                  <a:pt x="7614136" y="4199677"/>
                </a:cubicBezTo>
                <a:cubicBezTo>
                  <a:pt x="7615485" y="4199533"/>
                  <a:pt x="7617277" y="4199404"/>
                  <a:pt x="7619514" y="4199289"/>
                </a:cubicBezTo>
                <a:cubicBezTo>
                  <a:pt x="7621751" y="4199175"/>
                  <a:pt x="7624347" y="4199060"/>
                  <a:pt x="7627301" y="4198945"/>
                </a:cubicBezTo>
                <a:cubicBezTo>
                  <a:pt x="7630255" y="4198831"/>
                  <a:pt x="7633452" y="4198773"/>
                  <a:pt x="7636894" y="4198773"/>
                </a:cubicBezTo>
                <a:cubicBezTo>
                  <a:pt x="7639647" y="4198773"/>
                  <a:pt x="7642372" y="4198802"/>
                  <a:pt x="7645068" y="4198859"/>
                </a:cubicBezTo>
                <a:cubicBezTo>
                  <a:pt x="7647764" y="4198917"/>
                  <a:pt x="7650202" y="4198988"/>
                  <a:pt x="7652382" y="4199074"/>
                </a:cubicBezTo>
                <a:cubicBezTo>
                  <a:pt x="7654562" y="4199160"/>
                  <a:pt x="7656412" y="4199261"/>
                  <a:pt x="7657931" y="4199376"/>
                </a:cubicBezTo>
                <a:cubicBezTo>
                  <a:pt x="7659451" y="4199490"/>
                  <a:pt x="7660441" y="4199576"/>
                  <a:pt x="7660900" y="4199634"/>
                </a:cubicBezTo>
                <a:lnTo>
                  <a:pt x="7663997" y="4192406"/>
                </a:lnTo>
                <a:cubicBezTo>
                  <a:pt x="7660154" y="4192005"/>
                  <a:pt x="7657157" y="4191632"/>
                  <a:pt x="7655006" y="4191288"/>
                </a:cubicBezTo>
                <a:cubicBezTo>
                  <a:pt x="7652855" y="4190943"/>
                  <a:pt x="7651263" y="4190499"/>
                  <a:pt x="7650231" y="4189954"/>
                </a:cubicBezTo>
                <a:cubicBezTo>
                  <a:pt x="7649198" y="4189409"/>
                  <a:pt x="7648553" y="4188692"/>
                  <a:pt x="7648295" y="4187803"/>
                </a:cubicBezTo>
                <a:cubicBezTo>
                  <a:pt x="7648037" y="4186914"/>
                  <a:pt x="7647879" y="4185752"/>
                  <a:pt x="7647822" y="4184318"/>
                </a:cubicBezTo>
                <a:cubicBezTo>
                  <a:pt x="7647707" y="4182769"/>
                  <a:pt x="7647621" y="4181106"/>
                  <a:pt x="7647564" y="4179328"/>
                </a:cubicBezTo>
                <a:cubicBezTo>
                  <a:pt x="7647506" y="4177550"/>
                  <a:pt x="7647449" y="4175456"/>
                  <a:pt x="7647391" y="4173047"/>
                </a:cubicBezTo>
                <a:cubicBezTo>
                  <a:pt x="7647334" y="4170638"/>
                  <a:pt x="7647305" y="4167770"/>
                  <a:pt x="7647305" y="4164443"/>
                </a:cubicBezTo>
                <a:lnTo>
                  <a:pt x="7647305" y="4148181"/>
                </a:lnTo>
                <a:cubicBezTo>
                  <a:pt x="7647305" y="4146403"/>
                  <a:pt x="7647334" y="4144481"/>
                  <a:pt x="7647391" y="4142416"/>
                </a:cubicBezTo>
                <a:cubicBezTo>
                  <a:pt x="7647391" y="4140351"/>
                  <a:pt x="7647420" y="4138200"/>
                  <a:pt x="7647477" y="4135963"/>
                </a:cubicBezTo>
                <a:cubicBezTo>
                  <a:pt x="7647477" y="4133783"/>
                  <a:pt x="7647535" y="4131661"/>
                  <a:pt x="7647650" y="4129596"/>
                </a:cubicBezTo>
                <a:cubicBezTo>
                  <a:pt x="7649256" y="4128047"/>
                  <a:pt x="7650991" y="4126599"/>
                  <a:pt x="7652855" y="4125251"/>
                </a:cubicBezTo>
                <a:cubicBezTo>
                  <a:pt x="7654719" y="4123903"/>
                  <a:pt x="7656698" y="4122713"/>
                  <a:pt x="7658792" y="4121680"/>
                </a:cubicBezTo>
                <a:cubicBezTo>
                  <a:pt x="7660886" y="4120648"/>
                  <a:pt x="7663080" y="4119845"/>
                  <a:pt x="7665374" y="4119271"/>
                </a:cubicBezTo>
                <a:cubicBezTo>
                  <a:pt x="7667669" y="4118697"/>
                  <a:pt x="7670020" y="4118411"/>
                  <a:pt x="7672429" y="4118411"/>
                </a:cubicBezTo>
                <a:cubicBezTo>
                  <a:pt x="7676789" y="4118411"/>
                  <a:pt x="7680173" y="4119328"/>
                  <a:pt x="7682582" y="4121164"/>
                </a:cubicBezTo>
                <a:cubicBezTo>
                  <a:pt x="7684991" y="4122999"/>
                  <a:pt x="7686784" y="4125380"/>
                  <a:pt x="7687960" y="4128305"/>
                </a:cubicBezTo>
                <a:cubicBezTo>
                  <a:pt x="7689136" y="4131231"/>
                  <a:pt x="7689853" y="4134558"/>
                  <a:pt x="7690111" y="4138286"/>
                </a:cubicBezTo>
                <a:cubicBezTo>
                  <a:pt x="7690369" y="4142015"/>
                  <a:pt x="7690498" y="4145772"/>
                  <a:pt x="7690498" y="4149558"/>
                </a:cubicBezTo>
                <a:cubicBezTo>
                  <a:pt x="7690498" y="4153630"/>
                  <a:pt x="7690441" y="4157559"/>
                  <a:pt x="7690326" y="4161345"/>
                </a:cubicBezTo>
                <a:cubicBezTo>
                  <a:pt x="7690211" y="4165131"/>
                  <a:pt x="7690039" y="4168974"/>
                  <a:pt x="7689810" y="4172875"/>
                </a:cubicBezTo>
                <a:cubicBezTo>
                  <a:pt x="7689580" y="4176775"/>
                  <a:pt x="7689265" y="4180862"/>
                  <a:pt x="7688863" y="4185136"/>
                </a:cubicBezTo>
                <a:cubicBezTo>
                  <a:pt x="7688462" y="4189409"/>
                  <a:pt x="7687974" y="4194070"/>
                  <a:pt x="7687401" y="4199117"/>
                </a:cubicBezTo>
                <a:cubicBezTo>
                  <a:pt x="7689064" y="4199003"/>
                  <a:pt x="7690928" y="4198917"/>
                  <a:pt x="7692993" y="4198859"/>
                </a:cubicBezTo>
                <a:cubicBezTo>
                  <a:pt x="7695058" y="4198802"/>
                  <a:pt x="7697295" y="4198773"/>
                  <a:pt x="7699705" y="4198773"/>
                </a:cubicBezTo>
                <a:cubicBezTo>
                  <a:pt x="7702745" y="4198773"/>
                  <a:pt x="7705656" y="4198802"/>
                  <a:pt x="7708438" y="4198859"/>
                </a:cubicBezTo>
                <a:cubicBezTo>
                  <a:pt x="7711220" y="4198917"/>
                  <a:pt x="7713729" y="4198988"/>
                  <a:pt x="7715966" y="4199074"/>
                </a:cubicBezTo>
                <a:cubicBezTo>
                  <a:pt x="7718203" y="4199160"/>
                  <a:pt x="7720082" y="4199261"/>
                  <a:pt x="7721602" y="4199376"/>
                </a:cubicBezTo>
                <a:cubicBezTo>
                  <a:pt x="7723122" y="4199490"/>
                  <a:pt x="7724111" y="4199576"/>
                  <a:pt x="7724570" y="4199634"/>
                </a:cubicBezTo>
                <a:lnTo>
                  <a:pt x="7727668" y="4192406"/>
                </a:lnTo>
                <a:cubicBezTo>
                  <a:pt x="7723767" y="4192005"/>
                  <a:pt x="7720655" y="4191589"/>
                  <a:pt x="7718332" y="4191158"/>
                </a:cubicBezTo>
                <a:cubicBezTo>
                  <a:pt x="7716009" y="4190728"/>
                  <a:pt x="7714245" y="4190169"/>
                  <a:pt x="7713041" y="4189481"/>
                </a:cubicBezTo>
                <a:cubicBezTo>
                  <a:pt x="7711836" y="4188792"/>
                  <a:pt x="7711048" y="4187903"/>
                  <a:pt x="7710675" y="4186813"/>
                </a:cubicBezTo>
                <a:cubicBezTo>
                  <a:pt x="7710302" y="4185724"/>
                  <a:pt x="7710116" y="4184318"/>
                  <a:pt x="7710116" y="4182597"/>
                </a:cubicBezTo>
                <a:cubicBezTo>
                  <a:pt x="7710116" y="4181450"/>
                  <a:pt x="7710173" y="4179916"/>
                  <a:pt x="7710288" y="4177994"/>
                </a:cubicBezTo>
                <a:cubicBezTo>
                  <a:pt x="7710402" y="4176073"/>
                  <a:pt x="7710531" y="4173936"/>
                  <a:pt x="7710675" y="4171584"/>
                </a:cubicBezTo>
                <a:cubicBezTo>
                  <a:pt x="7710818" y="4169232"/>
                  <a:pt x="7710976" y="4166708"/>
                  <a:pt x="7711148" y="4164012"/>
                </a:cubicBezTo>
                <a:cubicBezTo>
                  <a:pt x="7711320" y="4161317"/>
                  <a:pt x="7711478" y="4158635"/>
                  <a:pt x="7711621" y="4155968"/>
                </a:cubicBezTo>
                <a:cubicBezTo>
                  <a:pt x="7711765" y="4153300"/>
                  <a:pt x="7711894" y="4150705"/>
                  <a:pt x="7712008" y="4148181"/>
                </a:cubicBezTo>
                <a:cubicBezTo>
                  <a:pt x="7712123" y="4145657"/>
                  <a:pt x="7712181" y="4143363"/>
                  <a:pt x="7712181" y="4141298"/>
                </a:cubicBezTo>
                <a:cubicBezTo>
                  <a:pt x="7712181" y="4135676"/>
                  <a:pt x="7711736" y="4130471"/>
                  <a:pt x="7710847" y="4125681"/>
                </a:cubicBezTo>
                <a:cubicBezTo>
                  <a:pt x="7709958" y="4120891"/>
                  <a:pt x="7708452" y="4116733"/>
                  <a:pt x="7706330" y="4113205"/>
                </a:cubicBezTo>
                <a:cubicBezTo>
                  <a:pt x="7704207" y="4109677"/>
                  <a:pt x="7701397" y="4106910"/>
                  <a:pt x="7697898" y="4104902"/>
                </a:cubicBezTo>
                <a:cubicBezTo>
                  <a:pt x="7694399" y="4102894"/>
                  <a:pt x="7690068" y="4101891"/>
                  <a:pt x="7684905" y="4101891"/>
                </a:cubicBezTo>
                <a:cubicBezTo>
                  <a:pt x="7681119" y="4101891"/>
                  <a:pt x="7677549" y="4102407"/>
                  <a:pt x="7674193" y="4103439"/>
                </a:cubicBezTo>
                <a:cubicBezTo>
                  <a:pt x="7670837" y="4104472"/>
                  <a:pt x="7667625" y="4105877"/>
                  <a:pt x="7664557" y="4107655"/>
                </a:cubicBezTo>
                <a:cubicBezTo>
                  <a:pt x="7661488" y="4109434"/>
                  <a:pt x="7658548" y="4111470"/>
                  <a:pt x="7655737" y="4113764"/>
                </a:cubicBezTo>
                <a:cubicBezTo>
                  <a:pt x="7652927" y="4116059"/>
                  <a:pt x="7650174" y="4118468"/>
                  <a:pt x="7647477" y="4120992"/>
                </a:cubicBezTo>
                <a:lnTo>
                  <a:pt x="7646961" y="4120820"/>
                </a:lnTo>
                <a:cubicBezTo>
                  <a:pt x="7646961" y="4116862"/>
                  <a:pt x="7647033" y="4113406"/>
                  <a:pt x="7647176" y="4110452"/>
                </a:cubicBezTo>
                <a:cubicBezTo>
                  <a:pt x="7647320" y="4107498"/>
                  <a:pt x="7647477" y="4104931"/>
                  <a:pt x="7647650" y="4102751"/>
                </a:cubicBezTo>
                <a:close/>
                <a:moveTo>
                  <a:pt x="7590156" y="4101891"/>
                </a:moveTo>
                <a:cubicBezTo>
                  <a:pt x="7588836" y="4102350"/>
                  <a:pt x="7586986" y="4102909"/>
                  <a:pt x="7584606" y="4103568"/>
                </a:cubicBezTo>
                <a:cubicBezTo>
                  <a:pt x="7582225" y="4104228"/>
                  <a:pt x="7579487" y="4104902"/>
                  <a:pt x="7576389" y="4105590"/>
                </a:cubicBezTo>
                <a:cubicBezTo>
                  <a:pt x="7573292" y="4106279"/>
                  <a:pt x="7569893" y="4106938"/>
                  <a:pt x="7566193" y="4107569"/>
                </a:cubicBezTo>
                <a:cubicBezTo>
                  <a:pt x="7562493" y="4108200"/>
                  <a:pt x="7558665" y="4108717"/>
                  <a:pt x="7554707" y="4109118"/>
                </a:cubicBezTo>
                <a:lnTo>
                  <a:pt x="7552986" y="4116174"/>
                </a:lnTo>
                <a:cubicBezTo>
                  <a:pt x="7556542" y="4116174"/>
                  <a:pt x="7559324" y="4116217"/>
                  <a:pt x="7561332" y="4116303"/>
                </a:cubicBezTo>
                <a:cubicBezTo>
                  <a:pt x="7563339" y="4116389"/>
                  <a:pt x="7564860" y="4116690"/>
                  <a:pt x="7565892" y="4117206"/>
                </a:cubicBezTo>
                <a:cubicBezTo>
                  <a:pt x="7566925" y="4117722"/>
                  <a:pt x="7567584" y="4118497"/>
                  <a:pt x="7567871" y="4119529"/>
                </a:cubicBezTo>
                <a:cubicBezTo>
                  <a:pt x="7568157" y="4120562"/>
                  <a:pt x="7568358" y="4122024"/>
                  <a:pt x="7568473" y="4123917"/>
                </a:cubicBezTo>
                <a:cubicBezTo>
                  <a:pt x="7568530" y="4124778"/>
                  <a:pt x="7568602" y="4126126"/>
                  <a:pt x="7568688" y="4127961"/>
                </a:cubicBezTo>
                <a:cubicBezTo>
                  <a:pt x="7568774" y="4129797"/>
                  <a:pt x="7568846" y="4132292"/>
                  <a:pt x="7568904" y="4135447"/>
                </a:cubicBezTo>
                <a:cubicBezTo>
                  <a:pt x="7568960" y="4138602"/>
                  <a:pt x="7569018" y="4142531"/>
                  <a:pt x="7569076" y="4147234"/>
                </a:cubicBezTo>
                <a:cubicBezTo>
                  <a:pt x="7569133" y="4151938"/>
                  <a:pt x="7569162" y="4157645"/>
                  <a:pt x="7569162" y="4164357"/>
                </a:cubicBezTo>
                <a:lnTo>
                  <a:pt x="7569162" y="4169089"/>
                </a:lnTo>
                <a:cubicBezTo>
                  <a:pt x="7569162" y="4171154"/>
                  <a:pt x="7569133" y="4173405"/>
                  <a:pt x="7569076" y="4175843"/>
                </a:cubicBezTo>
                <a:cubicBezTo>
                  <a:pt x="7569018" y="4178281"/>
                  <a:pt x="7568932" y="4180776"/>
                  <a:pt x="7568817" y="4183329"/>
                </a:cubicBezTo>
                <a:cubicBezTo>
                  <a:pt x="7568702" y="4185881"/>
                  <a:pt x="7568530" y="4188219"/>
                  <a:pt x="7568301" y="4190341"/>
                </a:cubicBezTo>
                <a:cubicBezTo>
                  <a:pt x="7564859" y="4190800"/>
                  <a:pt x="7562206" y="4191488"/>
                  <a:pt x="7560342" y="4192406"/>
                </a:cubicBezTo>
                <a:cubicBezTo>
                  <a:pt x="7558478" y="4193324"/>
                  <a:pt x="7557116" y="4194270"/>
                  <a:pt x="7556255" y="4195246"/>
                </a:cubicBezTo>
                <a:cubicBezTo>
                  <a:pt x="7555395" y="4196221"/>
                  <a:pt x="7554893" y="4197153"/>
                  <a:pt x="7554750" y="4198042"/>
                </a:cubicBezTo>
                <a:cubicBezTo>
                  <a:pt x="7554606" y="4198931"/>
                  <a:pt x="7554535" y="4199576"/>
                  <a:pt x="7554535" y="4199978"/>
                </a:cubicBezTo>
                <a:cubicBezTo>
                  <a:pt x="7554821" y="4199920"/>
                  <a:pt x="7555682" y="4199820"/>
                  <a:pt x="7557116" y="4199677"/>
                </a:cubicBezTo>
                <a:cubicBezTo>
                  <a:pt x="7558549" y="4199533"/>
                  <a:pt x="7560385" y="4199404"/>
                  <a:pt x="7562622" y="4199289"/>
                </a:cubicBezTo>
                <a:cubicBezTo>
                  <a:pt x="7564859" y="4199175"/>
                  <a:pt x="7567469" y="4199060"/>
                  <a:pt x="7570452" y="4198945"/>
                </a:cubicBezTo>
                <a:cubicBezTo>
                  <a:pt x="7573435" y="4198831"/>
                  <a:pt x="7576618" y="4198773"/>
                  <a:pt x="7580003" y="4198773"/>
                </a:cubicBezTo>
                <a:cubicBezTo>
                  <a:pt x="7582756" y="4198773"/>
                  <a:pt x="7585437" y="4198802"/>
                  <a:pt x="7588048" y="4198859"/>
                </a:cubicBezTo>
                <a:cubicBezTo>
                  <a:pt x="7590657" y="4198917"/>
                  <a:pt x="7593038" y="4198988"/>
                  <a:pt x="7595189" y="4199074"/>
                </a:cubicBezTo>
                <a:cubicBezTo>
                  <a:pt x="7597340" y="4199160"/>
                  <a:pt x="7599161" y="4199261"/>
                  <a:pt x="7600653" y="4199376"/>
                </a:cubicBezTo>
                <a:cubicBezTo>
                  <a:pt x="7602144" y="4199490"/>
                  <a:pt x="7603119" y="4199576"/>
                  <a:pt x="7603578" y="4199634"/>
                </a:cubicBezTo>
                <a:lnTo>
                  <a:pt x="7606676" y="4192406"/>
                </a:lnTo>
                <a:cubicBezTo>
                  <a:pt x="7602832" y="4192005"/>
                  <a:pt x="7599835" y="4191632"/>
                  <a:pt x="7597684" y="4191288"/>
                </a:cubicBezTo>
                <a:cubicBezTo>
                  <a:pt x="7595533" y="4190943"/>
                  <a:pt x="7593927" y="4190499"/>
                  <a:pt x="7592866" y="4189954"/>
                </a:cubicBezTo>
                <a:cubicBezTo>
                  <a:pt x="7591804" y="4189409"/>
                  <a:pt x="7591145" y="4188706"/>
                  <a:pt x="7590887" y="4187846"/>
                </a:cubicBezTo>
                <a:cubicBezTo>
                  <a:pt x="7590629" y="4186985"/>
                  <a:pt x="7590471" y="4185810"/>
                  <a:pt x="7590414" y="4184318"/>
                </a:cubicBezTo>
                <a:cubicBezTo>
                  <a:pt x="7590299" y="4183343"/>
                  <a:pt x="7590213" y="4182009"/>
                  <a:pt x="7590156" y="4180317"/>
                </a:cubicBezTo>
                <a:cubicBezTo>
                  <a:pt x="7590098" y="4178625"/>
                  <a:pt x="7590055" y="4176775"/>
                  <a:pt x="7590027" y="4174768"/>
                </a:cubicBezTo>
                <a:cubicBezTo>
                  <a:pt x="7589998" y="4172760"/>
                  <a:pt x="7589983" y="4170724"/>
                  <a:pt x="7589984" y="4168659"/>
                </a:cubicBezTo>
                <a:lnTo>
                  <a:pt x="7589984" y="4162894"/>
                </a:lnTo>
                <a:cubicBezTo>
                  <a:pt x="7589983" y="4156240"/>
                  <a:pt x="7589998" y="4150145"/>
                  <a:pt x="7590027" y="4144610"/>
                </a:cubicBezTo>
                <a:cubicBezTo>
                  <a:pt x="7590055" y="4139075"/>
                  <a:pt x="7590127" y="4133912"/>
                  <a:pt x="7590242" y="4129123"/>
                </a:cubicBezTo>
                <a:cubicBezTo>
                  <a:pt x="7590356" y="4124333"/>
                  <a:pt x="7590514" y="4119802"/>
                  <a:pt x="7590715" y="4115528"/>
                </a:cubicBezTo>
                <a:cubicBezTo>
                  <a:pt x="7590915" y="4111255"/>
                  <a:pt x="7591188" y="4107053"/>
                  <a:pt x="7591532" y="4102923"/>
                </a:cubicBezTo>
                <a:close/>
                <a:moveTo>
                  <a:pt x="7207952" y="4101891"/>
                </a:moveTo>
                <a:cubicBezTo>
                  <a:pt x="7206632" y="4102350"/>
                  <a:pt x="7204825" y="4102909"/>
                  <a:pt x="7202531" y="4103568"/>
                </a:cubicBezTo>
                <a:cubicBezTo>
                  <a:pt x="7200236" y="4104228"/>
                  <a:pt x="7197598" y="4104902"/>
                  <a:pt x="7194615" y="4105590"/>
                </a:cubicBezTo>
                <a:cubicBezTo>
                  <a:pt x="7191632" y="4106279"/>
                  <a:pt x="7188348" y="4106938"/>
                  <a:pt x="7184763" y="4107569"/>
                </a:cubicBezTo>
                <a:cubicBezTo>
                  <a:pt x="7181178" y="4108200"/>
                  <a:pt x="7177435" y="4108717"/>
                  <a:pt x="7173535" y="4109118"/>
                </a:cubicBezTo>
                <a:lnTo>
                  <a:pt x="7171814" y="4116174"/>
                </a:lnTo>
                <a:cubicBezTo>
                  <a:pt x="7175428" y="4116174"/>
                  <a:pt x="7178253" y="4116217"/>
                  <a:pt x="7180289" y="4116303"/>
                </a:cubicBezTo>
                <a:cubicBezTo>
                  <a:pt x="7182325" y="4116389"/>
                  <a:pt x="7183860" y="4116675"/>
                  <a:pt x="7184893" y="4117163"/>
                </a:cubicBezTo>
                <a:cubicBezTo>
                  <a:pt x="7185925" y="4117651"/>
                  <a:pt x="7186584" y="4118396"/>
                  <a:pt x="7186871" y="4119400"/>
                </a:cubicBezTo>
                <a:cubicBezTo>
                  <a:pt x="7187158" y="4120404"/>
                  <a:pt x="7187359" y="4121852"/>
                  <a:pt x="7187474" y="4123745"/>
                </a:cubicBezTo>
                <a:cubicBezTo>
                  <a:pt x="7187531" y="4124778"/>
                  <a:pt x="7187603" y="4126240"/>
                  <a:pt x="7187689" y="4128133"/>
                </a:cubicBezTo>
                <a:cubicBezTo>
                  <a:pt x="7187775" y="4130026"/>
                  <a:pt x="7187846" y="4132536"/>
                  <a:pt x="7187904" y="4135662"/>
                </a:cubicBezTo>
                <a:cubicBezTo>
                  <a:pt x="7187961" y="4138788"/>
                  <a:pt x="7188018" y="4142603"/>
                  <a:pt x="7188076" y="4147105"/>
                </a:cubicBezTo>
                <a:cubicBezTo>
                  <a:pt x="7188133" y="4151608"/>
                  <a:pt x="7188162" y="4156957"/>
                  <a:pt x="7188162" y="4163152"/>
                </a:cubicBezTo>
                <a:lnTo>
                  <a:pt x="7188162" y="4167798"/>
                </a:lnTo>
                <a:cubicBezTo>
                  <a:pt x="7188162" y="4169921"/>
                  <a:pt x="7188133" y="4172287"/>
                  <a:pt x="7188076" y="4174897"/>
                </a:cubicBezTo>
                <a:cubicBezTo>
                  <a:pt x="7188018" y="4177507"/>
                  <a:pt x="7187932" y="4180174"/>
                  <a:pt x="7187818" y="4182899"/>
                </a:cubicBezTo>
                <a:cubicBezTo>
                  <a:pt x="7187703" y="4185623"/>
                  <a:pt x="7187531" y="4188104"/>
                  <a:pt x="7187302" y="4190341"/>
                </a:cubicBezTo>
                <a:cubicBezTo>
                  <a:pt x="7183860" y="4190800"/>
                  <a:pt x="7181207" y="4191488"/>
                  <a:pt x="7179343" y="4192406"/>
                </a:cubicBezTo>
                <a:cubicBezTo>
                  <a:pt x="7177478" y="4193324"/>
                  <a:pt x="7176116" y="4194270"/>
                  <a:pt x="7175256" y="4195246"/>
                </a:cubicBezTo>
                <a:cubicBezTo>
                  <a:pt x="7174395" y="4196221"/>
                  <a:pt x="7173893" y="4197153"/>
                  <a:pt x="7173750" y="4198042"/>
                </a:cubicBezTo>
                <a:cubicBezTo>
                  <a:pt x="7173607" y="4198931"/>
                  <a:pt x="7173535" y="4199576"/>
                  <a:pt x="7173535" y="4199978"/>
                </a:cubicBezTo>
                <a:cubicBezTo>
                  <a:pt x="7173822" y="4199920"/>
                  <a:pt x="7174639" y="4199820"/>
                  <a:pt x="7175987" y="4199677"/>
                </a:cubicBezTo>
                <a:cubicBezTo>
                  <a:pt x="7177335" y="4199533"/>
                  <a:pt x="7179128" y="4199404"/>
                  <a:pt x="7181365" y="4199289"/>
                </a:cubicBezTo>
                <a:cubicBezTo>
                  <a:pt x="7183602" y="4199175"/>
                  <a:pt x="7186197" y="4199060"/>
                  <a:pt x="7189152" y="4198945"/>
                </a:cubicBezTo>
                <a:cubicBezTo>
                  <a:pt x="7192105" y="4198831"/>
                  <a:pt x="7195304" y="4198773"/>
                  <a:pt x="7198745" y="4198773"/>
                </a:cubicBezTo>
                <a:cubicBezTo>
                  <a:pt x="7201498" y="4198773"/>
                  <a:pt x="7204223" y="4198802"/>
                  <a:pt x="7206919" y="4198859"/>
                </a:cubicBezTo>
                <a:cubicBezTo>
                  <a:pt x="7209615" y="4198917"/>
                  <a:pt x="7212052" y="4198988"/>
                  <a:pt x="7214233" y="4199074"/>
                </a:cubicBezTo>
                <a:cubicBezTo>
                  <a:pt x="7216412" y="4199160"/>
                  <a:pt x="7218262" y="4199261"/>
                  <a:pt x="7219782" y="4199376"/>
                </a:cubicBezTo>
                <a:cubicBezTo>
                  <a:pt x="7221302" y="4199490"/>
                  <a:pt x="7222291" y="4199576"/>
                  <a:pt x="7222751" y="4199634"/>
                </a:cubicBezTo>
                <a:lnTo>
                  <a:pt x="7225848" y="4192406"/>
                </a:lnTo>
                <a:cubicBezTo>
                  <a:pt x="7222005" y="4192005"/>
                  <a:pt x="7219008" y="4191632"/>
                  <a:pt x="7216857" y="4191288"/>
                </a:cubicBezTo>
                <a:cubicBezTo>
                  <a:pt x="7214706" y="4190943"/>
                  <a:pt x="7213114" y="4190499"/>
                  <a:pt x="7212082" y="4189954"/>
                </a:cubicBezTo>
                <a:cubicBezTo>
                  <a:pt x="7211049" y="4189409"/>
                  <a:pt x="7210404" y="4188692"/>
                  <a:pt x="7210146" y="4187803"/>
                </a:cubicBezTo>
                <a:cubicBezTo>
                  <a:pt x="7209888" y="4186914"/>
                  <a:pt x="7209729" y="4185752"/>
                  <a:pt x="7209672" y="4184318"/>
                </a:cubicBezTo>
                <a:cubicBezTo>
                  <a:pt x="7209557" y="4182769"/>
                  <a:pt x="7209471" y="4181106"/>
                  <a:pt x="7209414" y="4179328"/>
                </a:cubicBezTo>
                <a:cubicBezTo>
                  <a:pt x="7209357" y="4177550"/>
                  <a:pt x="7209299" y="4175456"/>
                  <a:pt x="7209242" y="4173047"/>
                </a:cubicBezTo>
                <a:cubicBezTo>
                  <a:pt x="7209185" y="4170638"/>
                  <a:pt x="7209156" y="4167770"/>
                  <a:pt x="7209156" y="4164443"/>
                </a:cubicBezTo>
                <a:lnTo>
                  <a:pt x="7209156" y="4148181"/>
                </a:lnTo>
                <a:cubicBezTo>
                  <a:pt x="7209156" y="4146403"/>
                  <a:pt x="7209185" y="4144481"/>
                  <a:pt x="7209242" y="4142416"/>
                </a:cubicBezTo>
                <a:cubicBezTo>
                  <a:pt x="7209242" y="4140351"/>
                  <a:pt x="7209271" y="4138200"/>
                  <a:pt x="7209328" y="4135963"/>
                </a:cubicBezTo>
                <a:cubicBezTo>
                  <a:pt x="7209328" y="4133783"/>
                  <a:pt x="7209385" y="4131661"/>
                  <a:pt x="7209500" y="4129596"/>
                </a:cubicBezTo>
                <a:cubicBezTo>
                  <a:pt x="7211106" y="4128047"/>
                  <a:pt x="7212841" y="4126599"/>
                  <a:pt x="7214706" y="4125251"/>
                </a:cubicBezTo>
                <a:cubicBezTo>
                  <a:pt x="7216570" y="4123903"/>
                  <a:pt x="7218549" y="4122713"/>
                  <a:pt x="7220643" y="4121680"/>
                </a:cubicBezTo>
                <a:cubicBezTo>
                  <a:pt x="7222736" y="4120648"/>
                  <a:pt x="7224930" y="4119845"/>
                  <a:pt x="7227225" y="4119271"/>
                </a:cubicBezTo>
                <a:cubicBezTo>
                  <a:pt x="7229519" y="4118697"/>
                  <a:pt x="7231871" y="4118411"/>
                  <a:pt x="7234280" y="4118411"/>
                </a:cubicBezTo>
                <a:cubicBezTo>
                  <a:pt x="7238639" y="4118411"/>
                  <a:pt x="7242024" y="4119328"/>
                  <a:pt x="7244433" y="4121164"/>
                </a:cubicBezTo>
                <a:cubicBezTo>
                  <a:pt x="7246842" y="4122999"/>
                  <a:pt x="7248635" y="4125380"/>
                  <a:pt x="7249811" y="4128305"/>
                </a:cubicBezTo>
                <a:cubicBezTo>
                  <a:pt x="7250986" y="4131231"/>
                  <a:pt x="7251704" y="4134558"/>
                  <a:pt x="7251962" y="4138286"/>
                </a:cubicBezTo>
                <a:cubicBezTo>
                  <a:pt x="7252220" y="4142015"/>
                  <a:pt x="7252349" y="4145772"/>
                  <a:pt x="7252349" y="4149558"/>
                </a:cubicBezTo>
                <a:cubicBezTo>
                  <a:pt x="7252349" y="4153630"/>
                  <a:pt x="7252291" y="4157559"/>
                  <a:pt x="7252177" y="4161345"/>
                </a:cubicBezTo>
                <a:cubicBezTo>
                  <a:pt x="7252062" y="4165131"/>
                  <a:pt x="7251890" y="4168974"/>
                  <a:pt x="7251661" y="4172875"/>
                </a:cubicBezTo>
                <a:cubicBezTo>
                  <a:pt x="7251431" y="4176775"/>
                  <a:pt x="7251115" y="4180862"/>
                  <a:pt x="7250714" y="4185136"/>
                </a:cubicBezTo>
                <a:cubicBezTo>
                  <a:pt x="7250312" y="4189409"/>
                  <a:pt x="7249825" y="4194070"/>
                  <a:pt x="7249251" y="4199117"/>
                </a:cubicBezTo>
                <a:cubicBezTo>
                  <a:pt x="7250915" y="4199003"/>
                  <a:pt x="7252779" y="4198917"/>
                  <a:pt x="7254844" y="4198859"/>
                </a:cubicBezTo>
                <a:cubicBezTo>
                  <a:pt x="7256909" y="4198802"/>
                  <a:pt x="7259146" y="4198773"/>
                  <a:pt x="7261555" y="4198773"/>
                </a:cubicBezTo>
                <a:cubicBezTo>
                  <a:pt x="7264595" y="4198773"/>
                  <a:pt x="7267506" y="4198802"/>
                  <a:pt x="7270288" y="4198859"/>
                </a:cubicBezTo>
                <a:cubicBezTo>
                  <a:pt x="7273070" y="4198917"/>
                  <a:pt x="7275580" y="4198988"/>
                  <a:pt x="7277817" y="4199074"/>
                </a:cubicBezTo>
                <a:cubicBezTo>
                  <a:pt x="7280054" y="4199160"/>
                  <a:pt x="7281933" y="4199261"/>
                  <a:pt x="7283453" y="4199376"/>
                </a:cubicBezTo>
                <a:cubicBezTo>
                  <a:pt x="7284972" y="4199490"/>
                  <a:pt x="7285962" y="4199576"/>
                  <a:pt x="7286421" y="4199634"/>
                </a:cubicBezTo>
                <a:lnTo>
                  <a:pt x="7289519" y="4192406"/>
                </a:lnTo>
                <a:cubicBezTo>
                  <a:pt x="7285618" y="4192005"/>
                  <a:pt x="7282506" y="4191589"/>
                  <a:pt x="7280183" y="4191158"/>
                </a:cubicBezTo>
                <a:cubicBezTo>
                  <a:pt x="7277860" y="4190728"/>
                  <a:pt x="7276096" y="4190169"/>
                  <a:pt x="7274892" y="4189481"/>
                </a:cubicBezTo>
                <a:cubicBezTo>
                  <a:pt x="7273687" y="4188792"/>
                  <a:pt x="7272898" y="4187903"/>
                  <a:pt x="7272526" y="4186813"/>
                </a:cubicBezTo>
                <a:cubicBezTo>
                  <a:pt x="7272152" y="4185724"/>
                  <a:pt x="7271966" y="4184318"/>
                  <a:pt x="7271966" y="4182597"/>
                </a:cubicBezTo>
                <a:cubicBezTo>
                  <a:pt x="7271966" y="4181450"/>
                  <a:pt x="7272023" y="4179916"/>
                  <a:pt x="7272138" y="4177994"/>
                </a:cubicBezTo>
                <a:cubicBezTo>
                  <a:pt x="7272253" y="4176073"/>
                  <a:pt x="7272382" y="4173936"/>
                  <a:pt x="7272526" y="4171584"/>
                </a:cubicBezTo>
                <a:cubicBezTo>
                  <a:pt x="7272669" y="4169232"/>
                  <a:pt x="7272827" y="4166708"/>
                  <a:pt x="7272999" y="4164012"/>
                </a:cubicBezTo>
                <a:cubicBezTo>
                  <a:pt x="7273171" y="4161317"/>
                  <a:pt x="7273328" y="4158635"/>
                  <a:pt x="7273472" y="4155968"/>
                </a:cubicBezTo>
                <a:cubicBezTo>
                  <a:pt x="7273615" y="4153300"/>
                  <a:pt x="7273744" y="4150705"/>
                  <a:pt x="7273859" y="4148181"/>
                </a:cubicBezTo>
                <a:cubicBezTo>
                  <a:pt x="7273974" y="4145657"/>
                  <a:pt x="7274031" y="4143363"/>
                  <a:pt x="7274031" y="4141298"/>
                </a:cubicBezTo>
                <a:cubicBezTo>
                  <a:pt x="7274031" y="4135676"/>
                  <a:pt x="7273587" y="4130471"/>
                  <a:pt x="7272698" y="4125681"/>
                </a:cubicBezTo>
                <a:cubicBezTo>
                  <a:pt x="7271808" y="4120891"/>
                  <a:pt x="7270302" y="4116733"/>
                  <a:pt x="7268180" y="4113205"/>
                </a:cubicBezTo>
                <a:cubicBezTo>
                  <a:pt x="7266058" y="4109677"/>
                  <a:pt x="7263247" y="4106910"/>
                  <a:pt x="7259748" y="4104902"/>
                </a:cubicBezTo>
                <a:cubicBezTo>
                  <a:pt x="7256249" y="4102894"/>
                  <a:pt x="7251919" y="4101891"/>
                  <a:pt x="7246756" y="4101891"/>
                </a:cubicBezTo>
                <a:cubicBezTo>
                  <a:pt x="7242970" y="4101891"/>
                  <a:pt x="7239400" y="4102407"/>
                  <a:pt x="7236044" y="4103439"/>
                </a:cubicBezTo>
                <a:cubicBezTo>
                  <a:pt x="7232688" y="4104472"/>
                  <a:pt x="7229476" y="4105877"/>
                  <a:pt x="7226407" y="4107655"/>
                </a:cubicBezTo>
                <a:cubicBezTo>
                  <a:pt x="7223338" y="4109434"/>
                  <a:pt x="7220398" y="4111470"/>
                  <a:pt x="7217588" y="4113764"/>
                </a:cubicBezTo>
                <a:cubicBezTo>
                  <a:pt x="7214777" y="4116059"/>
                  <a:pt x="7212024" y="4118468"/>
                  <a:pt x="7209328" y="4120992"/>
                </a:cubicBezTo>
                <a:lnTo>
                  <a:pt x="7208812" y="4120820"/>
                </a:lnTo>
                <a:cubicBezTo>
                  <a:pt x="7208812" y="4116862"/>
                  <a:pt x="7208883" y="4113406"/>
                  <a:pt x="7209027" y="4110452"/>
                </a:cubicBezTo>
                <a:cubicBezTo>
                  <a:pt x="7209170" y="4107498"/>
                  <a:pt x="7209328" y="4104931"/>
                  <a:pt x="7209500" y="4102751"/>
                </a:cubicBezTo>
                <a:close/>
                <a:moveTo>
                  <a:pt x="7152006" y="4101891"/>
                </a:moveTo>
                <a:cubicBezTo>
                  <a:pt x="7150687" y="4102350"/>
                  <a:pt x="7148837" y="4102909"/>
                  <a:pt x="7146456" y="4103568"/>
                </a:cubicBezTo>
                <a:cubicBezTo>
                  <a:pt x="7144076" y="4104228"/>
                  <a:pt x="7141337" y="4104902"/>
                  <a:pt x="7138240" y="4105590"/>
                </a:cubicBezTo>
                <a:cubicBezTo>
                  <a:pt x="7135142" y="4106279"/>
                  <a:pt x="7131743" y="4106938"/>
                  <a:pt x="7128044" y="4107569"/>
                </a:cubicBezTo>
                <a:cubicBezTo>
                  <a:pt x="7124344" y="4108200"/>
                  <a:pt x="7120515" y="4108717"/>
                  <a:pt x="7116557" y="4109118"/>
                </a:cubicBezTo>
                <a:lnTo>
                  <a:pt x="7114836" y="4116174"/>
                </a:lnTo>
                <a:cubicBezTo>
                  <a:pt x="7118393" y="4116174"/>
                  <a:pt x="7121175" y="4116217"/>
                  <a:pt x="7123182" y="4116303"/>
                </a:cubicBezTo>
                <a:cubicBezTo>
                  <a:pt x="7125190" y="4116389"/>
                  <a:pt x="7126710" y="4116690"/>
                  <a:pt x="7127743" y="4117206"/>
                </a:cubicBezTo>
                <a:cubicBezTo>
                  <a:pt x="7128775" y="4117722"/>
                  <a:pt x="7129435" y="4118497"/>
                  <a:pt x="7129721" y="4119529"/>
                </a:cubicBezTo>
                <a:cubicBezTo>
                  <a:pt x="7130008" y="4120562"/>
                  <a:pt x="7130209" y="4122024"/>
                  <a:pt x="7130324" y="4123917"/>
                </a:cubicBezTo>
                <a:cubicBezTo>
                  <a:pt x="7130381" y="4124778"/>
                  <a:pt x="7130453" y="4126126"/>
                  <a:pt x="7130539" y="4127961"/>
                </a:cubicBezTo>
                <a:cubicBezTo>
                  <a:pt x="7130625" y="4129797"/>
                  <a:pt x="7130696" y="4132292"/>
                  <a:pt x="7130754" y="4135447"/>
                </a:cubicBezTo>
                <a:cubicBezTo>
                  <a:pt x="7130811" y="4138602"/>
                  <a:pt x="7130868" y="4142531"/>
                  <a:pt x="7130926" y="4147234"/>
                </a:cubicBezTo>
                <a:cubicBezTo>
                  <a:pt x="7130983" y="4151938"/>
                  <a:pt x="7131012" y="4157645"/>
                  <a:pt x="7131012" y="4164357"/>
                </a:cubicBezTo>
                <a:lnTo>
                  <a:pt x="7131012" y="4169089"/>
                </a:lnTo>
                <a:cubicBezTo>
                  <a:pt x="7131012" y="4171154"/>
                  <a:pt x="7130983" y="4173405"/>
                  <a:pt x="7130926" y="4175843"/>
                </a:cubicBezTo>
                <a:cubicBezTo>
                  <a:pt x="7130868" y="4178281"/>
                  <a:pt x="7130782" y="4180776"/>
                  <a:pt x="7130668" y="4183329"/>
                </a:cubicBezTo>
                <a:cubicBezTo>
                  <a:pt x="7130553" y="4185881"/>
                  <a:pt x="7130381" y="4188219"/>
                  <a:pt x="7130152" y="4190341"/>
                </a:cubicBezTo>
                <a:cubicBezTo>
                  <a:pt x="7126710" y="4190800"/>
                  <a:pt x="7124057" y="4191488"/>
                  <a:pt x="7122193" y="4192406"/>
                </a:cubicBezTo>
                <a:cubicBezTo>
                  <a:pt x="7120328" y="4193324"/>
                  <a:pt x="7118966" y="4194270"/>
                  <a:pt x="7118106" y="4195246"/>
                </a:cubicBezTo>
                <a:cubicBezTo>
                  <a:pt x="7117245" y="4196221"/>
                  <a:pt x="7116743" y="4197153"/>
                  <a:pt x="7116600" y="4198042"/>
                </a:cubicBezTo>
                <a:cubicBezTo>
                  <a:pt x="7116457" y="4198931"/>
                  <a:pt x="7116385" y="4199576"/>
                  <a:pt x="7116385" y="4199978"/>
                </a:cubicBezTo>
                <a:cubicBezTo>
                  <a:pt x="7116672" y="4199920"/>
                  <a:pt x="7117532" y="4199820"/>
                  <a:pt x="7118966" y="4199677"/>
                </a:cubicBezTo>
                <a:cubicBezTo>
                  <a:pt x="7120401" y="4199533"/>
                  <a:pt x="7122236" y="4199404"/>
                  <a:pt x="7124473" y="4199289"/>
                </a:cubicBezTo>
                <a:cubicBezTo>
                  <a:pt x="7126710" y="4199175"/>
                  <a:pt x="7129320" y="4199060"/>
                  <a:pt x="7132303" y="4198945"/>
                </a:cubicBezTo>
                <a:cubicBezTo>
                  <a:pt x="7135285" y="4198831"/>
                  <a:pt x="7138469" y="4198773"/>
                  <a:pt x="7141853" y="4198773"/>
                </a:cubicBezTo>
                <a:cubicBezTo>
                  <a:pt x="7144606" y="4198773"/>
                  <a:pt x="7147288" y="4198802"/>
                  <a:pt x="7149898" y="4198859"/>
                </a:cubicBezTo>
                <a:cubicBezTo>
                  <a:pt x="7152508" y="4198917"/>
                  <a:pt x="7154888" y="4198988"/>
                  <a:pt x="7157040" y="4199074"/>
                </a:cubicBezTo>
                <a:cubicBezTo>
                  <a:pt x="7159190" y="4199160"/>
                  <a:pt x="7161012" y="4199261"/>
                  <a:pt x="7162503" y="4199376"/>
                </a:cubicBezTo>
                <a:cubicBezTo>
                  <a:pt x="7163994" y="4199490"/>
                  <a:pt x="7164970" y="4199576"/>
                  <a:pt x="7165429" y="4199634"/>
                </a:cubicBezTo>
                <a:lnTo>
                  <a:pt x="7168526" y="4192406"/>
                </a:lnTo>
                <a:cubicBezTo>
                  <a:pt x="7164683" y="4192005"/>
                  <a:pt x="7161686" y="4191632"/>
                  <a:pt x="7159535" y="4191288"/>
                </a:cubicBezTo>
                <a:cubicBezTo>
                  <a:pt x="7157383" y="4190943"/>
                  <a:pt x="7155777" y="4190499"/>
                  <a:pt x="7154716" y="4189954"/>
                </a:cubicBezTo>
                <a:cubicBezTo>
                  <a:pt x="7153655" y="4189409"/>
                  <a:pt x="7152996" y="4188706"/>
                  <a:pt x="7152738" y="4187846"/>
                </a:cubicBezTo>
                <a:cubicBezTo>
                  <a:pt x="7152479" y="4186985"/>
                  <a:pt x="7152322" y="4185810"/>
                  <a:pt x="7152264" y="4184318"/>
                </a:cubicBezTo>
                <a:cubicBezTo>
                  <a:pt x="7152150" y="4183343"/>
                  <a:pt x="7152064" y="4182009"/>
                  <a:pt x="7152006" y="4180317"/>
                </a:cubicBezTo>
                <a:cubicBezTo>
                  <a:pt x="7151949" y="4178625"/>
                  <a:pt x="7151906" y="4176775"/>
                  <a:pt x="7151877" y="4174768"/>
                </a:cubicBezTo>
                <a:cubicBezTo>
                  <a:pt x="7151849" y="4172760"/>
                  <a:pt x="7151834" y="4170724"/>
                  <a:pt x="7151834" y="4168659"/>
                </a:cubicBezTo>
                <a:lnTo>
                  <a:pt x="7151834" y="4162894"/>
                </a:lnTo>
                <a:cubicBezTo>
                  <a:pt x="7151834" y="4156240"/>
                  <a:pt x="7151849" y="4150145"/>
                  <a:pt x="7151877" y="4144610"/>
                </a:cubicBezTo>
                <a:cubicBezTo>
                  <a:pt x="7151906" y="4139075"/>
                  <a:pt x="7151977" y="4133912"/>
                  <a:pt x="7152092" y="4129123"/>
                </a:cubicBezTo>
                <a:cubicBezTo>
                  <a:pt x="7152207" y="4124333"/>
                  <a:pt x="7152365" y="4119802"/>
                  <a:pt x="7152565" y="4115528"/>
                </a:cubicBezTo>
                <a:cubicBezTo>
                  <a:pt x="7152766" y="4111255"/>
                  <a:pt x="7153039" y="4107053"/>
                  <a:pt x="7153383" y="4102923"/>
                </a:cubicBezTo>
                <a:close/>
                <a:moveTo>
                  <a:pt x="6712566" y="4101891"/>
                </a:moveTo>
                <a:cubicBezTo>
                  <a:pt x="6711246" y="4102350"/>
                  <a:pt x="6709468" y="4102909"/>
                  <a:pt x="6707231" y="4103568"/>
                </a:cubicBezTo>
                <a:cubicBezTo>
                  <a:pt x="6704994" y="4104228"/>
                  <a:pt x="6702370" y="4104902"/>
                  <a:pt x="6699358" y="4105590"/>
                </a:cubicBezTo>
                <a:cubicBezTo>
                  <a:pt x="6696347" y="4106279"/>
                  <a:pt x="6693048" y="4106938"/>
                  <a:pt x="6689463" y="4107569"/>
                </a:cubicBezTo>
                <a:cubicBezTo>
                  <a:pt x="6685878" y="4108200"/>
                  <a:pt x="6682107" y="4108717"/>
                  <a:pt x="6678149" y="4109118"/>
                </a:cubicBezTo>
                <a:lnTo>
                  <a:pt x="6676428" y="4116174"/>
                </a:lnTo>
                <a:cubicBezTo>
                  <a:pt x="6679927" y="4116174"/>
                  <a:pt x="6682695" y="4116217"/>
                  <a:pt x="6684731" y="4116303"/>
                </a:cubicBezTo>
                <a:cubicBezTo>
                  <a:pt x="6686767" y="4116389"/>
                  <a:pt x="6688316" y="4116690"/>
                  <a:pt x="6689377" y="4117206"/>
                </a:cubicBezTo>
                <a:cubicBezTo>
                  <a:pt x="6690438" y="4117722"/>
                  <a:pt x="6691127" y="4118497"/>
                  <a:pt x="6691442" y="4119529"/>
                </a:cubicBezTo>
                <a:cubicBezTo>
                  <a:pt x="6691758" y="4120562"/>
                  <a:pt x="6691973" y="4122024"/>
                  <a:pt x="6692088" y="4123917"/>
                </a:cubicBezTo>
                <a:cubicBezTo>
                  <a:pt x="6692260" y="4126097"/>
                  <a:pt x="6692417" y="4130084"/>
                  <a:pt x="6692561" y="4135877"/>
                </a:cubicBezTo>
                <a:cubicBezTo>
                  <a:pt x="6692704" y="4141670"/>
                  <a:pt x="6692776" y="4149013"/>
                  <a:pt x="6692776" y="4157904"/>
                </a:cubicBezTo>
                <a:lnTo>
                  <a:pt x="6692776" y="4164959"/>
                </a:lnTo>
                <a:cubicBezTo>
                  <a:pt x="6692776" y="4167598"/>
                  <a:pt x="6692747" y="4170365"/>
                  <a:pt x="6692690" y="4173262"/>
                </a:cubicBezTo>
                <a:cubicBezTo>
                  <a:pt x="6692632" y="4176159"/>
                  <a:pt x="6692546" y="4179070"/>
                  <a:pt x="6692432" y="4181995"/>
                </a:cubicBezTo>
                <a:cubicBezTo>
                  <a:pt x="6692317" y="4184920"/>
                  <a:pt x="6692145" y="4187702"/>
                  <a:pt x="6691916" y="4190341"/>
                </a:cubicBezTo>
                <a:cubicBezTo>
                  <a:pt x="6688474" y="4190800"/>
                  <a:pt x="6685821" y="4191488"/>
                  <a:pt x="6683957" y="4192406"/>
                </a:cubicBezTo>
                <a:cubicBezTo>
                  <a:pt x="6682092" y="4193324"/>
                  <a:pt x="6680730" y="4194270"/>
                  <a:pt x="6679870" y="4195246"/>
                </a:cubicBezTo>
                <a:cubicBezTo>
                  <a:pt x="6679009" y="4196221"/>
                  <a:pt x="6678507" y="4197153"/>
                  <a:pt x="6678364" y="4198042"/>
                </a:cubicBezTo>
                <a:cubicBezTo>
                  <a:pt x="6678221" y="4198931"/>
                  <a:pt x="6678149" y="4199576"/>
                  <a:pt x="6678149" y="4199978"/>
                </a:cubicBezTo>
                <a:cubicBezTo>
                  <a:pt x="6678378" y="4199920"/>
                  <a:pt x="6679210" y="4199820"/>
                  <a:pt x="6680644" y="4199677"/>
                </a:cubicBezTo>
                <a:cubicBezTo>
                  <a:pt x="6682078" y="4199533"/>
                  <a:pt x="6683928" y="4199404"/>
                  <a:pt x="6686194" y="4199289"/>
                </a:cubicBezTo>
                <a:cubicBezTo>
                  <a:pt x="6688459" y="4199175"/>
                  <a:pt x="6691098" y="4199060"/>
                  <a:pt x="6694110" y="4198945"/>
                </a:cubicBezTo>
                <a:cubicBezTo>
                  <a:pt x="6697121" y="4198831"/>
                  <a:pt x="6700319" y="4198773"/>
                  <a:pt x="6703703" y="4198773"/>
                </a:cubicBezTo>
                <a:cubicBezTo>
                  <a:pt x="6706399" y="4198773"/>
                  <a:pt x="6709210" y="4198802"/>
                  <a:pt x="6712135" y="4198859"/>
                </a:cubicBezTo>
                <a:cubicBezTo>
                  <a:pt x="6715061" y="4198917"/>
                  <a:pt x="6717814" y="4198988"/>
                  <a:pt x="6720395" y="4199074"/>
                </a:cubicBezTo>
                <a:cubicBezTo>
                  <a:pt x="6722977" y="4199160"/>
                  <a:pt x="6725199" y="4199261"/>
                  <a:pt x="6727063" y="4199376"/>
                </a:cubicBezTo>
                <a:cubicBezTo>
                  <a:pt x="6728928" y="4199490"/>
                  <a:pt x="6730118" y="4199576"/>
                  <a:pt x="6730634" y="4199634"/>
                </a:cubicBezTo>
                <a:lnTo>
                  <a:pt x="6733732" y="4192406"/>
                </a:lnTo>
                <a:cubicBezTo>
                  <a:pt x="6729028" y="4192005"/>
                  <a:pt x="6725371" y="4191646"/>
                  <a:pt x="6722761" y="4191331"/>
                </a:cubicBezTo>
                <a:cubicBezTo>
                  <a:pt x="6720151" y="4191015"/>
                  <a:pt x="6718215" y="4190571"/>
                  <a:pt x="6716954" y="4189997"/>
                </a:cubicBezTo>
                <a:cubicBezTo>
                  <a:pt x="6715692" y="4189423"/>
                  <a:pt x="6714917" y="4188692"/>
                  <a:pt x="6714631" y="4187803"/>
                </a:cubicBezTo>
                <a:cubicBezTo>
                  <a:pt x="6714344" y="4186914"/>
                  <a:pt x="6714172" y="4185695"/>
                  <a:pt x="6714114" y="4184146"/>
                </a:cubicBezTo>
                <a:cubicBezTo>
                  <a:pt x="6713999" y="4182884"/>
                  <a:pt x="6713913" y="4181436"/>
                  <a:pt x="6713856" y="4179801"/>
                </a:cubicBezTo>
                <a:cubicBezTo>
                  <a:pt x="6713799" y="4178166"/>
                  <a:pt x="6713756" y="4176245"/>
                  <a:pt x="6713727" y="4174036"/>
                </a:cubicBezTo>
                <a:cubicBezTo>
                  <a:pt x="6713698" y="4171828"/>
                  <a:pt x="6713670" y="4169304"/>
                  <a:pt x="6713641" y="4166465"/>
                </a:cubicBezTo>
                <a:cubicBezTo>
                  <a:pt x="6713612" y="4163625"/>
                  <a:pt x="6713598" y="4160399"/>
                  <a:pt x="6713598" y="4156785"/>
                </a:cubicBezTo>
                <a:lnTo>
                  <a:pt x="6713598" y="4143363"/>
                </a:lnTo>
                <a:cubicBezTo>
                  <a:pt x="6713598" y="4139462"/>
                  <a:pt x="6713655" y="4135848"/>
                  <a:pt x="6713770" y="4132521"/>
                </a:cubicBezTo>
                <a:cubicBezTo>
                  <a:pt x="6715835" y="4129080"/>
                  <a:pt x="6718302" y="4126269"/>
                  <a:pt x="6721170" y="4124089"/>
                </a:cubicBezTo>
                <a:cubicBezTo>
                  <a:pt x="6724038" y="4121910"/>
                  <a:pt x="6727365" y="4120820"/>
                  <a:pt x="6731150" y="4120820"/>
                </a:cubicBezTo>
                <a:cubicBezTo>
                  <a:pt x="6733560" y="4120820"/>
                  <a:pt x="6735739" y="4121408"/>
                  <a:pt x="6737690" y="4122584"/>
                </a:cubicBezTo>
                <a:cubicBezTo>
                  <a:pt x="6739640" y="4123759"/>
                  <a:pt x="6740959" y="4125810"/>
                  <a:pt x="6741647" y="4128736"/>
                </a:cubicBezTo>
                <a:cubicBezTo>
                  <a:pt x="6744286" y="4128736"/>
                  <a:pt x="6746580" y="4128363"/>
                  <a:pt x="6748531" y="4127617"/>
                </a:cubicBezTo>
                <a:cubicBezTo>
                  <a:pt x="6750481" y="4126871"/>
                  <a:pt x="6752101" y="4125882"/>
                  <a:pt x="6753392" y="4124649"/>
                </a:cubicBezTo>
                <a:cubicBezTo>
                  <a:pt x="6754683" y="4123415"/>
                  <a:pt x="6755658" y="4121996"/>
                  <a:pt x="6756318" y="4120390"/>
                </a:cubicBezTo>
                <a:cubicBezTo>
                  <a:pt x="6756977" y="4118783"/>
                  <a:pt x="6757307" y="4117120"/>
                  <a:pt x="6757307" y="4115399"/>
                </a:cubicBezTo>
                <a:lnTo>
                  <a:pt x="6756876" y="4113036"/>
                </a:lnTo>
                <a:lnTo>
                  <a:pt x="6761379" y="4113592"/>
                </a:lnTo>
                <a:cubicBezTo>
                  <a:pt x="6763271" y="4113879"/>
                  <a:pt x="6764892" y="4114295"/>
                  <a:pt x="6766240" y="4114840"/>
                </a:cubicBezTo>
                <a:cubicBezTo>
                  <a:pt x="6767588" y="4115385"/>
                  <a:pt x="6768750" y="4116145"/>
                  <a:pt x="6769725" y="4117120"/>
                </a:cubicBezTo>
                <a:cubicBezTo>
                  <a:pt x="6770700" y="4118095"/>
                  <a:pt x="6771675" y="4119386"/>
                  <a:pt x="6772650" y="4120992"/>
                </a:cubicBezTo>
                <a:cubicBezTo>
                  <a:pt x="6773453" y="4122483"/>
                  <a:pt x="6774514" y="4124706"/>
                  <a:pt x="6775834" y="4127660"/>
                </a:cubicBezTo>
                <a:cubicBezTo>
                  <a:pt x="6777153" y="4130614"/>
                  <a:pt x="6778630" y="4134084"/>
                  <a:pt x="6780265" y="4138071"/>
                </a:cubicBezTo>
                <a:cubicBezTo>
                  <a:pt x="6781900" y="4142058"/>
                  <a:pt x="6783678" y="4146489"/>
                  <a:pt x="6785599" y="4151364"/>
                </a:cubicBezTo>
                <a:cubicBezTo>
                  <a:pt x="6787521" y="4156240"/>
                  <a:pt x="6789486" y="4161345"/>
                  <a:pt x="6791493" y="4166680"/>
                </a:cubicBezTo>
                <a:cubicBezTo>
                  <a:pt x="6793501" y="4172014"/>
                  <a:pt x="6795523" y="4177464"/>
                  <a:pt x="6797559" y="4183028"/>
                </a:cubicBezTo>
                <a:cubicBezTo>
                  <a:pt x="6799595" y="4188592"/>
                  <a:pt x="6801560" y="4194070"/>
                  <a:pt x="6803453" y="4199462"/>
                </a:cubicBezTo>
                <a:cubicBezTo>
                  <a:pt x="6803969" y="4199404"/>
                  <a:pt x="6804571" y="4199347"/>
                  <a:pt x="6805260" y="4199289"/>
                </a:cubicBezTo>
                <a:cubicBezTo>
                  <a:pt x="6805891" y="4199175"/>
                  <a:pt x="6806550" y="4199089"/>
                  <a:pt x="6807239" y="4199031"/>
                </a:cubicBezTo>
                <a:cubicBezTo>
                  <a:pt x="6807870" y="4198974"/>
                  <a:pt x="6808443" y="4198917"/>
                  <a:pt x="6808960" y="4198859"/>
                </a:cubicBezTo>
                <a:cubicBezTo>
                  <a:pt x="6809476" y="4198802"/>
                  <a:pt x="6809877" y="4198773"/>
                  <a:pt x="6810164" y="4198773"/>
                </a:cubicBezTo>
                <a:lnTo>
                  <a:pt x="6810336" y="4198773"/>
                </a:lnTo>
                <a:cubicBezTo>
                  <a:pt x="6807755" y="4204968"/>
                  <a:pt x="6805159" y="4210690"/>
                  <a:pt x="6802550" y="4215938"/>
                </a:cubicBezTo>
                <a:cubicBezTo>
                  <a:pt x="6799940" y="4221187"/>
                  <a:pt x="6796985" y="4225733"/>
                  <a:pt x="6793687" y="4229576"/>
                </a:cubicBezTo>
                <a:cubicBezTo>
                  <a:pt x="6790389" y="4233419"/>
                  <a:pt x="6786632" y="4236416"/>
                  <a:pt x="6782416" y="4238567"/>
                </a:cubicBezTo>
                <a:cubicBezTo>
                  <a:pt x="6778200" y="4240718"/>
                  <a:pt x="6773224" y="4241794"/>
                  <a:pt x="6767488" y="4241794"/>
                </a:cubicBezTo>
                <a:cubicBezTo>
                  <a:pt x="6765709" y="4241794"/>
                  <a:pt x="6763788" y="4241665"/>
                  <a:pt x="6761723" y="4241407"/>
                </a:cubicBezTo>
                <a:cubicBezTo>
                  <a:pt x="6759658" y="4241149"/>
                  <a:pt x="6757507" y="4240704"/>
                  <a:pt x="6755270" y="4240073"/>
                </a:cubicBezTo>
                <a:cubicBezTo>
                  <a:pt x="6754753" y="4241392"/>
                  <a:pt x="6754395" y="4242697"/>
                  <a:pt x="6754194" y="4243988"/>
                </a:cubicBezTo>
                <a:cubicBezTo>
                  <a:pt x="6753994" y="4245279"/>
                  <a:pt x="6753893" y="4246440"/>
                  <a:pt x="6753893" y="4247473"/>
                </a:cubicBezTo>
                <a:cubicBezTo>
                  <a:pt x="6753893" y="4251717"/>
                  <a:pt x="6755212" y="4254987"/>
                  <a:pt x="6757851" y="4257281"/>
                </a:cubicBezTo>
                <a:cubicBezTo>
                  <a:pt x="6760490" y="4259576"/>
                  <a:pt x="6764218" y="4260723"/>
                  <a:pt x="6769037" y="4260723"/>
                </a:cubicBezTo>
                <a:cubicBezTo>
                  <a:pt x="6774428" y="4260723"/>
                  <a:pt x="6779462" y="4259203"/>
                  <a:pt x="6784137" y="4256163"/>
                </a:cubicBezTo>
                <a:cubicBezTo>
                  <a:pt x="6788811" y="4253123"/>
                  <a:pt x="6793228" y="4248878"/>
                  <a:pt x="6797387" y="4243429"/>
                </a:cubicBezTo>
                <a:cubicBezTo>
                  <a:pt x="6801546" y="4237979"/>
                  <a:pt x="6805518" y="4231455"/>
                  <a:pt x="6809304" y="4223854"/>
                </a:cubicBezTo>
                <a:cubicBezTo>
                  <a:pt x="6813090" y="4216254"/>
                  <a:pt x="6816818" y="4207894"/>
                  <a:pt x="6820489" y="4198773"/>
                </a:cubicBezTo>
                <a:cubicBezTo>
                  <a:pt x="6822898" y="4192808"/>
                  <a:pt x="6825322" y="4186527"/>
                  <a:pt x="6827760" y="4179930"/>
                </a:cubicBezTo>
                <a:cubicBezTo>
                  <a:pt x="6830197" y="4173334"/>
                  <a:pt x="6832678" y="4166508"/>
                  <a:pt x="6835202" y="4159452"/>
                </a:cubicBezTo>
                <a:cubicBezTo>
                  <a:pt x="6837726" y="4152397"/>
                  <a:pt x="6840322" y="4145169"/>
                  <a:pt x="6842989" y="4137770"/>
                </a:cubicBezTo>
                <a:cubicBezTo>
                  <a:pt x="6845656" y="4130370"/>
                  <a:pt x="6848424" y="4122885"/>
                  <a:pt x="6851292" y="4115313"/>
                </a:cubicBezTo>
                <a:cubicBezTo>
                  <a:pt x="6854504" y="4114969"/>
                  <a:pt x="6857200" y="4114496"/>
                  <a:pt x="6859380" y="4113893"/>
                </a:cubicBezTo>
                <a:cubicBezTo>
                  <a:pt x="6861559" y="4113291"/>
                  <a:pt x="6863294" y="4112560"/>
                  <a:pt x="6864585" y="4111699"/>
                </a:cubicBezTo>
                <a:cubicBezTo>
                  <a:pt x="6865876" y="4110839"/>
                  <a:pt x="6866794" y="4109878"/>
                  <a:pt x="6867339" y="4108817"/>
                </a:cubicBezTo>
                <a:cubicBezTo>
                  <a:pt x="6867883" y="4107756"/>
                  <a:pt x="6868156" y="4106594"/>
                  <a:pt x="6868156" y="4105332"/>
                </a:cubicBezTo>
                <a:cubicBezTo>
                  <a:pt x="6867181" y="4105447"/>
                  <a:pt x="6864743" y="4105676"/>
                  <a:pt x="6860843" y="4106021"/>
                </a:cubicBezTo>
                <a:cubicBezTo>
                  <a:pt x="6856942" y="4106365"/>
                  <a:pt x="6851263" y="4106537"/>
                  <a:pt x="6843806" y="4106537"/>
                </a:cubicBezTo>
                <a:cubicBezTo>
                  <a:pt x="6841856" y="4106537"/>
                  <a:pt x="6839762" y="4106523"/>
                  <a:pt x="6837525" y="4106494"/>
                </a:cubicBezTo>
                <a:cubicBezTo>
                  <a:pt x="6835288" y="4106465"/>
                  <a:pt x="6833195" y="4106422"/>
                  <a:pt x="6831244" y="4106365"/>
                </a:cubicBezTo>
                <a:cubicBezTo>
                  <a:pt x="6829294" y="4106307"/>
                  <a:pt x="6827602" y="4106250"/>
                  <a:pt x="6826168" y="4106193"/>
                </a:cubicBezTo>
                <a:cubicBezTo>
                  <a:pt x="6824734" y="4106135"/>
                  <a:pt x="6823816" y="4106078"/>
                  <a:pt x="6823415" y="4106021"/>
                </a:cubicBezTo>
                <a:lnTo>
                  <a:pt x="6821350" y="4113248"/>
                </a:lnTo>
                <a:cubicBezTo>
                  <a:pt x="6824505" y="4113535"/>
                  <a:pt x="6827086" y="4113793"/>
                  <a:pt x="6829093" y="4114022"/>
                </a:cubicBezTo>
                <a:cubicBezTo>
                  <a:pt x="6831101" y="4114252"/>
                  <a:pt x="6832664" y="4114582"/>
                  <a:pt x="6833783" y="4115012"/>
                </a:cubicBezTo>
                <a:cubicBezTo>
                  <a:pt x="6834901" y="4115442"/>
                  <a:pt x="6835661" y="4116001"/>
                  <a:pt x="6836063" y="4116690"/>
                </a:cubicBezTo>
                <a:cubicBezTo>
                  <a:pt x="6836464" y="4117378"/>
                  <a:pt x="6836665" y="4118296"/>
                  <a:pt x="6836665" y="4119443"/>
                </a:cubicBezTo>
                <a:cubicBezTo>
                  <a:pt x="6836665" y="4120992"/>
                  <a:pt x="6836392" y="4123071"/>
                  <a:pt x="6835848" y="4125681"/>
                </a:cubicBezTo>
                <a:cubicBezTo>
                  <a:pt x="6835303" y="4128291"/>
                  <a:pt x="6834557" y="4131231"/>
                  <a:pt x="6833610" y="4134500"/>
                </a:cubicBezTo>
                <a:cubicBezTo>
                  <a:pt x="6832664" y="4137770"/>
                  <a:pt x="6831574" y="4141255"/>
                  <a:pt x="6830341" y="4144954"/>
                </a:cubicBezTo>
                <a:cubicBezTo>
                  <a:pt x="6829108" y="4148654"/>
                  <a:pt x="6827817" y="4152397"/>
                  <a:pt x="6826469" y="4156183"/>
                </a:cubicBezTo>
                <a:cubicBezTo>
                  <a:pt x="6825121" y="4159969"/>
                  <a:pt x="6823773" y="4163683"/>
                  <a:pt x="6822425" y="4167325"/>
                </a:cubicBezTo>
                <a:cubicBezTo>
                  <a:pt x="6821077" y="4170967"/>
                  <a:pt x="6819801" y="4174337"/>
                  <a:pt x="6818596" y="4177435"/>
                </a:cubicBezTo>
                <a:lnTo>
                  <a:pt x="6817908" y="4177435"/>
                </a:lnTo>
                <a:cubicBezTo>
                  <a:pt x="6815269" y="4169978"/>
                  <a:pt x="6812616" y="4162722"/>
                  <a:pt x="6809949" y="4155666"/>
                </a:cubicBezTo>
                <a:cubicBezTo>
                  <a:pt x="6807282" y="4148611"/>
                  <a:pt x="6804729" y="4141972"/>
                  <a:pt x="6802291" y="4135748"/>
                </a:cubicBezTo>
                <a:cubicBezTo>
                  <a:pt x="6799854" y="4129524"/>
                  <a:pt x="6797602" y="4123831"/>
                  <a:pt x="6795537" y="4118669"/>
                </a:cubicBezTo>
                <a:cubicBezTo>
                  <a:pt x="6793415" y="4113564"/>
                  <a:pt x="6791637" y="4109233"/>
                  <a:pt x="6790203" y="4105676"/>
                </a:cubicBezTo>
                <a:cubicBezTo>
                  <a:pt x="6788998" y="4105791"/>
                  <a:pt x="6787550" y="4105877"/>
                  <a:pt x="6785858" y="4105935"/>
                </a:cubicBezTo>
                <a:cubicBezTo>
                  <a:pt x="6784165" y="4105992"/>
                  <a:pt x="6782028" y="4106021"/>
                  <a:pt x="6779447" y="4106021"/>
                </a:cubicBezTo>
                <a:cubicBezTo>
                  <a:pt x="6776637" y="4106021"/>
                  <a:pt x="6773926" y="4105992"/>
                  <a:pt x="6771317" y="4105935"/>
                </a:cubicBezTo>
                <a:cubicBezTo>
                  <a:pt x="6768707" y="4105877"/>
                  <a:pt x="6766369" y="4105820"/>
                  <a:pt x="6764304" y="4105763"/>
                </a:cubicBezTo>
                <a:cubicBezTo>
                  <a:pt x="6762239" y="4105705"/>
                  <a:pt x="6760518" y="4105633"/>
                  <a:pt x="6759142" y="4105547"/>
                </a:cubicBezTo>
                <a:cubicBezTo>
                  <a:pt x="6757765" y="4105461"/>
                  <a:pt x="6756876" y="4105390"/>
                  <a:pt x="6756474" y="4105332"/>
                </a:cubicBezTo>
                <a:lnTo>
                  <a:pt x="6755466" y="4108948"/>
                </a:lnTo>
                <a:lnTo>
                  <a:pt x="6753693" y="4106107"/>
                </a:lnTo>
                <a:cubicBezTo>
                  <a:pt x="6752489" y="4104845"/>
                  <a:pt x="6750983" y="4103827"/>
                  <a:pt x="6749176" y="4103052"/>
                </a:cubicBezTo>
                <a:cubicBezTo>
                  <a:pt x="6747369" y="4102278"/>
                  <a:pt x="6745232" y="4101891"/>
                  <a:pt x="6742766" y="4101891"/>
                </a:cubicBezTo>
                <a:cubicBezTo>
                  <a:pt x="6740357" y="4101891"/>
                  <a:pt x="6738077" y="4102307"/>
                  <a:pt x="6735926" y="4103138"/>
                </a:cubicBezTo>
                <a:cubicBezTo>
                  <a:pt x="6733775" y="4103970"/>
                  <a:pt x="6731595" y="4105232"/>
                  <a:pt x="6729387" y="4106924"/>
                </a:cubicBezTo>
                <a:cubicBezTo>
                  <a:pt x="6727178" y="4108616"/>
                  <a:pt x="6724841" y="4110753"/>
                  <a:pt x="6722374" y="4113334"/>
                </a:cubicBezTo>
                <a:cubicBezTo>
                  <a:pt x="6719908" y="4115915"/>
                  <a:pt x="6717154" y="4118927"/>
                  <a:pt x="6714114" y="4122368"/>
                </a:cubicBezTo>
                <a:lnTo>
                  <a:pt x="6713082" y="4122196"/>
                </a:lnTo>
                <a:cubicBezTo>
                  <a:pt x="6713254" y="4115428"/>
                  <a:pt x="6713598" y="4108946"/>
                  <a:pt x="6714114" y="4102751"/>
                </a:cubicBezTo>
                <a:close/>
                <a:moveTo>
                  <a:pt x="6626841" y="4101891"/>
                </a:moveTo>
                <a:cubicBezTo>
                  <a:pt x="6625521" y="4102350"/>
                  <a:pt x="6623743" y="4102909"/>
                  <a:pt x="6621506" y="4103568"/>
                </a:cubicBezTo>
                <a:cubicBezTo>
                  <a:pt x="6619269" y="4104228"/>
                  <a:pt x="6616644" y="4104902"/>
                  <a:pt x="6613633" y="4105590"/>
                </a:cubicBezTo>
                <a:cubicBezTo>
                  <a:pt x="6610621" y="4106279"/>
                  <a:pt x="6607323" y="4106938"/>
                  <a:pt x="6603738" y="4107569"/>
                </a:cubicBezTo>
                <a:cubicBezTo>
                  <a:pt x="6600153" y="4108200"/>
                  <a:pt x="6596382" y="4108717"/>
                  <a:pt x="6592424" y="4109118"/>
                </a:cubicBezTo>
                <a:lnTo>
                  <a:pt x="6590703" y="4116174"/>
                </a:lnTo>
                <a:cubicBezTo>
                  <a:pt x="6594202" y="4116174"/>
                  <a:pt x="6596970" y="4116217"/>
                  <a:pt x="6599006" y="4116303"/>
                </a:cubicBezTo>
                <a:cubicBezTo>
                  <a:pt x="6601043" y="4116389"/>
                  <a:pt x="6602591" y="4116690"/>
                  <a:pt x="6603652" y="4117206"/>
                </a:cubicBezTo>
                <a:cubicBezTo>
                  <a:pt x="6604713" y="4117722"/>
                  <a:pt x="6605402" y="4118497"/>
                  <a:pt x="6605717" y="4119529"/>
                </a:cubicBezTo>
                <a:cubicBezTo>
                  <a:pt x="6606033" y="4120562"/>
                  <a:pt x="6606248" y="4122024"/>
                  <a:pt x="6606363" y="4123917"/>
                </a:cubicBezTo>
                <a:cubicBezTo>
                  <a:pt x="6606535" y="4126097"/>
                  <a:pt x="6606692" y="4130084"/>
                  <a:pt x="6606836" y="4135877"/>
                </a:cubicBezTo>
                <a:cubicBezTo>
                  <a:pt x="6606979" y="4141670"/>
                  <a:pt x="6607051" y="4149013"/>
                  <a:pt x="6607051" y="4157904"/>
                </a:cubicBezTo>
                <a:lnTo>
                  <a:pt x="6607051" y="4164959"/>
                </a:lnTo>
                <a:cubicBezTo>
                  <a:pt x="6607051" y="4167598"/>
                  <a:pt x="6607022" y="4170365"/>
                  <a:pt x="6606965" y="4173262"/>
                </a:cubicBezTo>
                <a:cubicBezTo>
                  <a:pt x="6606907" y="4176159"/>
                  <a:pt x="6606821" y="4179070"/>
                  <a:pt x="6606707" y="4181995"/>
                </a:cubicBezTo>
                <a:cubicBezTo>
                  <a:pt x="6606592" y="4184920"/>
                  <a:pt x="6606420" y="4187702"/>
                  <a:pt x="6606191" y="4190341"/>
                </a:cubicBezTo>
                <a:cubicBezTo>
                  <a:pt x="6602749" y="4190800"/>
                  <a:pt x="6600096" y="4191488"/>
                  <a:pt x="6598232" y="4192406"/>
                </a:cubicBezTo>
                <a:cubicBezTo>
                  <a:pt x="6596367" y="4193324"/>
                  <a:pt x="6595005" y="4194270"/>
                  <a:pt x="6594145" y="4195246"/>
                </a:cubicBezTo>
                <a:cubicBezTo>
                  <a:pt x="6593284" y="4196221"/>
                  <a:pt x="6592782" y="4197153"/>
                  <a:pt x="6592639" y="4198042"/>
                </a:cubicBezTo>
                <a:cubicBezTo>
                  <a:pt x="6592496" y="4198931"/>
                  <a:pt x="6592424" y="4199576"/>
                  <a:pt x="6592424" y="4199978"/>
                </a:cubicBezTo>
                <a:cubicBezTo>
                  <a:pt x="6592654" y="4199920"/>
                  <a:pt x="6593485" y="4199820"/>
                  <a:pt x="6594919" y="4199677"/>
                </a:cubicBezTo>
                <a:cubicBezTo>
                  <a:pt x="6596353" y="4199533"/>
                  <a:pt x="6598203" y="4199404"/>
                  <a:pt x="6600469" y="4199289"/>
                </a:cubicBezTo>
                <a:cubicBezTo>
                  <a:pt x="6602734" y="4199175"/>
                  <a:pt x="6605373" y="4199060"/>
                  <a:pt x="6608385" y="4198945"/>
                </a:cubicBezTo>
                <a:cubicBezTo>
                  <a:pt x="6611396" y="4198831"/>
                  <a:pt x="6614594" y="4198773"/>
                  <a:pt x="6617978" y="4198773"/>
                </a:cubicBezTo>
                <a:cubicBezTo>
                  <a:pt x="6620674" y="4198773"/>
                  <a:pt x="6623485" y="4198802"/>
                  <a:pt x="6626410" y="4198859"/>
                </a:cubicBezTo>
                <a:cubicBezTo>
                  <a:pt x="6629335" y="4198917"/>
                  <a:pt x="6632089" y="4198988"/>
                  <a:pt x="6634670" y="4199074"/>
                </a:cubicBezTo>
                <a:cubicBezTo>
                  <a:pt x="6637251" y="4199160"/>
                  <a:pt x="6639474" y="4199261"/>
                  <a:pt x="6641338" y="4199376"/>
                </a:cubicBezTo>
                <a:cubicBezTo>
                  <a:pt x="6643203" y="4199490"/>
                  <a:pt x="6644393" y="4199576"/>
                  <a:pt x="6644909" y="4199634"/>
                </a:cubicBezTo>
                <a:lnTo>
                  <a:pt x="6648007" y="4192406"/>
                </a:lnTo>
                <a:cubicBezTo>
                  <a:pt x="6643303" y="4192005"/>
                  <a:pt x="6639646" y="4191646"/>
                  <a:pt x="6637036" y="4191331"/>
                </a:cubicBezTo>
                <a:cubicBezTo>
                  <a:pt x="6634426" y="4191015"/>
                  <a:pt x="6632490" y="4190571"/>
                  <a:pt x="6631229" y="4189997"/>
                </a:cubicBezTo>
                <a:cubicBezTo>
                  <a:pt x="6629967" y="4189423"/>
                  <a:pt x="6629192" y="4188692"/>
                  <a:pt x="6628906" y="4187803"/>
                </a:cubicBezTo>
                <a:cubicBezTo>
                  <a:pt x="6628619" y="4186914"/>
                  <a:pt x="6628447" y="4185695"/>
                  <a:pt x="6628389" y="4184146"/>
                </a:cubicBezTo>
                <a:cubicBezTo>
                  <a:pt x="6628274" y="4182884"/>
                  <a:pt x="6628188" y="4181436"/>
                  <a:pt x="6628131" y="4179801"/>
                </a:cubicBezTo>
                <a:cubicBezTo>
                  <a:pt x="6628074" y="4178166"/>
                  <a:pt x="6628031" y="4176245"/>
                  <a:pt x="6628002" y="4174036"/>
                </a:cubicBezTo>
                <a:cubicBezTo>
                  <a:pt x="6627973" y="4171828"/>
                  <a:pt x="6627945" y="4169304"/>
                  <a:pt x="6627916" y="4166465"/>
                </a:cubicBezTo>
                <a:cubicBezTo>
                  <a:pt x="6627888" y="4163625"/>
                  <a:pt x="6627873" y="4160399"/>
                  <a:pt x="6627873" y="4156785"/>
                </a:cubicBezTo>
                <a:lnTo>
                  <a:pt x="6627873" y="4143363"/>
                </a:lnTo>
                <a:cubicBezTo>
                  <a:pt x="6627873" y="4139462"/>
                  <a:pt x="6627931" y="4135848"/>
                  <a:pt x="6628045" y="4132521"/>
                </a:cubicBezTo>
                <a:cubicBezTo>
                  <a:pt x="6630110" y="4129080"/>
                  <a:pt x="6632577" y="4126269"/>
                  <a:pt x="6635445" y="4124089"/>
                </a:cubicBezTo>
                <a:cubicBezTo>
                  <a:pt x="6638313" y="4121910"/>
                  <a:pt x="6641640" y="4120820"/>
                  <a:pt x="6645425" y="4120820"/>
                </a:cubicBezTo>
                <a:cubicBezTo>
                  <a:pt x="6647835" y="4120820"/>
                  <a:pt x="6650014" y="4121408"/>
                  <a:pt x="6651965" y="4122584"/>
                </a:cubicBezTo>
                <a:cubicBezTo>
                  <a:pt x="6653915" y="4123759"/>
                  <a:pt x="6655234" y="4125810"/>
                  <a:pt x="6655922" y="4128736"/>
                </a:cubicBezTo>
                <a:cubicBezTo>
                  <a:pt x="6658561" y="4128736"/>
                  <a:pt x="6660855" y="4128363"/>
                  <a:pt x="6662806" y="4127617"/>
                </a:cubicBezTo>
                <a:cubicBezTo>
                  <a:pt x="6664756" y="4126871"/>
                  <a:pt x="6666376" y="4125882"/>
                  <a:pt x="6667667" y="4124649"/>
                </a:cubicBezTo>
                <a:cubicBezTo>
                  <a:pt x="6668958" y="4123415"/>
                  <a:pt x="6669933" y="4121996"/>
                  <a:pt x="6670593" y="4120390"/>
                </a:cubicBezTo>
                <a:cubicBezTo>
                  <a:pt x="6671252" y="4118783"/>
                  <a:pt x="6671582" y="4117120"/>
                  <a:pt x="6671582" y="4115399"/>
                </a:cubicBezTo>
                <a:cubicBezTo>
                  <a:pt x="6671582" y="4113736"/>
                  <a:pt x="6671281" y="4112087"/>
                  <a:pt x="6670679" y="4110452"/>
                </a:cubicBezTo>
                <a:cubicBezTo>
                  <a:pt x="6670076" y="4108817"/>
                  <a:pt x="6669173" y="4107369"/>
                  <a:pt x="6667968" y="4106107"/>
                </a:cubicBezTo>
                <a:cubicBezTo>
                  <a:pt x="6666763" y="4104845"/>
                  <a:pt x="6665258" y="4103827"/>
                  <a:pt x="6663451" y="4103052"/>
                </a:cubicBezTo>
                <a:cubicBezTo>
                  <a:pt x="6661644" y="4102278"/>
                  <a:pt x="6659507" y="4101891"/>
                  <a:pt x="6657041" y="4101891"/>
                </a:cubicBezTo>
                <a:cubicBezTo>
                  <a:pt x="6654632" y="4101891"/>
                  <a:pt x="6652352" y="4102307"/>
                  <a:pt x="6650201" y="4103138"/>
                </a:cubicBezTo>
                <a:cubicBezTo>
                  <a:pt x="6648050" y="4103970"/>
                  <a:pt x="6645870" y="4105232"/>
                  <a:pt x="6643662" y="4106924"/>
                </a:cubicBezTo>
                <a:cubicBezTo>
                  <a:pt x="6641453" y="4108616"/>
                  <a:pt x="6639116" y="4110753"/>
                  <a:pt x="6636649" y="4113334"/>
                </a:cubicBezTo>
                <a:cubicBezTo>
                  <a:pt x="6634183" y="4115915"/>
                  <a:pt x="6631429" y="4118927"/>
                  <a:pt x="6628389" y="4122368"/>
                </a:cubicBezTo>
                <a:lnTo>
                  <a:pt x="6627357" y="4122196"/>
                </a:lnTo>
                <a:cubicBezTo>
                  <a:pt x="6627529" y="4115428"/>
                  <a:pt x="6627873" y="4108946"/>
                  <a:pt x="6628389" y="4102751"/>
                </a:cubicBezTo>
                <a:close/>
                <a:moveTo>
                  <a:pt x="6540220" y="4101891"/>
                </a:moveTo>
                <a:cubicBezTo>
                  <a:pt x="6533853" y="4101891"/>
                  <a:pt x="6527572" y="4103009"/>
                  <a:pt x="6521377" y="4105246"/>
                </a:cubicBezTo>
                <a:cubicBezTo>
                  <a:pt x="6515182" y="4107483"/>
                  <a:pt x="6509633" y="4110882"/>
                  <a:pt x="6504728" y="4115442"/>
                </a:cubicBezTo>
                <a:cubicBezTo>
                  <a:pt x="6499824" y="4120002"/>
                  <a:pt x="6495866" y="4125724"/>
                  <a:pt x="6492855" y="4132607"/>
                </a:cubicBezTo>
                <a:cubicBezTo>
                  <a:pt x="6489843" y="4139491"/>
                  <a:pt x="6488337" y="4147579"/>
                  <a:pt x="6488337" y="4156871"/>
                </a:cubicBezTo>
                <a:cubicBezTo>
                  <a:pt x="6488337" y="4165188"/>
                  <a:pt x="6489542" y="4172201"/>
                  <a:pt x="6491951" y="4177908"/>
                </a:cubicBezTo>
                <a:cubicBezTo>
                  <a:pt x="6494360" y="4183616"/>
                  <a:pt x="6497515" y="4188233"/>
                  <a:pt x="6501416" y="4191761"/>
                </a:cubicBezTo>
                <a:cubicBezTo>
                  <a:pt x="6505316" y="4195289"/>
                  <a:pt x="6509733" y="4197827"/>
                  <a:pt x="6514666" y="4199376"/>
                </a:cubicBezTo>
                <a:cubicBezTo>
                  <a:pt x="6519599" y="4200924"/>
                  <a:pt x="6524589" y="4201699"/>
                  <a:pt x="6529637" y="4201699"/>
                </a:cubicBezTo>
                <a:cubicBezTo>
                  <a:pt x="6543977" y="4201699"/>
                  <a:pt x="6558260" y="4195963"/>
                  <a:pt x="6572486" y="4184490"/>
                </a:cubicBezTo>
                <a:lnTo>
                  <a:pt x="6569044" y="4178812"/>
                </a:lnTo>
                <a:cubicBezTo>
                  <a:pt x="6566348" y="4180188"/>
                  <a:pt x="6563896" y="4181335"/>
                  <a:pt x="6561688" y="4182253"/>
                </a:cubicBezTo>
                <a:cubicBezTo>
                  <a:pt x="6559479" y="4183171"/>
                  <a:pt x="6557385" y="4183917"/>
                  <a:pt x="6555407" y="4184490"/>
                </a:cubicBezTo>
                <a:cubicBezTo>
                  <a:pt x="6553428" y="4185064"/>
                  <a:pt x="6551492" y="4185465"/>
                  <a:pt x="6549599" y="4185695"/>
                </a:cubicBezTo>
                <a:cubicBezTo>
                  <a:pt x="6547706" y="4185924"/>
                  <a:pt x="6545755" y="4186039"/>
                  <a:pt x="6543748" y="4186039"/>
                </a:cubicBezTo>
                <a:cubicBezTo>
                  <a:pt x="6538758" y="4186039"/>
                  <a:pt x="6534212" y="4185351"/>
                  <a:pt x="6530110" y="4183974"/>
                </a:cubicBezTo>
                <a:cubicBezTo>
                  <a:pt x="6526009" y="4182597"/>
                  <a:pt x="6522481" y="4180432"/>
                  <a:pt x="6519527" y="4177478"/>
                </a:cubicBezTo>
                <a:cubicBezTo>
                  <a:pt x="6516573" y="4174524"/>
                  <a:pt x="6514250" y="4170709"/>
                  <a:pt x="6512558" y="4166034"/>
                </a:cubicBezTo>
                <a:cubicBezTo>
                  <a:pt x="6510866" y="4161360"/>
                  <a:pt x="6509905" y="4155695"/>
                  <a:pt x="6509676" y="4149041"/>
                </a:cubicBezTo>
                <a:lnTo>
                  <a:pt x="6567839" y="4146632"/>
                </a:lnTo>
                <a:cubicBezTo>
                  <a:pt x="6568470" y="4144166"/>
                  <a:pt x="6568972" y="4141713"/>
                  <a:pt x="6569345" y="4139276"/>
                </a:cubicBezTo>
                <a:cubicBezTo>
                  <a:pt x="6569718" y="4136838"/>
                  <a:pt x="6569904" y="4134328"/>
                  <a:pt x="6569904" y="4131747"/>
                </a:cubicBezTo>
                <a:cubicBezTo>
                  <a:pt x="6569904" y="4127732"/>
                  <a:pt x="6569402" y="4123917"/>
                  <a:pt x="6568399" y="4120303"/>
                </a:cubicBezTo>
                <a:cubicBezTo>
                  <a:pt x="6567395" y="4116690"/>
                  <a:pt x="6565746" y="4113521"/>
                  <a:pt x="6563451" y="4110796"/>
                </a:cubicBezTo>
                <a:cubicBezTo>
                  <a:pt x="6561157" y="4108071"/>
                  <a:pt x="6558102" y="4105906"/>
                  <a:pt x="6554288" y="4104300"/>
                </a:cubicBezTo>
                <a:cubicBezTo>
                  <a:pt x="6550473" y="4102694"/>
                  <a:pt x="6545784" y="4101891"/>
                  <a:pt x="6540220" y="4101891"/>
                </a:cubicBezTo>
                <a:close/>
                <a:moveTo>
                  <a:pt x="6141066" y="4101891"/>
                </a:moveTo>
                <a:cubicBezTo>
                  <a:pt x="6139746" y="4102350"/>
                  <a:pt x="6137968" y="4102909"/>
                  <a:pt x="6135731" y="4103568"/>
                </a:cubicBezTo>
                <a:cubicBezTo>
                  <a:pt x="6133494" y="4104228"/>
                  <a:pt x="6130870" y="4104902"/>
                  <a:pt x="6127858" y="4105590"/>
                </a:cubicBezTo>
                <a:cubicBezTo>
                  <a:pt x="6124847" y="4106279"/>
                  <a:pt x="6121548" y="4106938"/>
                  <a:pt x="6117964" y="4107569"/>
                </a:cubicBezTo>
                <a:cubicBezTo>
                  <a:pt x="6114378" y="4108200"/>
                  <a:pt x="6110607" y="4108717"/>
                  <a:pt x="6106649" y="4109118"/>
                </a:cubicBezTo>
                <a:lnTo>
                  <a:pt x="6104928" y="4116174"/>
                </a:lnTo>
                <a:cubicBezTo>
                  <a:pt x="6108427" y="4116174"/>
                  <a:pt x="6111195" y="4116217"/>
                  <a:pt x="6113231" y="4116303"/>
                </a:cubicBezTo>
                <a:cubicBezTo>
                  <a:pt x="6115268" y="4116389"/>
                  <a:pt x="6116816" y="4116690"/>
                  <a:pt x="6117878" y="4117206"/>
                </a:cubicBezTo>
                <a:cubicBezTo>
                  <a:pt x="6118939" y="4117722"/>
                  <a:pt x="6119627" y="4118497"/>
                  <a:pt x="6119943" y="4119529"/>
                </a:cubicBezTo>
                <a:cubicBezTo>
                  <a:pt x="6120258" y="4120562"/>
                  <a:pt x="6120473" y="4122024"/>
                  <a:pt x="6120588" y="4123917"/>
                </a:cubicBezTo>
                <a:cubicBezTo>
                  <a:pt x="6120760" y="4126097"/>
                  <a:pt x="6120918" y="4130084"/>
                  <a:pt x="6121061" y="4135877"/>
                </a:cubicBezTo>
                <a:cubicBezTo>
                  <a:pt x="6121204" y="4141670"/>
                  <a:pt x="6121276" y="4149013"/>
                  <a:pt x="6121276" y="4157904"/>
                </a:cubicBezTo>
                <a:lnTo>
                  <a:pt x="6121276" y="4164959"/>
                </a:lnTo>
                <a:cubicBezTo>
                  <a:pt x="6121276" y="4167598"/>
                  <a:pt x="6121247" y="4170365"/>
                  <a:pt x="6121190" y="4173262"/>
                </a:cubicBezTo>
                <a:cubicBezTo>
                  <a:pt x="6121133" y="4176159"/>
                  <a:pt x="6121047" y="4179070"/>
                  <a:pt x="6120932" y="4181995"/>
                </a:cubicBezTo>
                <a:cubicBezTo>
                  <a:pt x="6120817" y="4184920"/>
                  <a:pt x="6120645" y="4187702"/>
                  <a:pt x="6120416" y="4190341"/>
                </a:cubicBezTo>
                <a:cubicBezTo>
                  <a:pt x="6116974" y="4190800"/>
                  <a:pt x="6114321" y="4191488"/>
                  <a:pt x="6112457" y="4192406"/>
                </a:cubicBezTo>
                <a:cubicBezTo>
                  <a:pt x="6110593" y="4193324"/>
                  <a:pt x="6109230" y="4194270"/>
                  <a:pt x="6108370" y="4195246"/>
                </a:cubicBezTo>
                <a:cubicBezTo>
                  <a:pt x="6107509" y="4196221"/>
                  <a:pt x="6107007" y="4197153"/>
                  <a:pt x="6106864" y="4198042"/>
                </a:cubicBezTo>
                <a:cubicBezTo>
                  <a:pt x="6106721" y="4198931"/>
                  <a:pt x="6106649" y="4199576"/>
                  <a:pt x="6106649" y="4199978"/>
                </a:cubicBezTo>
                <a:cubicBezTo>
                  <a:pt x="6106879" y="4199920"/>
                  <a:pt x="6107710" y="4199820"/>
                  <a:pt x="6109145" y="4199677"/>
                </a:cubicBezTo>
                <a:cubicBezTo>
                  <a:pt x="6110578" y="4199533"/>
                  <a:pt x="6112428" y="4199404"/>
                  <a:pt x="6114694" y="4199289"/>
                </a:cubicBezTo>
                <a:cubicBezTo>
                  <a:pt x="6116960" y="4199175"/>
                  <a:pt x="6119599" y="4199060"/>
                  <a:pt x="6122610" y="4198945"/>
                </a:cubicBezTo>
                <a:cubicBezTo>
                  <a:pt x="6125621" y="4198831"/>
                  <a:pt x="6128819" y="4198773"/>
                  <a:pt x="6132204" y="4198773"/>
                </a:cubicBezTo>
                <a:cubicBezTo>
                  <a:pt x="6134899" y="4198773"/>
                  <a:pt x="6137710" y="4198802"/>
                  <a:pt x="6140636" y="4198859"/>
                </a:cubicBezTo>
                <a:cubicBezTo>
                  <a:pt x="6143561" y="4198917"/>
                  <a:pt x="6146314" y="4198988"/>
                  <a:pt x="6148896" y="4199074"/>
                </a:cubicBezTo>
                <a:cubicBezTo>
                  <a:pt x="6151477" y="4199160"/>
                  <a:pt x="6153699" y="4199261"/>
                  <a:pt x="6155564" y="4199376"/>
                </a:cubicBezTo>
                <a:cubicBezTo>
                  <a:pt x="6157428" y="4199490"/>
                  <a:pt x="6158618" y="4199576"/>
                  <a:pt x="6159134" y="4199634"/>
                </a:cubicBezTo>
                <a:lnTo>
                  <a:pt x="6162232" y="4192406"/>
                </a:lnTo>
                <a:cubicBezTo>
                  <a:pt x="6157528" y="4192005"/>
                  <a:pt x="6153871" y="4191646"/>
                  <a:pt x="6151262" y="4191331"/>
                </a:cubicBezTo>
                <a:cubicBezTo>
                  <a:pt x="6148651" y="4191015"/>
                  <a:pt x="6146715" y="4190571"/>
                  <a:pt x="6145454" y="4189997"/>
                </a:cubicBezTo>
                <a:cubicBezTo>
                  <a:pt x="6144192" y="4189423"/>
                  <a:pt x="6143417" y="4188692"/>
                  <a:pt x="6143131" y="4187803"/>
                </a:cubicBezTo>
                <a:cubicBezTo>
                  <a:pt x="6142844" y="4186914"/>
                  <a:pt x="6142672" y="4185695"/>
                  <a:pt x="6142615" y="4184146"/>
                </a:cubicBezTo>
                <a:cubicBezTo>
                  <a:pt x="6142499" y="4182884"/>
                  <a:pt x="6142413" y="4181436"/>
                  <a:pt x="6142356" y="4179801"/>
                </a:cubicBezTo>
                <a:cubicBezTo>
                  <a:pt x="6142299" y="4178166"/>
                  <a:pt x="6142256" y="4176245"/>
                  <a:pt x="6142227" y="4174036"/>
                </a:cubicBezTo>
                <a:cubicBezTo>
                  <a:pt x="6142198" y="4171828"/>
                  <a:pt x="6142170" y="4169304"/>
                  <a:pt x="6142141" y="4166465"/>
                </a:cubicBezTo>
                <a:cubicBezTo>
                  <a:pt x="6142113" y="4163625"/>
                  <a:pt x="6142098" y="4160399"/>
                  <a:pt x="6142098" y="4156785"/>
                </a:cubicBezTo>
                <a:lnTo>
                  <a:pt x="6142098" y="4143363"/>
                </a:lnTo>
                <a:cubicBezTo>
                  <a:pt x="6142098" y="4139462"/>
                  <a:pt x="6142156" y="4135848"/>
                  <a:pt x="6142270" y="4132521"/>
                </a:cubicBezTo>
                <a:cubicBezTo>
                  <a:pt x="6144335" y="4129080"/>
                  <a:pt x="6146802" y="4126269"/>
                  <a:pt x="6149670" y="4124089"/>
                </a:cubicBezTo>
                <a:cubicBezTo>
                  <a:pt x="6152538" y="4121910"/>
                  <a:pt x="6155865" y="4120820"/>
                  <a:pt x="6159651" y="4120820"/>
                </a:cubicBezTo>
                <a:cubicBezTo>
                  <a:pt x="6162060" y="4120820"/>
                  <a:pt x="6164239" y="4121408"/>
                  <a:pt x="6166190" y="4122584"/>
                </a:cubicBezTo>
                <a:cubicBezTo>
                  <a:pt x="6168140" y="4123759"/>
                  <a:pt x="6169459" y="4125810"/>
                  <a:pt x="6170148" y="4128736"/>
                </a:cubicBezTo>
                <a:cubicBezTo>
                  <a:pt x="6172786" y="4128736"/>
                  <a:pt x="6175081" y="4128363"/>
                  <a:pt x="6177031" y="4127617"/>
                </a:cubicBezTo>
                <a:cubicBezTo>
                  <a:pt x="6178981" y="4126871"/>
                  <a:pt x="6180602" y="4125882"/>
                  <a:pt x="6181892" y="4124649"/>
                </a:cubicBezTo>
                <a:cubicBezTo>
                  <a:pt x="6183183" y="4123415"/>
                  <a:pt x="6184158" y="4121996"/>
                  <a:pt x="6184818" y="4120390"/>
                </a:cubicBezTo>
                <a:cubicBezTo>
                  <a:pt x="6185477" y="4118783"/>
                  <a:pt x="6185807" y="4117120"/>
                  <a:pt x="6185807" y="4115399"/>
                </a:cubicBezTo>
                <a:cubicBezTo>
                  <a:pt x="6185807" y="4113736"/>
                  <a:pt x="6185506" y="4112087"/>
                  <a:pt x="6184904" y="4110452"/>
                </a:cubicBezTo>
                <a:cubicBezTo>
                  <a:pt x="6184301" y="4108817"/>
                  <a:pt x="6183398" y="4107369"/>
                  <a:pt x="6182194" y="4106107"/>
                </a:cubicBezTo>
                <a:cubicBezTo>
                  <a:pt x="6180989" y="4104845"/>
                  <a:pt x="6179483" y="4103827"/>
                  <a:pt x="6177676" y="4103052"/>
                </a:cubicBezTo>
                <a:cubicBezTo>
                  <a:pt x="6175869" y="4102278"/>
                  <a:pt x="6173732" y="4101891"/>
                  <a:pt x="6171266" y="4101891"/>
                </a:cubicBezTo>
                <a:cubicBezTo>
                  <a:pt x="6168857" y="4101891"/>
                  <a:pt x="6166577" y="4102307"/>
                  <a:pt x="6164426" y="4103138"/>
                </a:cubicBezTo>
                <a:cubicBezTo>
                  <a:pt x="6162275" y="4103970"/>
                  <a:pt x="6160095" y="4105232"/>
                  <a:pt x="6157887" y="4106924"/>
                </a:cubicBezTo>
                <a:cubicBezTo>
                  <a:pt x="6155678" y="4108616"/>
                  <a:pt x="6153341" y="4110753"/>
                  <a:pt x="6150875" y="4113334"/>
                </a:cubicBezTo>
                <a:cubicBezTo>
                  <a:pt x="6148408" y="4115915"/>
                  <a:pt x="6145654" y="4118927"/>
                  <a:pt x="6142615" y="4122368"/>
                </a:cubicBezTo>
                <a:lnTo>
                  <a:pt x="6141582" y="4122196"/>
                </a:lnTo>
                <a:cubicBezTo>
                  <a:pt x="6141754" y="4115428"/>
                  <a:pt x="6142098" y="4108946"/>
                  <a:pt x="6142615" y="4102751"/>
                </a:cubicBezTo>
                <a:close/>
                <a:moveTo>
                  <a:pt x="6063971" y="4101891"/>
                </a:moveTo>
                <a:cubicBezTo>
                  <a:pt x="6057604" y="4101891"/>
                  <a:pt x="6051322" y="4103009"/>
                  <a:pt x="6045127" y="4105246"/>
                </a:cubicBezTo>
                <a:cubicBezTo>
                  <a:pt x="6038933" y="4107483"/>
                  <a:pt x="6033383" y="4110882"/>
                  <a:pt x="6028479" y="4115442"/>
                </a:cubicBezTo>
                <a:cubicBezTo>
                  <a:pt x="6023574" y="4120002"/>
                  <a:pt x="6019617" y="4125724"/>
                  <a:pt x="6016605" y="4132607"/>
                </a:cubicBezTo>
                <a:cubicBezTo>
                  <a:pt x="6013593" y="4139491"/>
                  <a:pt x="6012088" y="4147579"/>
                  <a:pt x="6012088" y="4156871"/>
                </a:cubicBezTo>
                <a:cubicBezTo>
                  <a:pt x="6012088" y="4165188"/>
                  <a:pt x="6013292" y="4172201"/>
                  <a:pt x="6015701" y="4177908"/>
                </a:cubicBezTo>
                <a:cubicBezTo>
                  <a:pt x="6018111" y="4183616"/>
                  <a:pt x="6021265" y="4188233"/>
                  <a:pt x="6025166" y="4191761"/>
                </a:cubicBezTo>
                <a:cubicBezTo>
                  <a:pt x="6029066" y="4195289"/>
                  <a:pt x="6033483" y="4197827"/>
                  <a:pt x="6038416" y="4199376"/>
                </a:cubicBezTo>
                <a:cubicBezTo>
                  <a:pt x="6043349" y="4200924"/>
                  <a:pt x="6048340" y="4201699"/>
                  <a:pt x="6053387" y="4201699"/>
                </a:cubicBezTo>
                <a:cubicBezTo>
                  <a:pt x="6067727" y="4201699"/>
                  <a:pt x="6082010" y="4195963"/>
                  <a:pt x="6096236" y="4184490"/>
                </a:cubicBezTo>
                <a:lnTo>
                  <a:pt x="6092794" y="4178812"/>
                </a:lnTo>
                <a:cubicBezTo>
                  <a:pt x="6090098" y="4180188"/>
                  <a:pt x="6087646" y="4181335"/>
                  <a:pt x="6085438" y="4182253"/>
                </a:cubicBezTo>
                <a:cubicBezTo>
                  <a:pt x="6083229" y="4183171"/>
                  <a:pt x="6081136" y="4183917"/>
                  <a:pt x="6079157" y="4184490"/>
                </a:cubicBezTo>
                <a:cubicBezTo>
                  <a:pt x="6077178" y="4185064"/>
                  <a:pt x="6075242" y="4185465"/>
                  <a:pt x="6073349" y="4185695"/>
                </a:cubicBezTo>
                <a:cubicBezTo>
                  <a:pt x="6071456" y="4185924"/>
                  <a:pt x="6069506" y="4186039"/>
                  <a:pt x="6067498" y="4186039"/>
                </a:cubicBezTo>
                <a:cubicBezTo>
                  <a:pt x="6062508" y="4186039"/>
                  <a:pt x="6057962" y="4185351"/>
                  <a:pt x="6053861" y="4183974"/>
                </a:cubicBezTo>
                <a:cubicBezTo>
                  <a:pt x="6049759" y="4182597"/>
                  <a:pt x="6046232" y="4180432"/>
                  <a:pt x="6043278" y="4177478"/>
                </a:cubicBezTo>
                <a:cubicBezTo>
                  <a:pt x="6040323" y="4174524"/>
                  <a:pt x="6038000" y="4170709"/>
                  <a:pt x="6036308" y="4166034"/>
                </a:cubicBezTo>
                <a:cubicBezTo>
                  <a:pt x="6034616" y="4161360"/>
                  <a:pt x="6033655" y="4155695"/>
                  <a:pt x="6033426" y="4149041"/>
                </a:cubicBezTo>
                <a:lnTo>
                  <a:pt x="6091590" y="4146632"/>
                </a:lnTo>
                <a:cubicBezTo>
                  <a:pt x="6092221" y="4144166"/>
                  <a:pt x="6092722" y="4141713"/>
                  <a:pt x="6093095" y="4139276"/>
                </a:cubicBezTo>
                <a:cubicBezTo>
                  <a:pt x="6093468" y="4136838"/>
                  <a:pt x="6093655" y="4134328"/>
                  <a:pt x="6093655" y="4131747"/>
                </a:cubicBezTo>
                <a:cubicBezTo>
                  <a:pt x="6093655" y="4127732"/>
                  <a:pt x="6093152" y="4123917"/>
                  <a:pt x="6092149" y="4120303"/>
                </a:cubicBezTo>
                <a:cubicBezTo>
                  <a:pt x="6091145" y="4116690"/>
                  <a:pt x="6089496" y="4113521"/>
                  <a:pt x="6087202" y="4110796"/>
                </a:cubicBezTo>
                <a:cubicBezTo>
                  <a:pt x="6084907" y="4108071"/>
                  <a:pt x="6081853" y="4105906"/>
                  <a:pt x="6078038" y="4104300"/>
                </a:cubicBezTo>
                <a:cubicBezTo>
                  <a:pt x="6074223" y="4102694"/>
                  <a:pt x="6069534" y="4101891"/>
                  <a:pt x="6063971" y="4101891"/>
                </a:cubicBezTo>
                <a:close/>
                <a:moveTo>
                  <a:pt x="5862199" y="4101891"/>
                </a:moveTo>
                <a:cubicBezTo>
                  <a:pt x="5856979" y="4101891"/>
                  <a:pt x="5852032" y="4102608"/>
                  <a:pt x="5847357" y="4104042"/>
                </a:cubicBezTo>
                <a:cubicBezTo>
                  <a:pt x="5842682" y="4105476"/>
                  <a:pt x="5838581" y="4107526"/>
                  <a:pt x="5835053" y="4110194"/>
                </a:cubicBezTo>
                <a:cubicBezTo>
                  <a:pt x="5831525" y="4112861"/>
                  <a:pt x="5828715" y="4116073"/>
                  <a:pt x="5826621" y="4119830"/>
                </a:cubicBezTo>
                <a:cubicBezTo>
                  <a:pt x="5824527" y="4123587"/>
                  <a:pt x="5823480" y="4127789"/>
                  <a:pt x="5823481" y="4132435"/>
                </a:cubicBezTo>
                <a:cubicBezTo>
                  <a:pt x="5823480" y="4136680"/>
                  <a:pt x="5824326" y="4140279"/>
                  <a:pt x="5826019" y="4143234"/>
                </a:cubicBezTo>
                <a:cubicBezTo>
                  <a:pt x="5827712" y="4146188"/>
                  <a:pt x="5829933" y="4148740"/>
                  <a:pt x="5832687" y="4150891"/>
                </a:cubicBezTo>
                <a:cubicBezTo>
                  <a:pt x="5835440" y="4153042"/>
                  <a:pt x="5838537" y="4154921"/>
                  <a:pt x="5841979" y="4156527"/>
                </a:cubicBezTo>
                <a:cubicBezTo>
                  <a:pt x="5845421" y="4158133"/>
                  <a:pt x="5848891" y="4159653"/>
                  <a:pt x="5852390" y="4161087"/>
                </a:cubicBezTo>
                <a:cubicBezTo>
                  <a:pt x="5855316" y="4162406"/>
                  <a:pt x="5858098" y="4163683"/>
                  <a:pt x="5860736" y="4164916"/>
                </a:cubicBezTo>
                <a:cubicBezTo>
                  <a:pt x="5863375" y="4166149"/>
                  <a:pt x="5865684" y="4167497"/>
                  <a:pt x="5867663" y="4168960"/>
                </a:cubicBezTo>
                <a:cubicBezTo>
                  <a:pt x="5869641" y="4170423"/>
                  <a:pt x="5871205" y="4172057"/>
                  <a:pt x="5872352" y="4173864"/>
                </a:cubicBezTo>
                <a:cubicBezTo>
                  <a:pt x="5873499" y="4175671"/>
                  <a:pt x="5874073" y="4177808"/>
                  <a:pt x="5874073" y="4180274"/>
                </a:cubicBezTo>
                <a:cubicBezTo>
                  <a:pt x="5874073" y="4182282"/>
                  <a:pt x="5873700" y="4184046"/>
                  <a:pt x="5872954" y="4185566"/>
                </a:cubicBezTo>
                <a:cubicBezTo>
                  <a:pt x="5872209" y="4187086"/>
                  <a:pt x="5871147" y="4188362"/>
                  <a:pt x="5869771" y="4189395"/>
                </a:cubicBezTo>
                <a:cubicBezTo>
                  <a:pt x="5868394" y="4190427"/>
                  <a:pt x="5866745" y="4191216"/>
                  <a:pt x="5864823" y="4191761"/>
                </a:cubicBezTo>
                <a:cubicBezTo>
                  <a:pt x="5862902" y="4192306"/>
                  <a:pt x="5860794" y="4192578"/>
                  <a:pt x="5858500" y="4192578"/>
                </a:cubicBezTo>
                <a:cubicBezTo>
                  <a:pt x="5855631" y="4192578"/>
                  <a:pt x="5852763" y="4192134"/>
                  <a:pt x="5849896" y="4191245"/>
                </a:cubicBezTo>
                <a:cubicBezTo>
                  <a:pt x="5847027" y="4190355"/>
                  <a:pt x="5844388" y="4188921"/>
                  <a:pt x="5841979" y="4186942"/>
                </a:cubicBezTo>
                <a:cubicBezTo>
                  <a:pt x="5839570" y="4184964"/>
                  <a:pt x="5837534" y="4182411"/>
                  <a:pt x="5835870" y="4179285"/>
                </a:cubicBezTo>
                <a:cubicBezTo>
                  <a:pt x="5834207" y="4176159"/>
                  <a:pt x="5833174" y="4172330"/>
                  <a:pt x="5832773" y="4167798"/>
                </a:cubicBezTo>
                <a:lnTo>
                  <a:pt x="5826234" y="4168142"/>
                </a:lnTo>
                <a:cubicBezTo>
                  <a:pt x="5826005" y="4171756"/>
                  <a:pt x="5825832" y="4174825"/>
                  <a:pt x="5825718" y="4177349"/>
                </a:cubicBezTo>
                <a:cubicBezTo>
                  <a:pt x="5825603" y="4179873"/>
                  <a:pt x="5825517" y="4181966"/>
                  <a:pt x="5825460" y="4183630"/>
                </a:cubicBezTo>
                <a:cubicBezTo>
                  <a:pt x="5825345" y="4185293"/>
                  <a:pt x="5825273" y="4186555"/>
                  <a:pt x="5825244" y="4187416"/>
                </a:cubicBezTo>
                <a:cubicBezTo>
                  <a:pt x="5825216" y="4188276"/>
                  <a:pt x="5825201" y="4188850"/>
                  <a:pt x="5825201" y="4189137"/>
                </a:cubicBezTo>
                <a:cubicBezTo>
                  <a:pt x="5825201" y="4191431"/>
                  <a:pt x="5826004" y="4193381"/>
                  <a:pt x="5827611" y="4194987"/>
                </a:cubicBezTo>
                <a:cubicBezTo>
                  <a:pt x="5829217" y="4196594"/>
                  <a:pt x="5831325" y="4197884"/>
                  <a:pt x="5833935" y="4198859"/>
                </a:cubicBezTo>
                <a:cubicBezTo>
                  <a:pt x="5836545" y="4199834"/>
                  <a:pt x="5839484" y="4200551"/>
                  <a:pt x="5842754" y="4201010"/>
                </a:cubicBezTo>
                <a:cubicBezTo>
                  <a:pt x="5846023" y="4201469"/>
                  <a:pt x="5849293" y="4201699"/>
                  <a:pt x="5852563" y="4201699"/>
                </a:cubicBezTo>
                <a:cubicBezTo>
                  <a:pt x="5858700" y="4201699"/>
                  <a:pt x="5864293" y="4200982"/>
                  <a:pt x="5869341" y="4199548"/>
                </a:cubicBezTo>
                <a:cubicBezTo>
                  <a:pt x="5874388" y="4198114"/>
                  <a:pt x="5878705" y="4196092"/>
                  <a:pt x="5882290" y="4193482"/>
                </a:cubicBezTo>
                <a:cubicBezTo>
                  <a:pt x="5885875" y="4190872"/>
                  <a:pt x="5888642" y="4187760"/>
                  <a:pt x="5890593" y="4184146"/>
                </a:cubicBezTo>
                <a:cubicBezTo>
                  <a:pt x="5892543" y="4180532"/>
                  <a:pt x="5893518" y="4176517"/>
                  <a:pt x="5893518" y="4172100"/>
                </a:cubicBezTo>
                <a:cubicBezTo>
                  <a:pt x="5893518" y="4167970"/>
                  <a:pt x="5892672" y="4164414"/>
                  <a:pt x="5890980" y="4161431"/>
                </a:cubicBezTo>
                <a:cubicBezTo>
                  <a:pt x="5889288" y="4158448"/>
                  <a:pt x="5887094" y="4155853"/>
                  <a:pt x="5884398" y="4153644"/>
                </a:cubicBezTo>
                <a:cubicBezTo>
                  <a:pt x="5881702" y="4151436"/>
                  <a:pt x="5878662" y="4149515"/>
                  <a:pt x="5875278" y="4147880"/>
                </a:cubicBezTo>
                <a:cubicBezTo>
                  <a:pt x="5871893" y="4146245"/>
                  <a:pt x="5868509" y="4144682"/>
                  <a:pt x="5865125" y="4143190"/>
                </a:cubicBezTo>
                <a:cubicBezTo>
                  <a:pt x="5861568" y="4141756"/>
                  <a:pt x="5858327" y="4140365"/>
                  <a:pt x="5855402" y="4139017"/>
                </a:cubicBezTo>
                <a:cubicBezTo>
                  <a:pt x="5852476" y="4137669"/>
                  <a:pt x="5849981" y="4136250"/>
                  <a:pt x="5847917" y="4134758"/>
                </a:cubicBezTo>
                <a:cubicBezTo>
                  <a:pt x="5845851" y="4133267"/>
                  <a:pt x="5844245" y="4131604"/>
                  <a:pt x="5843099" y="4129768"/>
                </a:cubicBezTo>
                <a:cubicBezTo>
                  <a:pt x="5841951" y="4127933"/>
                  <a:pt x="5841377" y="4125810"/>
                  <a:pt x="5841377" y="4123401"/>
                </a:cubicBezTo>
                <a:cubicBezTo>
                  <a:pt x="5841377" y="4119673"/>
                  <a:pt x="5842682" y="4116733"/>
                  <a:pt x="5845293" y="4114582"/>
                </a:cubicBezTo>
                <a:cubicBezTo>
                  <a:pt x="5847902" y="4112431"/>
                  <a:pt x="5851472" y="4111355"/>
                  <a:pt x="5856004" y="4111355"/>
                </a:cubicBezTo>
                <a:cubicBezTo>
                  <a:pt x="5861166" y="4111355"/>
                  <a:pt x="5865268" y="4112861"/>
                  <a:pt x="5868308" y="4115872"/>
                </a:cubicBezTo>
                <a:cubicBezTo>
                  <a:pt x="5871348" y="4118884"/>
                  <a:pt x="5873614" y="4123172"/>
                  <a:pt x="5875105" y="4128736"/>
                </a:cubicBezTo>
                <a:cubicBezTo>
                  <a:pt x="5875679" y="4128850"/>
                  <a:pt x="5876339" y="4128936"/>
                  <a:pt x="5877085" y="4128994"/>
                </a:cubicBezTo>
                <a:cubicBezTo>
                  <a:pt x="5877831" y="4129051"/>
                  <a:pt x="5878489" y="4129080"/>
                  <a:pt x="5879064" y="4129080"/>
                </a:cubicBezTo>
                <a:cubicBezTo>
                  <a:pt x="5880612" y="4129080"/>
                  <a:pt x="5882118" y="4128908"/>
                  <a:pt x="5883580" y="4128563"/>
                </a:cubicBezTo>
                <a:cubicBezTo>
                  <a:pt x="5885044" y="4128219"/>
                  <a:pt x="5886348" y="4127674"/>
                  <a:pt x="5887495" y="4126929"/>
                </a:cubicBezTo>
                <a:cubicBezTo>
                  <a:pt x="5888642" y="4126183"/>
                  <a:pt x="5889560" y="4125222"/>
                  <a:pt x="5890249" y="4124046"/>
                </a:cubicBezTo>
                <a:cubicBezTo>
                  <a:pt x="5890937" y="4122870"/>
                  <a:pt x="5891281" y="4121451"/>
                  <a:pt x="5891281" y="4119787"/>
                </a:cubicBezTo>
                <a:cubicBezTo>
                  <a:pt x="5891281" y="4117493"/>
                  <a:pt x="5890592" y="4115270"/>
                  <a:pt x="5889216" y="4113119"/>
                </a:cubicBezTo>
                <a:cubicBezTo>
                  <a:pt x="5887839" y="4110968"/>
                  <a:pt x="5885875" y="4109061"/>
                  <a:pt x="5883322" y="4107397"/>
                </a:cubicBezTo>
                <a:cubicBezTo>
                  <a:pt x="5880770" y="4105734"/>
                  <a:pt x="5877701" y="4104400"/>
                  <a:pt x="5874116" y="4103396"/>
                </a:cubicBezTo>
                <a:cubicBezTo>
                  <a:pt x="5870531" y="4102393"/>
                  <a:pt x="5866558" y="4101891"/>
                  <a:pt x="5862199" y="4101891"/>
                </a:cubicBezTo>
                <a:close/>
                <a:moveTo>
                  <a:pt x="5731577" y="4101891"/>
                </a:moveTo>
                <a:cubicBezTo>
                  <a:pt x="5730257" y="4102350"/>
                  <a:pt x="5728451" y="4102909"/>
                  <a:pt x="5726156" y="4103568"/>
                </a:cubicBezTo>
                <a:cubicBezTo>
                  <a:pt x="5723862" y="4104228"/>
                  <a:pt x="5721224" y="4104902"/>
                  <a:pt x="5718241" y="4105590"/>
                </a:cubicBezTo>
                <a:cubicBezTo>
                  <a:pt x="5715258" y="4106279"/>
                  <a:pt x="5711974" y="4106938"/>
                  <a:pt x="5708389" y="4107569"/>
                </a:cubicBezTo>
                <a:cubicBezTo>
                  <a:pt x="5704803" y="4108200"/>
                  <a:pt x="5701061" y="4108717"/>
                  <a:pt x="5697160" y="4109118"/>
                </a:cubicBezTo>
                <a:lnTo>
                  <a:pt x="5695440" y="4116174"/>
                </a:lnTo>
                <a:cubicBezTo>
                  <a:pt x="5699054" y="4116174"/>
                  <a:pt x="5701878" y="4116217"/>
                  <a:pt x="5703915" y="4116303"/>
                </a:cubicBezTo>
                <a:cubicBezTo>
                  <a:pt x="5705951" y="4116389"/>
                  <a:pt x="5707485" y="4116675"/>
                  <a:pt x="5708518" y="4117163"/>
                </a:cubicBezTo>
                <a:cubicBezTo>
                  <a:pt x="5709550" y="4117651"/>
                  <a:pt x="5710211" y="4118396"/>
                  <a:pt x="5710497" y="4119400"/>
                </a:cubicBezTo>
                <a:cubicBezTo>
                  <a:pt x="5710783" y="4120404"/>
                  <a:pt x="5710984" y="4121852"/>
                  <a:pt x="5711099" y="4123745"/>
                </a:cubicBezTo>
                <a:cubicBezTo>
                  <a:pt x="5711156" y="4124778"/>
                  <a:pt x="5711228" y="4126240"/>
                  <a:pt x="5711314" y="4128133"/>
                </a:cubicBezTo>
                <a:cubicBezTo>
                  <a:pt x="5711400" y="4130026"/>
                  <a:pt x="5711472" y="4132536"/>
                  <a:pt x="5711529" y="4135662"/>
                </a:cubicBezTo>
                <a:cubicBezTo>
                  <a:pt x="5711587" y="4138788"/>
                  <a:pt x="5711644" y="4142603"/>
                  <a:pt x="5711701" y="4147105"/>
                </a:cubicBezTo>
                <a:cubicBezTo>
                  <a:pt x="5711759" y="4151608"/>
                  <a:pt x="5711787" y="4156957"/>
                  <a:pt x="5711787" y="4163152"/>
                </a:cubicBezTo>
                <a:lnTo>
                  <a:pt x="5711787" y="4167798"/>
                </a:lnTo>
                <a:cubicBezTo>
                  <a:pt x="5711787" y="4169921"/>
                  <a:pt x="5711759" y="4172287"/>
                  <a:pt x="5711701" y="4174897"/>
                </a:cubicBezTo>
                <a:cubicBezTo>
                  <a:pt x="5711644" y="4177507"/>
                  <a:pt x="5711558" y="4180174"/>
                  <a:pt x="5711443" y="4182899"/>
                </a:cubicBezTo>
                <a:cubicBezTo>
                  <a:pt x="5711328" y="4185623"/>
                  <a:pt x="5711156" y="4188104"/>
                  <a:pt x="5710927" y="4190341"/>
                </a:cubicBezTo>
                <a:cubicBezTo>
                  <a:pt x="5707485" y="4190800"/>
                  <a:pt x="5704832" y="4191488"/>
                  <a:pt x="5702968" y="4192406"/>
                </a:cubicBezTo>
                <a:cubicBezTo>
                  <a:pt x="5701104" y="4193324"/>
                  <a:pt x="5699742" y="4194270"/>
                  <a:pt x="5698881" y="4195246"/>
                </a:cubicBezTo>
                <a:cubicBezTo>
                  <a:pt x="5698021" y="4196221"/>
                  <a:pt x="5697519" y="4197153"/>
                  <a:pt x="5697375" y="4198042"/>
                </a:cubicBezTo>
                <a:cubicBezTo>
                  <a:pt x="5697233" y="4198931"/>
                  <a:pt x="5697160" y="4199576"/>
                  <a:pt x="5697160" y="4199978"/>
                </a:cubicBezTo>
                <a:cubicBezTo>
                  <a:pt x="5697448" y="4199920"/>
                  <a:pt x="5698265" y="4199820"/>
                  <a:pt x="5699613" y="4199677"/>
                </a:cubicBezTo>
                <a:cubicBezTo>
                  <a:pt x="5700960" y="4199533"/>
                  <a:pt x="5702753" y="4199404"/>
                  <a:pt x="5704990" y="4199289"/>
                </a:cubicBezTo>
                <a:cubicBezTo>
                  <a:pt x="5707228" y="4199175"/>
                  <a:pt x="5709823" y="4199060"/>
                  <a:pt x="5712778" y="4198945"/>
                </a:cubicBezTo>
                <a:cubicBezTo>
                  <a:pt x="5715731" y="4198831"/>
                  <a:pt x="5718929" y="4198773"/>
                  <a:pt x="5722370" y="4198773"/>
                </a:cubicBezTo>
                <a:cubicBezTo>
                  <a:pt x="5725124" y="4198773"/>
                  <a:pt x="5727848" y="4198802"/>
                  <a:pt x="5730544" y="4198859"/>
                </a:cubicBezTo>
                <a:cubicBezTo>
                  <a:pt x="5733240" y="4198917"/>
                  <a:pt x="5735678" y="4198988"/>
                  <a:pt x="5737858" y="4199074"/>
                </a:cubicBezTo>
                <a:cubicBezTo>
                  <a:pt x="5740037" y="4199160"/>
                  <a:pt x="5741887" y="4199261"/>
                  <a:pt x="5743408" y="4199376"/>
                </a:cubicBezTo>
                <a:cubicBezTo>
                  <a:pt x="5744928" y="4199490"/>
                  <a:pt x="5745917" y="4199576"/>
                  <a:pt x="5746376" y="4199634"/>
                </a:cubicBezTo>
                <a:lnTo>
                  <a:pt x="5749473" y="4192406"/>
                </a:lnTo>
                <a:cubicBezTo>
                  <a:pt x="5745630" y="4192005"/>
                  <a:pt x="5742633" y="4191632"/>
                  <a:pt x="5740482" y="4191288"/>
                </a:cubicBezTo>
                <a:cubicBezTo>
                  <a:pt x="5738331" y="4190943"/>
                  <a:pt x="5736739" y="4190499"/>
                  <a:pt x="5735707" y="4189954"/>
                </a:cubicBezTo>
                <a:cubicBezTo>
                  <a:pt x="5734674" y="4189409"/>
                  <a:pt x="5734029" y="4188692"/>
                  <a:pt x="5733772" y="4187803"/>
                </a:cubicBezTo>
                <a:cubicBezTo>
                  <a:pt x="5733513" y="4186914"/>
                  <a:pt x="5733355" y="4185752"/>
                  <a:pt x="5733298" y="4184318"/>
                </a:cubicBezTo>
                <a:cubicBezTo>
                  <a:pt x="5733183" y="4182769"/>
                  <a:pt x="5733097" y="4181106"/>
                  <a:pt x="5733040" y="4179328"/>
                </a:cubicBezTo>
                <a:cubicBezTo>
                  <a:pt x="5732983" y="4177550"/>
                  <a:pt x="5732925" y="4175456"/>
                  <a:pt x="5732867" y="4173047"/>
                </a:cubicBezTo>
                <a:cubicBezTo>
                  <a:pt x="5732810" y="4170638"/>
                  <a:pt x="5732781" y="4167770"/>
                  <a:pt x="5732781" y="4164443"/>
                </a:cubicBezTo>
                <a:lnTo>
                  <a:pt x="5732781" y="4148181"/>
                </a:lnTo>
                <a:cubicBezTo>
                  <a:pt x="5732781" y="4146403"/>
                  <a:pt x="5732810" y="4144481"/>
                  <a:pt x="5732867" y="4142416"/>
                </a:cubicBezTo>
                <a:cubicBezTo>
                  <a:pt x="5732867" y="4140351"/>
                  <a:pt x="5732896" y="4138200"/>
                  <a:pt x="5732954" y="4135963"/>
                </a:cubicBezTo>
                <a:cubicBezTo>
                  <a:pt x="5732954" y="4133783"/>
                  <a:pt x="5733011" y="4131661"/>
                  <a:pt x="5733126" y="4129596"/>
                </a:cubicBezTo>
                <a:cubicBezTo>
                  <a:pt x="5734732" y="4128047"/>
                  <a:pt x="5736467" y="4126599"/>
                  <a:pt x="5738331" y="4125251"/>
                </a:cubicBezTo>
                <a:cubicBezTo>
                  <a:pt x="5740196" y="4123903"/>
                  <a:pt x="5742174" y="4122713"/>
                  <a:pt x="5744268" y="4121680"/>
                </a:cubicBezTo>
                <a:cubicBezTo>
                  <a:pt x="5746361" y="4120648"/>
                  <a:pt x="5748555" y="4119845"/>
                  <a:pt x="5750850" y="4119271"/>
                </a:cubicBezTo>
                <a:cubicBezTo>
                  <a:pt x="5753144" y="4118697"/>
                  <a:pt x="5755496" y="4118411"/>
                  <a:pt x="5757905" y="4118411"/>
                </a:cubicBezTo>
                <a:cubicBezTo>
                  <a:pt x="5762265" y="4118411"/>
                  <a:pt x="5765649" y="4119328"/>
                  <a:pt x="5768058" y="4121164"/>
                </a:cubicBezTo>
                <a:cubicBezTo>
                  <a:pt x="5770468" y="4122999"/>
                  <a:pt x="5772260" y="4125380"/>
                  <a:pt x="5773436" y="4128305"/>
                </a:cubicBezTo>
                <a:cubicBezTo>
                  <a:pt x="5774612" y="4131231"/>
                  <a:pt x="5775329" y="4134558"/>
                  <a:pt x="5775587" y="4138286"/>
                </a:cubicBezTo>
                <a:cubicBezTo>
                  <a:pt x="5775845" y="4142015"/>
                  <a:pt x="5775974" y="4145772"/>
                  <a:pt x="5775974" y="4149558"/>
                </a:cubicBezTo>
                <a:cubicBezTo>
                  <a:pt x="5775974" y="4153630"/>
                  <a:pt x="5775917" y="4157559"/>
                  <a:pt x="5775802" y="4161345"/>
                </a:cubicBezTo>
                <a:cubicBezTo>
                  <a:pt x="5775687" y="4165131"/>
                  <a:pt x="5775515" y="4168974"/>
                  <a:pt x="5775286" y="4172875"/>
                </a:cubicBezTo>
                <a:cubicBezTo>
                  <a:pt x="5775056" y="4176775"/>
                  <a:pt x="5774741" y="4180862"/>
                  <a:pt x="5774339" y="4185136"/>
                </a:cubicBezTo>
                <a:cubicBezTo>
                  <a:pt x="5773938" y="4189409"/>
                  <a:pt x="5773450" y="4194070"/>
                  <a:pt x="5772877" y="4199117"/>
                </a:cubicBezTo>
                <a:cubicBezTo>
                  <a:pt x="5774541" y="4199003"/>
                  <a:pt x="5776404" y="4198917"/>
                  <a:pt x="5778469" y="4198859"/>
                </a:cubicBezTo>
                <a:cubicBezTo>
                  <a:pt x="5780535" y="4198802"/>
                  <a:pt x="5782771" y="4198773"/>
                  <a:pt x="5785181" y="4198773"/>
                </a:cubicBezTo>
                <a:cubicBezTo>
                  <a:pt x="5788220" y="4198773"/>
                  <a:pt x="5791132" y="4198802"/>
                  <a:pt x="5793914" y="4198859"/>
                </a:cubicBezTo>
                <a:cubicBezTo>
                  <a:pt x="5796696" y="4198917"/>
                  <a:pt x="5799205" y="4198988"/>
                  <a:pt x="5801442" y="4199074"/>
                </a:cubicBezTo>
                <a:cubicBezTo>
                  <a:pt x="5803679" y="4199160"/>
                  <a:pt x="5805558" y="4199261"/>
                  <a:pt x="5807079" y="4199376"/>
                </a:cubicBezTo>
                <a:cubicBezTo>
                  <a:pt x="5808598" y="4199490"/>
                  <a:pt x="5809588" y="4199576"/>
                  <a:pt x="5810046" y="4199634"/>
                </a:cubicBezTo>
                <a:lnTo>
                  <a:pt x="5813144" y="4192406"/>
                </a:lnTo>
                <a:cubicBezTo>
                  <a:pt x="5809243" y="4192005"/>
                  <a:pt x="5806132" y="4191589"/>
                  <a:pt x="5803809" y="4191158"/>
                </a:cubicBezTo>
                <a:cubicBezTo>
                  <a:pt x="5801485" y="4190728"/>
                  <a:pt x="5799722" y="4190169"/>
                  <a:pt x="5798517" y="4189481"/>
                </a:cubicBezTo>
                <a:cubicBezTo>
                  <a:pt x="5797312" y="4188792"/>
                  <a:pt x="5796523" y="4187903"/>
                  <a:pt x="5796151" y="4186813"/>
                </a:cubicBezTo>
                <a:cubicBezTo>
                  <a:pt x="5795778" y="4185724"/>
                  <a:pt x="5795592" y="4184318"/>
                  <a:pt x="5795592" y="4182597"/>
                </a:cubicBezTo>
                <a:cubicBezTo>
                  <a:pt x="5795592" y="4181450"/>
                  <a:pt x="5795649" y="4179916"/>
                  <a:pt x="5795764" y="4177994"/>
                </a:cubicBezTo>
                <a:cubicBezTo>
                  <a:pt x="5795878" y="4176073"/>
                  <a:pt x="5796007" y="4173936"/>
                  <a:pt x="5796151" y="4171584"/>
                </a:cubicBezTo>
                <a:cubicBezTo>
                  <a:pt x="5796294" y="4169232"/>
                  <a:pt x="5796452" y="4166708"/>
                  <a:pt x="5796624" y="4164012"/>
                </a:cubicBezTo>
                <a:cubicBezTo>
                  <a:pt x="5796796" y="4161317"/>
                  <a:pt x="5796954" y="4158635"/>
                  <a:pt x="5797097" y="4155968"/>
                </a:cubicBezTo>
                <a:cubicBezTo>
                  <a:pt x="5797241" y="4153300"/>
                  <a:pt x="5797370" y="4150705"/>
                  <a:pt x="5797484" y="4148181"/>
                </a:cubicBezTo>
                <a:cubicBezTo>
                  <a:pt x="5797599" y="4145657"/>
                  <a:pt x="5797657" y="4143363"/>
                  <a:pt x="5797657" y="4141298"/>
                </a:cubicBezTo>
                <a:cubicBezTo>
                  <a:pt x="5797657" y="4135676"/>
                  <a:pt x="5797212" y="4130471"/>
                  <a:pt x="5796323" y="4125681"/>
                </a:cubicBezTo>
                <a:cubicBezTo>
                  <a:pt x="5795434" y="4120891"/>
                  <a:pt x="5793928" y="4116733"/>
                  <a:pt x="5791806" y="4113205"/>
                </a:cubicBezTo>
                <a:cubicBezTo>
                  <a:pt x="5789683" y="4109677"/>
                  <a:pt x="5786873" y="4106910"/>
                  <a:pt x="5783374" y="4104902"/>
                </a:cubicBezTo>
                <a:cubicBezTo>
                  <a:pt x="5779874" y="4102894"/>
                  <a:pt x="5775544" y="4101891"/>
                  <a:pt x="5770382" y="4101891"/>
                </a:cubicBezTo>
                <a:cubicBezTo>
                  <a:pt x="5766596" y="4101891"/>
                  <a:pt x="5763025" y="4102407"/>
                  <a:pt x="5759669" y="4103439"/>
                </a:cubicBezTo>
                <a:cubicBezTo>
                  <a:pt x="5756314" y="4104472"/>
                  <a:pt x="5753101" y="4105877"/>
                  <a:pt x="5750033" y="4107655"/>
                </a:cubicBezTo>
                <a:cubicBezTo>
                  <a:pt x="5746964" y="4109434"/>
                  <a:pt x="5744024" y="4111470"/>
                  <a:pt x="5741214" y="4113764"/>
                </a:cubicBezTo>
                <a:cubicBezTo>
                  <a:pt x="5738403" y="4116059"/>
                  <a:pt x="5735649" y="4118468"/>
                  <a:pt x="5732954" y="4120992"/>
                </a:cubicBezTo>
                <a:lnTo>
                  <a:pt x="5732437" y="4120820"/>
                </a:lnTo>
                <a:cubicBezTo>
                  <a:pt x="5732437" y="4116862"/>
                  <a:pt x="5732509" y="4113406"/>
                  <a:pt x="5732652" y="4110452"/>
                </a:cubicBezTo>
                <a:cubicBezTo>
                  <a:pt x="5732796" y="4107498"/>
                  <a:pt x="5732954" y="4104931"/>
                  <a:pt x="5733126" y="4102751"/>
                </a:cubicBezTo>
                <a:close/>
                <a:moveTo>
                  <a:pt x="5666106" y="4101891"/>
                </a:moveTo>
                <a:cubicBezTo>
                  <a:pt x="5664788" y="4102350"/>
                  <a:pt x="5662937" y="4102909"/>
                  <a:pt x="5660558" y="4103568"/>
                </a:cubicBezTo>
                <a:cubicBezTo>
                  <a:pt x="5658176" y="4104228"/>
                  <a:pt x="5655438" y="4104902"/>
                  <a:pt x="5652340" y="4105590"/>
                </a:cubicBezTo>
                <a:cubicBezTo>
                  <a:pt x="5649243" y="4106279"/>
                  <a:pt x="5645844" y="4106938"/>
                  <a:pt x="5642144" y="4107569"/>
                </a:cubicBezTo>
                <a:cubicBezTo>
                  <a:pt x="5638445" y="4108200"/>
                  <a:pt x="5634615" y="4108717"/>
                  <a:pt x="5630658" y="4109118"/>
                </a:cubicBezTo>
                <a:lnTo>
                  <a:pt x="5628937" y="4116174"/>
                </a:lnTo>
                <a:cubicBezTo>
                  <a:pt x="5632493" y="4116174"/>
                  <a:pt x="5635275" y="4116217"/>
                  <a:pt x="5637283" y="4116303"/>
                </a:cubicBezTo>
                <a:cubicBezTo>
                  <a:pt x="5639290" y="4116389"/>
                  <a:pt x="5640811" y="4116690"/>
                  <a:pt x="5641843" y="4117206"/>
                </a:cubicBezTo>
                <a:cubicBezTo>
                  <a:pt x="5642875" y="4117722"/>
                  <a:pt x="5643535" y="4118497"/>
                  <a:pt x="5643822" y="4119529"/>
                </a:cubicBezTo>
                <a:cubicBezTo>
                  <a:pt x="5644109" y="4120562"/>
                  <a:pt x="5644309" y="4122024"/>
                  <a:pt x="5644425" y="4123917"/>
                </a:cubicBezTo>
                <a:cubicBezTo>
                  <a:pt x="5644481" y="4124778"/>
                  <a:pt x="5644553" y="4126126"/>
                  <a:pt x="5644639" y="4127961"/>
                </a:cubicBezTo>
                <a:cubicBezTo>
                  <a:pt x="5644725" y="4129797"/>
                  <a:pt x="5644798" y="4132292"/>
                  <a:pt x="5644855" y="4135447"/>
                </a:cubicBezTo>
                <a:cubicBezTo>
                  <a:pt x="5644912" y="4138602"/>
                  <a:pt x="5644969" y="4142531"/>
                  <a:pt x="5645027" y="4147234"/>
                </a:cubicBezTo>
                <a:cubicBezTo>
                  <a:pt x="5645084" y="4151938"/>
                  <a:pt x="5645112" y="4157645"/>
                  <a:pt x="5645113" y="4164357"/>
                </a:cubicBezTo>
                <a:lnTo>
                  <a:pt x="5645113" y="4169089"/>
                </a:lnTo>
                <a:cubicBezTo>
                  <a:pt x="5645112" y="4171154"/>
                  <a:pt x="5645084" y="4173405"/>
                  <a:pt x="5645027" y="4175843"/>
                </a:cubicBezTo>
                <a:cubicBezTo>
                  <a:pt x="5644969" y="4178281"/>
                  <a:pt x="5644883" y="4180776"/>
                  <a:pt x="5644768" y="4183329"/>
                </a:cubicBezTo>
                <a:cubicBezTo>
                  <a:pt x="5644654" y="4185881"/>
                  <a:pt x="5644481" y="4188219"/>
                  <a:pt x="5644252" y="4190341"/>
                </a:cubicBezTo>
                <a:cubicBezTo>
                  <a:pt x="5640811" y="4190800"/>
                  <a:pt x="5638158" y="4191488"/>
                  <a:pt x="5636293" y="4192406"/>
                </a:cubicBezTo>
                <a:cubicBezTo>
                  <a:pt x="5634429" y="4193324"/>
                  <a:pt x="5633067" y="4194270"/>
                  <a:pt x="5632206" y="4195246"/>
                </a:cubicBezTo>
                <a:cubicBezTo>
                  <a:pt x="5631346" y="4196221"/>
                  <a:pt x="5630844" y="4197153"/>
                  <a:pt x="5630700" y="4198042"/>
                </a:cubicBezTo>
                <a:cubicBezTo>
                  <a:pt x="5630557" y="4198931"/>
                  <a:pt x="5630486" y="4199576"/>
                  <a:pt x="5630486" y="4199978"/>
                </a:cubicBezTo>
                <a:cubicBezTo>
                  <a:pt x="5630772" y="4199920"/>
                  <a:pt x="5631633" y="4199820"/>
                  <a:pt x="5633067" y="4199677"/>
                </a:cubicBezTo>
                <a:cubicBezTo>
                  <a:pt x="5634501" y="4199533"/>
                  <a:pt x="5636336" y="4199404"/>
                  <a:pt x="5638574" y="4199289"/>
                </a:cubicBezTo>
                <a:cubicBezTo>
                  <a:pt x="5640811" y="4199175"/>
                  <a:pt x="5643420" y="4199060"/>
                  <a:pt x="5646404" y="4198945"/>
                </a:cubicBezTo>
                <a:cubicBezTo>
                  <a:pt x="5649386" y="4198831"/>
                  <a:pt x="5652569" y="4198773"/>
                  <a:pt x="5655954" y="4198773"/>
                </a:cubicBezTo>
                <a:cubicBezTo>
                  <a:pt x="5658707" y="4198773"/>
                  <a:pt x="5661388" y="4198802"/>
                  <a:pt x="5663998" y="4198859"/>
                </a:cubicBezTo>
                <a:cubicBezTo>
                  <a:pt x="5666609" y="4198917"/>
                  <a:pt x="5668989" y="4198988"/>
                  <a:pt x="5671140" y="4199074"/>
                </a:cubicBezTo>
                <a:cubicBezTo>
                  <a:pt x="5673291" y="4199160"/>
                  <a:pt x="5675112" y="4199261"/>
                  <a:pt x="5676604" y="4199376"/>
                </a:cubicBezTo>
                <a:cubicBezTo>
                  <a:pt x="5678095" y="4199490"/>
                  <a:pt x="5679070" y="4199576"/>
                  <a:pt x="5679529" y="4199634"/>
                </a:cubicBezTo>
                <a:lnTo>
                  <a:pt x="5682626" y="4192406"/>
                </a:lnTo>
                <a:cubicBezTo>
                  <a:pt x="5678784" y="4192005"/>
                  <a:pt x="5675787" y="4191632"/>
                  <a:pt x="5673635" y="4191288"/>
                </a:cubicBezTo>
                <a:cubicBezTo>
                  <a:pt x="5671484" y="4190943"/>
                  <a:pt x="5669878" y="4190499"/>
                  <a:pt x="5668817" y="4189954"/>
                </a:cubicBezTo>
                <a:cubicBezTo>
                  <a:pt x="5667756" y="4189409"/>
                  <a:pt x="5667096" y="4188706"/>
                  <a:pt x="5666838" y="4187846"/>
                </a:cubicBezTo>
                <a:cubicBezTo>
                  <a:pt x="5666580" y="4186985"/>
                  <a:pt x="5666422" y="4185810"/>
                  <a:pt x="5666365" y="4184318"/>
                </a:cubicBezTo>
                <a:cubicBezTo>
                  <a:pt x="5666250" y="4183343"/>
                  <a:pt x="5666165" y="4182009"/>
                  <a:pt x="5666106" y="4180317"/>
                </a:cubicBezTo>
                <a:cubicBezTo>
                  <a:pt x="5666049" y="4178625"/>
                  <a:pt x="5666006" y="4176775"/>
                  <a:pt x="5665977" y="4174768"/>
                </a:cubicBezTo>
                <a:cubicBezTo>
                  <a:pt x="5665950" y="4172760"/>
                  <a:pt x="5665934" y="4170724"/>
                  <a:pt x="5665934" y="4168659"/>
                </a:cubicBezTo>
                <a:lnTo>
                  <a:pt x="5665934" y="4162894"/>
                </a:lnTo>
                <a:cubicBezTo>
                  <a:pt x="5665934" y="4156240"/>
                  <a:pt x="5665950" y="4150145"/>
                  <a:pt x="5665977" y="4144610"/>
                </a:cubicBezTo>
                <a:cubicBezTo>
                  <a:pt x="5666006" y="4139075"/>
                  <a:pt x="5666078" y="4133912"/>
                  <a:pt x="5666192" y="4129123"/>
                </a:cubicBezTo>
                <a:cubicBezTo>
                  <a:pt x="5666307" y="4124333"/>
                  <a:pt x="5666465" y="4119802"/>
                  <a:pt x="5666666" y="4115528"/>
                </a:cubicBezTo>
                <a:cubicBezTo>
                  <a:pt x="5666867" y="4111255"/>
                  <a:pt x="5667139" y="4107053"/>
                  <a:pt x="5667483" y="4102923"/>
                </a:cubicBezTo>
                <a:close/>
                <a:moveTo>
                  <a:pt x="5322002" y="4101891"/>
                </a:moveTo>
                <a:cubicBezTo>
                  <a:pt x="5320683" y="4102350"/>
                  <a:pt x="5318876" y="4102909"/>
                  <a:pt x="5316582" y="4103568"/>
                </a:cubicBezTo>
                <a:cubicBezTo>
                  <a:pt x="5314287" y="4104228"/>
                  <a:pt x="5311648" y="4104902"/>
                  <a:pt x="5308666" y="4105590"/>
                </a:cubicBezTo>
                <a:cubicBezTo>
                  <a:pt x="5305683" y="4106279"/>
                  <a:pt x="5302399" y="4106938"/>
                  <a:pt x="5298814" y="4107569"/>
                </a:cubicBezTo>
                <a:cubicBezTo>
                  <a:pt x="5295229" y="4108200"/>
                  <a:pt x="5291486" y="4108717"/>
                  <a:pt x="5287586" y="4109118"/>
                </a:cubicBezTo>
                <a:lnTo>
                  <a:pt x="5285865" y="4116174"/>
                </a:lnTo>
                <a:cubicBezTo>
                  <a:pt x="5289479" y="4116174"/>
                  <a:pt x="5292304" y="4116217"/>
                  <a:pt x="5294341" y="4116303"/>
                </a:cubicBezTo>
                <a:cubicBezTo>
                  <a:pt x="5296377" y="4116389"/>
                  <a:pt x="5297910" y="4116675"/>
                  <a:pt x="5298944" y="4117163"/>
                </a:cubicBezTo>
                <a:cubicBezTo>
                  <a:pt x="5299975" y="4117651"/>
                  <a:pt x="5300635" y="4118396"/>
                  <a:pt x="5300922" y="4119400"/>
                </a:cubicBezTo>
                <a:cubicBezTo>
                  <a:pt x="5301209" y="4120404"/>
                  <a:pt x="5301410" y="4121852"/>
                  <a:pt x="5301524" y="4123745"/>
                </a:cubicBezTo>
                <a:cubicBezTo>
                  <a:pt x="5301582" y="4124778"/>
                  <a:pt x="5301653" y="4126240"/>
                  <a:pt x="5301739" y="4128133"/>
                </a:cubicBezTo>
                <a:cubicBezTo>
                  <a:pt x="5301825" y="4130026"/>
                  <a:pt x="5301897" y="4132536"/>
                  <a:pt x="5301955" y="4135662"/>
                </a:cubicBezTo>
                <a:cubicBezTo>
                  <a:pt x="5302012" y="4138788"/>
                  <a:pt x="5302069" y="4142603"/>
                  <a:pt x="5302126" y="4147105"/>
                </a:cubicBezTo>
                <a:cubicBezTo>
                  <a:pt x="5302184" y="4151608"/>
                  <a:pt x="5302213" y="4156957"/>
                  <a:pt x="5302213" y="4163152"/>
                </a:cubicBezTo>
                <a:lnTo>
                  <a:pt x="5302213" y="4167798"/>
                </a:lnTo>
                <a:cubicBezTo>
                  <a:pt x="5302213" y="4169921"/>
                  <a:pt x="5302184" y="4172287"/>
                  <a:pt x="5302126" y="4174897"/>
                </a:cubicBezTo>
                <a:cubicBezTo>
                  <a:pt x="5302069" y="4177507"/>
                  <a:pt x="5301983" y="4180174"/>
                  <a:pt x="5301868" y="4182899"/>
                </a:cubicBezTo>
                <a:cubicBezTo>
                  <a:pt x="5301754" y="4185623"/>
                  <a:pt x="5301582" y="4188104"/>
                  <a:pt x="5301353" y="4190341"/>
                </a:cubicBezTo>
                <a:cubicBezTo>
                  <a:pt x="5297910" y="4190800"/>
                  <a:pt x="5295258" y="4191488"/>
                  <a:pt x="5293394" y="4192406"/>
                </a:cubicBezTo>
                <a:cubicBezTo>
                  <a:pt x="5291529" y="4193324"/>
                  <a:pt x="5290167" y="4194270"/>
                  <a:pt x="5289306" y="4195246"/>
                </a:cubicBezTo>
                <a:cubicBezTo>
                  <a:pt x="5288446" y="4196221"/>
                  <a:pt x="5287944" y="4197153"/>
                  <a:pt x="5287801" y="4198042"/>
                </a:cubicBezTo>
                <a:cubicBezTo>
                  <a:pt x="5287657" y="4198931"/>
                  <a:pt x="5287586" y="4199576"/>
                  <a:pt x="5287586" y="4199978"/>
                </a:cubicBezTo>
                <a:cubicBezTo>
                  <a:pt x="5287872" y="4199920"/>
                  <a:pt x="5288690" y="4199820"/>
                  <a:pt x="5290038" y="4199677"/>
                </a:cubicBezTo>
                <a:cubicBezTo>
                  <a:pt x="5291386" y="4199533"/>
                  <a:pt x="5293179" y="4199404"/>
                  <a:pt x="5295415" y="4199289"/>
                </a:cubicBezTo>
                <a:cubicBezTo>
                  <a:pt x="5297652" y="4199175"/>
                  <a:pt x="5300248" y="4199060"/>
                  <a:pt x="5303202" y="4198945"/>
                </a:cubicBezTo>
                <a:cubicBezTo>
                  <a:pt x="5306157" y="4198831"/>
                  <a:pt x="5309354" y="4198773"/>
                  <a:pt x="5312796" y="4198773"/>
                </a:cubicBezTo>
                <a:cubicBezTo>
                  <a:pt x="5315549" y="4198773"/>
                  <a:pt x="5318274" y="4198802"/>
                  <a:pt x="5320970" y="4198859"/>
                </a:cubicBezTo>
                <a:cubicBezTo>
                  <a:pt x="5323666" y="4198917"/>
                  <a:pt x="5326103" y="4198988"/>
                  <a:pt x="5328283" y="4199074"/>
                </a:cubicBezTo>
                <a:cubicBezTo>
                  <a:pt x="5330463" y="4199160"/>
                  <a:pt x="5332313" y="4199261"/>
                  <a:pt x="5333833" y="4199376"/>
                </a:cubicBezTo>
                <a:cubicBezTo>
                  <a:pt x="5335353" y="4199490"/>
                  <a:pt x="5336342" y="4199576"/>
                  <a:pt x="5336801" y="4199634"/>
                </a:cubicBezTo>
                <a:lnTo>
                  <a:pt x="5339899" y="4192406"/>
                </a:lnTo>
                <a:cubicBezTo>
                  <a:pt x="5336055" y="4192005"/>
                  <a:pt x="5333058" y="4191632"/>
                  <a:pt x="5330907" y="4191288"/>
                </a:cubicBezTo>
                <a:cubicBezTo>
                  <a:pt x="5328756" y="4190943"/>
                  <a:pt x="5327165" y="4190499"/>
                  <a:pt x="5326132" y="4189954"/>
                </a:cubicBezTo>
                <a:cubicBezTo>
                  <a:pt x="5325100" y="4189409"/>
                  <a:pt x="5324454" y="4188692"/>
                  <a:pt x="5324196" y="4187803"/>
                </a:cubicBezTo>
                <a:cubicBezTo>
                  <a:pt x="5323938" y="4186914"/>
                  <a:pt x="5323780" y="4185752"/>
                  <a:pt x="5323723" y="4184318"/>
                </a:cubicBezTo>
                <a:cubicBezTo>
                  <a:pt x="5323608" y="4182769"/>
                  <a:pt x="5323523" y="4181106"/>
                  <a:pt x="5323465" y="4179328"/>
                </a:cubicBezTo>
                <a:cubicBezTo>
                  <a:pt x="5323407" y="4177550"/>
                  <a:pt x="5323350" y="4175456"/>
                  <a:pt x="5323293" y="4173047"/>
                </a:cubicBezTo>
                <a:cubicBezTo>
                  <a:pt x="5323235" y="4170638"/>
                  <a:pt x="5323207" y="4167770"/>
                  <a:pt x="5323207" y="4164443"/>
                </a:cubicBezTo>
                <a:lnTo>
                  <a:pt x="5323207" y="4148181"/>
                </a:lnTo>
                <a:cubicBezTo>
                  <a:pt x="5323207" y="4146403"/>
                  <a:pt x="5323235" y="4144481"/>
                  <a:pt x="5323293" y="4142416"/>
                </a:cubicBezTo>
                <a:cubicBezTo>
                  <a:pt x="5323293" y="4140351"/>
                  <a:pt x="5323321" y="4138200"/>
                  <a:pt x="5323379" y="4135963"/>
                </a:cubicBezTo>
                <a:cubicBezTo>
                  <a:pt x="5323379" y="4133783"/>
                  <a:pt x="5323436" y="4131661"/>
                  <a:pt x="5323551" y="4129596"/>
                </a:cubicBezTo>
                <a:cubicBezTo>
                  <a:pt x="5325157" y="4128047"/>
                  <a:pt x="5326892" y="4126599"/>
                  <a:pt x="5328756" y="4125251"/>
                </a:cubicBezTo>
                <a:cubicBezTo>
                  <a:pt x="5330620" y="4123903"/>
                  <a:pt x="5332599" y="4122713"/>
                  <a:pt x="5334693" y="4121680"/>
                </a:cubicBezTo>
                <a:cubicBezTo>
                  <a:pt x="5336787" y="4120648"/>
                  <a:pt x="5338981" y="4119845"/>
                  <a:pt x="5341275" y="4119271"/>
                </a:cubicBezTo>
                <a:cubicBezTo>
                  <a:pt x="5343570" y="4118697"/>
                  <a:pt x="5345921" y="4118411"/>
                  <a:pt x="5348331" y="4118411"/>
                </a:cubicBezTo>
                <a:cubicBezTo>
                  <a:pt x="5352691" y="4118411"/>
                  <a:pt x="5356074" y="4119328"/>
                  <a:pt x="5358484" y="4121164"/>
                </a:cubicBezTo>
                <a:cubicBezTo>
                  <a:pt x="5360893" y="4122999"/>
                  <a:pt x="5362686" y="4125380"/>
                  <a:pt x="5363861" y="4128305"/>
                </a:cubicBezTo>
                <a:cubicBezTo>
                  <a:pt x="5365037" y="4131231"/>
                  <a:pt x="5365754" y="4134558"/>
                  <a:pt x="5366012" y="4138286"/>
                </a:cubicBezTo>
                <a:cubicBezTo>
                  <a:pt x="5366270" y="4142015"/>
                  <a:pt x="5366399" y="4145772"/>
                  <a:pt x="5366399" y="4149558"/>
                </a:cubicBezTo>
                <a:cubicBezTo>
                  <a:pt x="5366399" y="4153630"/>
                  <a:pt x="5366342" y="4157559"/>
                  <a:pt x="5366227" y="4161345"/>
                </a:cubicBezTo>
                <a:cubicBezTo>
                  <a:pt x="5366113" y="4165131"/>
                  <a:pt x="5365940" y="4168974"/>
                  <a:pt x="5365711" y="4172875"/>
                </a:cubicBezTo>
                <a:cubicBezTo>
                  <a:pt x="5365482" y="4176775"/>
                  <a:pt x="5365166" y="4180862"/>
                  <a:pt x="5364765" y="4185136"/>
                </a:cubicBezTo>
                <a:cubicBezTo>
                  <a:pt x="5364363" y="4189409"/>
                  <a:pt x="5363875" y="4194070"/>
                  <a:pt x="5363302" y="4199117"/>
                </a:cubicBezTo>
                <a:cubicBezTo>
                  <a:pt x="5364965" y="4199003"/>
                  <a:pt x="5366830" y="4198917"/>
                  <a:pt x="5368895" y="4198859"/>
                </a:cubicBezTo>
                <a:cubicBezTo>
                  <a:pt x="5370959" y="4198802"/>
                  <a:pt x="5373197" y="4198773"/>
                  <a:pt x="5375606" y="4198773"/>
                </a:cubicBezTo>
                <a:cubicBezTo>
                  <a:pt x="5378647" y="4198773"/>
                  <a:pt x="5381557" y="4198802"/>
                  <a:pt x="5384339" y="4198859"/>
                </a:cubicBezTo>
                <a:cubicBezTo>
                  <a:pt x="5387121" y="4198917"/>
                  <a:pt x="5389631" y="4198988"/>
                  <a:pt x="5391868" y="4199074"/>
                </a:cubicBezTo>
                <a:cubicBezTo>
                  <a:pt x="5394105" y="4199160"/>
                  <a:pt x="5395983" y="4199261"/>
                  <a:pt x="5397503" y="4199376"/>
                </a:cubicBezTo>
                <a:cubicBezTo>
                  <a:pt x="5399023" y="4199490"/>
                  <a:pt x="5400013" y="4199576"/>
                  <a:pt x="5400472" y="4199634"/>
                </a:cubicBezTo>
                <a:lnTo>
                  <a:pt x="5403569" y="4192406"/>
                </a:lnTo>
                <a:cubicBezTo>
                  <a:pt x="5399669" y="4192005"/>
                  <a:pt x="5396557" y="4191589"/>
                  <a:pt x="5394234" y="4191158"/>
                </a:cubicBezTo>
                <a:cubicBezTo>
                  <a:pt x="5391911" y="4190728"/>
                  <a:pt x="5390147" y="4190169"/>
                  <a:pt x="5388942" y="4189481"/>
                </a:cubicBezTo>
                <a:cubicBezTo>
                  <a:pt x="5387738" y="4188792"/>
                  <a:pt x="5386949" y="4187903"/>
                  <a:pt x="5386576" y="4186813"/>
                </a:cubicBezTo>
                <a:cubicBezTo>
                  <a:pt x="5386203" y="4185724"/>
                  <a:pt x="5386017" y="4184318"/>
                  <a:pt x="5386017" y="4182597"/>
                </a:cubicBezTo>
                <a:cubicBezTo>
                  <a:pt x="5386017" y="4181450"/>
                  <a:pt x="5386074" y="4179916"/>
                  <a:pt x="5386189" y="4177994"/>
                </a:cubicBezTo>
                <a:cubicBezTo>
                  <a:pt x="5386303" y="4176073"/>
                  <a:pt x="5386433" y="4173936"/>
                  <a:pt x="5386576" y="4171584"/>
                </a:cubicBezTo>
                <a:cubicBezTo>
                  <a:pt x="5386719" y="4169232"/>
                  <a:pt x="5386877" y="4166708"/>
                  <a:pt x="5387050" y="4164012"/>
                </a:cubicBezTo>
                <a:cubicBezTo>
                  <a:pt x="5387221" y="4161317"/>
                  <a:pt x="5387379" y="4158635"/>
                  <a:pt x="5387523" y="4155968"/>
                </a:cubicBezTo>
                <a:cubicBezTo>
                  <a:pt x="5387666" y="4153300"/>
                  <a:pt x="5387795" y="4150705"/>
                  <a:pt x="5387910" y="4148181"/>
                </a:cubicBezTo>
                <a:cubicBezTo>
                  <a:pt x="5388024" y="4145657"/>
                  <a:pt x="5388082" y="4143363"/>
                  <a:pt x="5388082" y="4141298"/>
                </a:cubicBezTo>
                <a:cubicBezTo>
                  <a:pt x="5388082" y="4135676"/>
                  <a:pt x="5387637" y="4130471"/>
                  <a:pt x="5386748" y="4125681"/>
                </a:cubicBezTo>
                <a:cubicBezTo>
                  <a:pt x="5385859" y="4120891"/>
                  <a:pt x="5384353" y="4116733"/>
                  <a:pt x="5382232" y="4113205"/>
                </a:cubicBezTo>
                <a:cubicBezTo>
                  <a:pt x="5380109" y="4109677"/>
                  <a:pt x="5377298" y="4106910"/>
                  <a:pt x="5373799" y="4104902"/>
                </a:cubicBezTo>
                <a:cubicBezTo>
                  <a:pt x="5370300" y="4102894"/>
                  <a:pt x="5365969" y="4101891"/>
                  <a:pt x="5360807" y="4101891"/>
                </a:cubicBezTo>
                <a:cubicBezTo>
                  <a:pt x="5357021" y="4101891"/>
                  <a:pt x="5353450" y="4102407"/>
                  <a:pt x="5350094" y="4103439"/>
                </a:cubicBezTo>
                <a:cubicBezTo>
                  <a:pt x="5346739" y="4104472"/>
                  <a:pt x="5343527" y="4105877"/>
                  <a:pt x="5340458" y="4107655"/>
                </a:cubicBezTo>
                <a:cubicBezTo>
                  <a:pt x="5337389" y="4109434"/>
                  <a:pt x="5334449" y="4111470"/>
                  <a:pt x="5331639" y="4113764"/>
                </a:cubicBezTo>
                <a:cubicBezTo>
                  <a:pt x="5328828" y="4116059"/>
                  <a:pt x="5326075" y="4118468"/>
                  <a:pt x="5323379" y="4120992"/>
                </a:cubicBezTo>
                <a:lnTo>
                  <a:pt x="5322862" y="4120820"/>
                </a:lnTo>
                <a:cubicBezTo>
                  <a:pt x="5322862" y="4116862"/>
                  <a:pt x="5322935" y="4113406"/>
                  <a:pt x="5323078" y="4110452"/>
                </a:cubicBezTo>
                <a:cubicBezTo>
                  <a:pt x="5323221" y="4107498"/>
                  <a:pt x="5323379" y="4104931"/>
                  <a:pt x="5323551" y="4102751"/>
                </a:cubicBezTo>
                <a:close/>
                <a:moveTo>
                  <a:pt x="5226029" y="4101891"/>
                </a:moveTo>
                <a:cubicBezTo>
                  <a:pt x="5222473" y="4101891"/>
                  <a:pt x="5218716" y="4102278"/>
                  <a:pt x="5214758" y="4103052"/>
                </a:cubicBezTo>
                <a:cubicBezTo>
                  <a:pt x="5210800" y="4103827"/>
                  <a:pt x="5206900" y="4105074"/>
                  <a:pt x="5203056" y="4106795"/>
                </a:cubicBezTo>
                <a:cubicBezTo>
                  <a:pt x="5199213" y="4108516"/>
                  <a:pt x="5195556" y="4110739"/>
                  <a:pt x="5192086" y="4113463"/>
                </a:cubicBezTo>
                <a:cubicBezTo>
                  <a:pt x="5188615" y="4116188"/>
                  <a:pt x="5185547" y="4119486"/>
                  <a:pt x="5182879" y="4123358"/>
                </a:cubicBezTo>
                <a:cubicBezTo>
                  <a:pt x="5180212" y="4127230"/>
                  <a:pt x="5178104" y="4131704"/>
                  <a:pt x="5176556" y="4136780"/>
                </a:cubicBezTo>
                <a:cubicBezTo>
                  <a:pt x="5175007" y="4141857"/>
                  <a:pt x="5174232" y="4147607"/>
                  <a:pt x="5174232" y="4154032"/>
                </a:cubicBezTo>
                <a:cubicBezTo>
                  <a:pt x="5174232" y="4161833"/>
                  <a:pt x="5175380" y="4168702"/>
                  <a:pt x="5177674" y="4174639"/>
                </a:cubicBezTo>
                <a:cubicBezTo>
                  <a:pt x="5179968" y="4180575"/>
                  <a:pt x="5183094" y="4185551"/>
                  <a:pt x="5187052" y="4189567"/>
                </a:cubicBezTo>
                <a:cubicBezTo>
                  <a:pt x="5191010" y="4193582"/>
                  <a:pt x="5195628" y="4196608"/>
                  <a:pt x="5200906" y="4198644"/>
                </a:cubicBezTo>
                <a:cubicBezTo>
                  <a:pt x="5206182" y="4200680"/>
                  <a:pt x="5211832" y="4201699"/>
                  <a:pt x="5217855" y="4201699"/>
                </a:cubicBezTo>
                <a:cubicBezTo>
                  <a:pt x="5221641" y="4201699"/>
                  <a:pt x="5225556" y="4201268"/>
                  <a:pt x="5229600" y="4200408"/>
                </a:cubicBezTo>
                <a:cubicBezTo>
                  <a:pt x="5233644" y="4199548"/>
                  <a:pt x="5237587" y="4198214"/>
                  <a:pt x="5241430" y="4196407"/>
                </a:cubicBezTo>
                <a:cubicBezTo>
                  <a:pt x="5245274" y="4194600"/>
                  <a:pt x="5248916" y="4192306"/>
                  <a:pt x="5252358" y="4189524"/>
                </a:cubicBezTo>
                <a:cubicBezTo>
                  <a:pt x="5255799" y="4186742"/>
                  <a:pt x="5258796" y="4183415"/>
                  <a:pt x="5261349" y="4179543"/>
                </a:cubicBezTo>
                <a:cubicBezTo>
                  <a:pt x="5263901" y="4175671"/>
                  <a:pt x="5265938" y="4171240"/>
                  <a:pt x="5267458" y="4166250"/>
                </a:cubicBezTo>
                <a:cubicBezTo>
                  <a:pt x="5268978" y="4161259"/>
                  <a:pt x="5269738" y="4155666"/>
                  <a:pt x="5269738" y="4149472"/>
                </a:cubicBezTo>
                <a:cubicBezTo>
                  <a:pt x="5269738" y="4141842"/>
                  <a:pt x="5268605" y="4135060"/>
                  <a:pt x="5266339" y="4129123"/>
                </a:cubicBezTo>
                <a:cubicBezTo>
                  <a:pt x="5264074" y="4123186"/>
                  <a:pt x="5260962" y="4118210"/>
                  <a:pt x="5257005" y="4114195"/>
                </a:cubicBezTo>
                <a:cubicBezTo>
                  <a:pt x="5253046" y="4110179"/>
                  <a:pt x="5248414" y="4107125"/>
                  <a:pt x="5243108" y="4105031"/>
                </a:cubicBezTo>
                <a:cubicBezTo>
                  <a:pt x="5237802" y="4102938"/>
                  <a:pt x="5232109" y="4101891"/>
                  <a:pt x="5226029" y="4101891"/>
                </a:cubicBezTo>
                <a:close/>
                <a:moveTo>
                  <a:pt x="5128775" y="4101891"/>
                </a:moveTo>
                <a:cubicBezTo>
                  <a:pt x="5123555" y="4101891"/>
                  <a:pt x="5118607" y="4102608"/>
                  <a:pt x="5113932" y="4104042"/>
                </a:cubicBezTo>
                <a:cubicBezTo>
                  <a:pt x="5109257" y="4105476"/>
                  <a:pt x="5105156" y="4107526"/>
                  <a:pt x="5101629" y="4110194"/>
                </a:cubicBezTo>
                <a:cubicBezTo>
                  <a:pt x="5098101" y="4112861"/>
                  <a:pt x="5095290" y="4116073"/>
                  <a:pt x="5093197" y="4119830"/>
                </a:cubicBezTo>
                <a:cubicBezTo>
                  <a:pt x="5091103" y="4123587"/>
                  <a:pt x="5090056" y="4127789"/>
                  <a:pt x="5090056" y="4132435"/>
                </a:cubicBezTo>
                <a:cubicBezTo>
                  <a:pt x="5090056" y="4136680"/>
                  <a:pt x="5090902" y="4140279"/>
                  <a:pt x="5092594" y="4143234"/>
                </a:cubicBezTo>
                <a:cubicBezTo>
                  <a:pt x="5094286" y="4146188"/>
                  <a:pt x="5096509" y="4148740"/>
                  <a:pt x="5099262" y="4150891"/>
                </a:cubicBezTo>
                <a:cubicBezTo>
                  <a:pt x="5102016" y="4153042"/>
                  <a:pt x="5105113" y="4154921"/>
                  <a:pt x="5108555" y="4156527"/>
                </a:cubicBezTo>
                <a:cubicBezTo>
                  <a:pt x="5111997" y="4158133"/>
                  <a:pt x="5115467" y="4159653"/>
                  <a:pt x="5118966" y="4161087"/>
                </a:cubicBezTo>
                <a:cubicBezTo>
                  <a:pt x="5121891" y="4162406"/>
                  <a:pt x="5124673" y="4163683"/>
                  <a:pt x="5127313" y="4164916"/>
                </a:cubicBezTo>
                <a:cubicBezTo>
                  <a:pt x="5129951" y="4166149"/>
                  <a:pt x="5132259" y="4167497"/>
                  <a:pt x="5134238" y="4168960"/>
                </a:cubicBezTo>
                <a:cubicBezTo>
                  <a:pt x="5136217" y="4170423"/>
                  <a:pt x="5137780" y="4172057"/>
                  <a:pt x="5138927" y="4173864"/>
                </a:cubicBezTo>
                <a:cubicBezTo>
                  <a:pt x="5140075" y="4175671"/>
                  <a:pt x="5140648" y="4177808"/>
                  <a:pt x="5140648" y="4180274"/>
                </a:cubicBezTo>
                <a:cubicBezTo>
                  <a:pt x="5140648" y="4182282"/>
                  <a:pt x="5140275" y="4184046"/>
                  <a:pt x="5139530" y="4185566"/>
                </a:cubicBezTo>
                <a:cubicBezTo>
                  <a:pt x="5138784" y="4187086"/>
                  <a:pt x="5137723" y="4188362"/>
                  <a:pt x="5136346" y="4189395"/>
                </a:cubicBezTo>
                <a:cubicBezTo>
                  <a:pt x="5134969" y="4190427"/>
                  <a:pt x="5133320" y="4191216"/>
                  <a:pt x="5131399" y="4191761"/>
                </a:cubicBezTo>
                <a:cubicBezTo>
                  <a:pt x="5129477" y="4192306"/>
                  <a:pt x="5127369" y="4192578"/>
                  <a:pt x="5125075" y="4192578"/>
                </a:cubicBezTo>
                <a:cubicBezTo>
                  <a:pt x="5122207" y="4192578"/>
                  <a:pt x="5119339" y="4192134"/>
                  <a:pt x="5116471" y="4191245"/>
                </a:cubicBezTo>
                <a:cubicBezTo>
                  <a:pt x="5113603" y="4190355"/>
                  <a:pt x="5110964" y="4188921"/>
                  <a:pt x="5108555" y="4186942"/>
                </a:cubicBezTo>
                <a:cubicBezTo>
                  <a:pt x="5106146" y="4184964"/>
                  <a:pt x="5104109" y="4182411"/>
                  <a:pt x="5102446" y="4179285"/>
                </a:cubicBezTo>
                <a:cubicBezTo>
                  <a:pt x="5100782" y="4176159"/>
                  <a:pt x="5099751" y="4172330"/>
                  <a:pt x="5099349" y="4167798"/>
                </a:cubicBezTo>
                <a:lnTo>
                  <a:pt x="5092809" y="4168142"/>
                </a:lnTo>
                <a:cubicBezTo>
                  <a:pt x="5092580" y="4171756"/>
                  <a:pt x="5092408" y="4174825"/>
                  <a:pt x="5092293" y="4177349"/>
                </a:cubicBezTo>
                <a:cubicBezTo>
                  <a:pt x="5092178" y="4179873"/>
                  <a:pt x="5092092" y="4181966"/>
                  <a:pt x="5092035" y="4183630"/>
                </a:cubicBezTo>
                <a:cubicBezTo>
                  <a:pt x="5091920" y="4185293"/>
                  <a:pt x="5091848" y="4186555"/>
                  <a:pt x="5091820" y="4187416"/>
                </a:cubicBezTo>
                <a:cubicBezTo>
                  <a:pt x="5091791" y="4188276"/>
                  <a:pt x="5091777" y="4188850"/>
                  <a:pt x="5091777" y="4189137"/>
                </a:cubicBezTo>
                <a:cubicBezTo>
                  <a:pt x="5091777" y="4191431"/>
                  <a:pt x="5092580" y="4193381"/>
                  <a:pt x="5094186" y="4194987"/>
                </a:cubicBezTo>
                <a:cubicBezTo>
                  <a:pt x="5095792" y="4196594"/>
                  <a:pt x="5097900" y="4197884"/>
                  <a:pt x="5100510" y="4198859"/>
                </a:cubicBezTo>
                <a:cubicBezTo>
                  <a:pt x="5103120" y="4199834"/>
                  <a:pt x="5106060" y="4200551"/>
                  <a:pt x="5109329" y="4201010"/>
                </a:cubicBezTo>
                <a:cubicBezTo>
                  <a:pt x="5112599" y="4201469"/>
                  <a:pt x="5115868" y="4201699"/>
                  <a:pt x="5119138" y="4201699"/>
                </a:cubicBezTo>
                <a:cubicBezTo>
                  <a:pt x="5125275" y="4201699"/>
                  <a:pt x="5130868" y="4200982"/>
                  <a:pt x="5135916" y="4199548"/>
                </a:cubicBezTo>
                <a:cubicBezTo>
                  <a:pt x="5140964" y="4198114"/>
                  <a:pt x="5145280" y="4196092"/>
                  <a:pt x="5148865" y="4193482"/>
                </a:cubicBezTo>
                <a:cubicBezTo>
                  <a:pt x="5152450" y="4190872"/>
                  <a:pt x="5155218" y="4187760"/>
                  <a:pt x="5157168" y="4184146"/>
                </a:cubicBezTo>
                <a:cubicBezTo>
                  <a:pt x="5159119" y="4180532"/>
                  <a:pt x="5160093" y="4176517"/>
                  <a:pt x="5160094" y="4172100"/>
                </a:cubicBezTo>
                <a:cubicBezTo>
                  <a:pt x="5160093" y="4167970"/>
                  <a:pt x="5159247" y="4164414"/>
                  <a:pt x="5157555" y="4161431"/>
                </a:cubicBezTo>
                <a:cubicBezTo>
                  <a:pt x="5155863" y="4158448"/>
                  <a:pt x="5153669" y="4155853"/>
                  <a:pt x="5150973" y="4153644"/>
                </a:cubicBezTo>
                <a:cubicBezTo>
                  <a:pt x="5148277" y="4151436"/>
                  <a:pt x="5145237" y="4149515"/>
                  <a:pt x="5141853" y="4147880"/>
                </a:cubicBezTo>
                <a:cubicBezTo>
                  <a:pt x="5138469" y="4146245"/>
                  <a:pt x="5135084" y="4144682"/>
                  <a:pt x="5131701" y="4143190"/>
                </a:cubicBezTo>
                <a:cubicBezTo>
                  <a:pt x="5128144" y="4141756"/>
                  <a:pt x="5124903" y="4140365"/>
                  <a:pt x="5121977" y="4139017"/>
                </a:cubicBezTo>
                <a:cubicBezTo>
                  <a:pt x="5119052" y="4137669"/>
                  <a:pt x="5116557" y="4136250"/>
                  <a:pt x="5114492" y="4134758"/>
                </a:cubicBezTo>
                <a:cubicBezTo>
                  <a:pt x="5112427" y="4133267"/>
                  <a:pt x="5110821" y="4131604"/>
                  <a:pt x="5109673" y="4129768"/>
                </a:cubicBezTo>
                <a:cubicBezTo>
                  <a:pt x="5108526" y="4127933"/>
                  <a:pt x="5107952" y="4125810"/>
                  <a:pt x="5107952" y="4123401"/>
                </a:cubicBezTo>
                <a:cubicBezTo>
                  <a:pt x="5107952" y="4119673"/>
                  <a:pt x="5109257" y="4116733"/>
                  <a:pt x="5111867" y="4114582"/>
                </a:cubicBezTo>
                <a:cubicBezTo>
                  <a:pt x="5114477" y="4112431"/>
                  <a:pt x="5118048" y="4111355"/>
                  <a:pt x="5122580" y="4111355"/>
                </a:cubicBezTo>
                <a:cubicBezTo>
                  <a:pt x="5127742" y="4111355"/>
                  <a:pt x="5131843" y="4112861"/>
                  <a:pt x="5134884" y="4115872"/>
                </a:cubicBezTo>
                <a:cubicBezTo>
                  <a:pt x="5137923" y="4118884"/>
                  <a:pt x="5140189" y="4123172"/>
                  <a:pt x="5141681" y="4128736"/>
                </a:cubicBezTo>
                <a:cubicBezTo>
                  <a:pt x="5142254" y="4128850"/>
                  <a:pt x="5142914" y="4128936"/>
                  <a:pt x="5143660" y="4128994"/>
                </a:cubicBezTo>
                <a:cubicBezTo>
                  <a:pt x="5144405" y="4129051"/>
                  <a:pt x="5145065" y="4129080"/>
                  <a:pt x="5145639" y="4129080"/>
                </a:cubicBezTo>
                <a:cubicBezTo>
                  <a:pt x="5147187" y="4129080"/>
                  <a:pt x="5148694" y="4128908"/>
                  <a:pt x="5150156" y="4128563"/>
                </a:cubicBezTo>
                <a:cubicBezTo>
                  <a:pt x="5151618" y="4128219"/>
                  <a:pt x="5152924" y="4127674"/>
                  <a:pt x="5154071" y="4126929"/>
                </a:cubicBezTo>
                <a:cubicBezTo>
                  <a:pt x="5155218" y="4126183"/>
                  <a:pt x="5156136" y="4125222"/>
                  <a:pt x="5156824" y="4124046"/>
                </a:cubicBezTo>
                <a:cubicBezTo>
                  <a:pt x="5157513" y="4122870"/>
                  <a:pt x="5157857" y="4121451"/>
                  <a:pt x="5157857" y="4119787"/>
                </a:cubicBezTo>
                <a:cubicBezTo>
                  <a:pt x="5157857" y="4117493"/>
                  <a:pt x="5157168" y="4115270"/>
                  <a:pt x="5155791" y="4113119"/>
                </a:cubicBezTo>
                <a:cubicBezTo>
                  <a:pt x="5154415" y="4110968"/>
                  <a:pt x="5152450" y="4109061"/>
                  <a:pt x="5149898" y="4107397"/>
                </a:cubicBezTo>
                <a:cubicBezTo>
                  <a:pt x="5147345" y="4105734"/>
                  <a:pt x="5144276" y="4104400"/>
                  <a:pt x="5140691" y="4103396"/>
                </a:cubicBezTo>
                <a:cubicBezTo>
                  <a:pt x="5137106" y="4102393"/>
                  <a:pt x="5133134" y="4101891"/>
                  <a:pt x="5128775" y="4101891"/>
                </a:cubicBezTo>
                <a:close/>
                <a:moveTo>
                  <a:pt x="5036166" y="4101891"/>
                </a:moveTo>
                <a:cubicBezTo>
                  <a:pt x="5034847" y="4102350"/>
                  <a:pt x="5033069" y="4102909"/>
                  <a:pt x="5030832" y="4103568"/>
                </a:cubicBezTo>
                <a:cubicBezTo>
                  <a:pt x="5028594" y="4104228"/>
                  <a:pt x="5025970" y="4104902"/>
                  <a:pt x="5022960" y="4105590"/>
                </a:cubicBezTo>
                <a:cubicBezTo>
                  <a:pt x="5019947" y="4106279"/>
                  <a:pt x="5016649" y="4106938"/>
                  <a:pt x="5013064" y="4107569"/>
                </a:cubicBezTo>
                <a:cubicBezTo>
                  <a:pt x="5009479" y="4108200"/>
                  <a:pt x="5005707" y="4108717"/>
                  <a:pt x="5001750" y="4109118"/>
                </a:cubicBezTo>
                <a:lnTo>
                  <a:pt x="5000029" y="4116174"/>
                </a:lnTo>
                <a:cubicBezTo>
                  <a:pt x="5003528" y="4116174"/>
                  <a:pt x="5006295" y="4116217"/>
                  <a:pt x="5008332" y="4116303"/>
                </a:cubicBezTo>
                <a:cubicBezTo>
                  <a:pt x="5010368" y="4116389"/>
                  <a:pt x="5011917" y="4116690"/>
                  <a:pt x="5012978" y="4117206"/>
                </a:cubicBezTo>
                <a:cubicBezTo>
                  <a:pt x="5014039" y="4117722"/>
                  <a:pt x="5014728" y="4118497"/>
                  <a:pt x="5015043" y="4119529"/>
                </a:cubicBezTo>
                <a:cubicBezTo>
                  <a:pt x="5015358" y="4120562"/>
                  <a:pt x="5015574" y="4122024"/>
                  <a:pt x="5015688" y="4123917"/>
                </a:cubicBezTo>
                <a:cubicBezTo>
                  <a:pt x="5015860" y="4126097"/>
                  <a:pt x="5016019" y="4130084"/>
                  <a:pt x="5016162" y="4135877"/>
                </a:cubicBezTo>
                <a:cubicBezTo>
                  <a:pt x="5016305" y="4141670"/>
                  <a:pt x="5016377" y="4149013"/>
                  <a:pt x="5016377" y="4157904"/>
                </a:cubicBezTo>
                <a:lnTo>
                  <a:pt x="5016377" y="4164959"/>
                </a:lnTo>
                <a:cubicBezTo>
                  <a:pt x="5016377" y="4167598"/>
                  <a:pt x="5016348" y="4170365"/>
                  <a:pt x="5016291" y="4173262"/>
                </a:cubicBezTo>
                <a:cubicBezTo>
                  <a:pt x="5016234" y="4176159"/>
                  <a:pt x="5016147" y="4179070"/>
                  <a:pt x="5016033" y="4181995"/>
                </a:cubicBezTo>
                <a:cubicBezTo>
                  <a:pt x="5015918" y="4184920"/>
                  <a:pt x="5015746" y="4187702"/>
                  <a:pt x="5015516" y="4190341"/>
                </a:cubicBezTo>
                <a:cubicBezTo>
                  <a:pt x="5012075" y="4190800"/>
                  <a:pt x="5009422" y="4191488"/>
                  <a:pt x="5007557" y="4192406"/>
                </a:cubicBezTo>
                <a:cubicBezTo>
                  <a:pt x="5005693" y="4193324"/>
                  <a:pt x="5004331" y="4194270"/>
                  <a:pt x="5003471" y="4195246"/>
                </a:cubicBezTo>
                <a:cubicBezTo>
                  <a:pt x="5002611" y="4196221"/>
                  <a:pt x="5002108" y="4197153"/>
                  <a:pt x="5001965" y="4198042"/>
                </a:cubicBezTo>
                <a:cubicBezTo>
                  <a:pt x="5001821" y="4198931"/>
                  <a:pt x="5001750" y="4199576"/>
                  <a:pt x="5001750" y="4199978"/>
                </a:cubicBezTo>
                <a:cubicBezTo>
                  <a:pt x="5001979" y="4199920"/>
                  <a:pt x="5002811" y="4199820"/>
                  <a:pt x="5004245" y="4199677"/>
                </a:cubicBezTo>
                <a:cubicBezTo>
                  <a:pt x="5005679" y="4199533"/>
                  <a:pt x="5007529" y="4199404"/>
                  <a:pt x="5009795" y="4199289"/>
                </a:cubicBezTo>
                <a:cubicBezTo>
                  <a:pt x="5012060" y="4199175"/>
                  <a:pt x="5014699" y="4199060"/>
                  <a:pt x="5017710" y="4198945"/>
                </a:cubicBezTo>
                <a:cubicBezTo>
                  <a:pt x="5020722" y="4198831"/>
                  <a:pt x="5023920" y="4198773"/>
                  <a:pt x="5027304" y="4198773"/>
                </a:cubicBezTo>
                <a:cubicBezTo>
                  <a:pt x="5030000" y="4198773"/>
                  <a:pt x="5032810" y="4198802"/>
                  <a:pt x="5035736" y="4198859"/>
                </a:cubicBezTo>
                <a:cubicBezTo>
                  <a:pt x="5038661" y="4198917"/>
                  <a:pt x="5041414" y="4198988"/>
                  <a:pt x="5043996" y="4199074"/>
                </a:cubicBezTo>
                <a:cubicBezTo>
                  <a:pt x="5046578" y="4199160"/>
                  <a:pt x="5048800" y="4199261"/>
                  <a:pt x="5050664" y="4199376"/>
                </a:cubicBezTo>
                <a:cubicBezTo>
                  <a:pt x="5052528" y="4199490"/>
                  <a:pt x="5053719" y="4199576"/>
                  <a:pt x="5054235" y="4199634"/>
                </a:cubicBezTo>
                <a:lnTo>
                  <a:pt x="5057332" y="4192406"/>
                </a:lnTo>
                <a:cubicBezTo>
                  <a:pt x="5052629" y="4192005"/>
                  <a:pt x="5048972" y="4191646"/>
                  <a:pt x="5046363" y="4191331"/>
                </a:cubicBezTo>
                <a:cubicBezTo>
                  <a:pt x="5043752" y="4191015"/>
                  <a:pt x="5041816" y="4190571"/>
                  <a:pt x="5040554" y="4189997"/>
                </a:cubicBezTo>
                <a:cubicBezTo>
                  <a:pt x="5039292" y="4189423"/>
                  <a:pt x="5038518" y="4188692"/>
                  <a:pt x="5038231" y="4187803"/>
                </a:cubicBezTo>
                <a:cubicBezTo>
                  <a:pt x="5037944" y="4186914"/>
                  <a:pt x="5037772" y="4185695"/>
                  <a:pt x="5037715" y="4184146"/>
                </a:cubicBezTo>
                <a:cubicBezTo>
                  <a:pt x="5037600" y="4182884"/>
                  <a:pt x="5037514" y="4181436"/>
                  <a:pt x="5037457" y="4179801"/>
                </a:cubicBezTo>
                <a:cubicBezTo>
                  <a:pt x="5037400" y="4178166"/>
                  <a:pt x="5037356" y="4176245"/>
                  <a:pt x="5037328" y="4174036"/>
                </a:cubicBezTo>
                <a:cubicBezTo>
                  <a:pt x="5037299" y="4171828"/>
                  <a:pt x="5037270" y="4169304"/>
                  <a:pt x="5037242" y="4166465"/>
                </a:cubicBezTo>
                <a:cubicBezTo>
                  <a:pt x="5037213" y="4163625"/>
                  <a:pt x="5037199" y="4160399"/>
                  <a:pt x="5037199" y="4156785"/>
                </a:cubicBezTo>
                <a:lnTo>
                  <a:pt x="5037199" y="4143363"/>
                </a:lnTo>
                <a:cubicBezTo>
                  <a:pt x="5037199" y="4139462"/>
                  <a:pt x="5037256" y="4135848"/>
                  <a:pt x="5037371" y="4132521"/>
                </a:cubicBezTo>
                <a:cubicBezTo>
                  <a:pt x="5039436" y="4129080"/>
                  <a:pt x="5041902" y="4126269"/>
                  <a:pt x="5044770" y="4124089"/>
                </a:cubicBezTo>
                <a:cubicBezTo>
                  <a:pt x="5047638" y="4121910"/>
                  <a:pt x="5050966" y="4120820"/>
                  <a:pt x="5054752" y="4120820"/>
                </a:cubicBezTo>
                <a:cubicBezTo>
                  <a:pt x="5057161" y="4120820"/>
                  <a:pt x="5059341" y="4121408"/>
                  <a:pt x="5061290" y="4122584"/>
                </a:cubicBezTo>
                <a:cubicBezTo>
                  <a:pt x="5063241" y="4123759"/>
                  <a:pt x="5064560" y="4125810"/>
                  <a:pt x="5065248" y="4128736"/>
                </a:cubicBezTo>
                <a:cubicBezTo>
                  <a:pt x="5067887" y="4128736"/>
                  <a:pt x="5070181" y="4128363"/>
                  <a:pt x="5072132" y="4127617"/>
                </a:cubicBezTo>
                <a:cubicBezTo>
                  <a:pt x="5074082" y="4126871"/>
                  <a:pt x="5075702" y="4125882"/>
                  <a:pt x="5076993" y="4124649"/>
                </a:cubicBezTo>
                <a:cubicBezTo>
                  <a:pt x="5078283" y="4123415"/>
                  <a:pt x="5079258" y="4121996"/>
                  <a:pt x="5079919" y="4120390"/>
                </a:cubicBezTo>
                <a:cubicBezTo>
                  <a:pt x="5080578" y="4118783"/>
                  <a:pt x="5080907" y="4117120"/>
                  <a:pt x="5080908" y="4115399"/>
                </a:cubicBezTo>
                <a:cubicBezTo>
                  <a:pt x="5080907" y="4113736"/>
                  <a:pt x="5080606" y="4112087"/>
                  <a:pt x="5080004" y="4110452"/>
                </a:cubicBezTo>
                <a:cubicBezTo>
                  <a:pt x="5079402" y="4108817"/>
                  <a:pt x="5078498" y="4107369"/>
                  <a:pt x="5077295" y="4106107"/>
                </a:cubicBezTo>
                <a:cubicBezTo>
                  <a:pt x="5076089" y="4104845"/>
                  <a:pt x="5074584" y="4103827"/>
                  <a:pt x="5072777" y="4103052"/>
                </a:cubicBezTo>
                <a:cubicBezTo>
                  <a:pt x="5070970" y="4102278"/>
                  <a:pt x="5068833" y="4101891"/>
                  <a:pt x="5066367" y="4101891"/>
                </a:cubicBezTo>
                <a:cubicBezTo>
                  <a:pt x="5063958" y="4101891"/>
                  <a:pt x="5061678" y="4102307"/>
                  <a:pt x="5059527" y="4103138"/>
                </a:cubicBezTo>
                <a:cubicBezTo>
                  <a:pt x="5057376" y="4103970"/>
                  <a:pt x="5055196" y="4105232"/>
                  <a:pt x="5052987" y="4106924"/>
                </a:cubicBezTo>
                <a:cubicBezTo>
                  <a:pt x="5050779" y="4108616"/>
                  <a:pt x="5048441" y="4110753"/>
                  <a:pt x="5045975" y="4113334"/>
                </a:cubicBezTo>
                <a:cubicBezTo>
                  <a:pt x="5043508" y="4115915"/>
                  <a:pt x="5040756" y="4118927"/>
                  <a:pt x="5037715" y="4122368"/>
                </a:cubicBezTo>
                <a:lnTo>
                  <a:pt x="5036682" y="4122196"/>
                </a:lnTo>
                <a:cubicBezTo>
                  <a:pt x="5036855" y="4115428"/>
                  <a:pt x="5037199" y="4108946"/>
                  <a:pt x="5037715" y="4102751"/>
                </a:cubicBezTo>
                <a:close/>
                <a:moveTo>
                  <a:pt x="4948858" y="4101891"/>
                </a:moveTo>
                <a:cubicBezTo>
                  <a:pt x="4945416" y="4101891"/>
                  <a:pt x="4941888" y="4102335"/>
                  <a:pt x="4938275" y="4103224"/>
                </a:cubicBezTo>
                <a:cubicBezTo>
                  <a:pt x="4934661" y="4104113"/>
                  <a:pt x="4931147" y="4105318"/>
                  <a:pt x="4927734" y="4106838"/>
                </a:cubicBezTo>
                <a:cubicBezTo>
                  <a:pt x="4924321" y="4108358"/>
                  <a:pt x="4921081" y="4110122"/>
                  <a:pt x="4918012" y="4112130"/>
                </a:cubicBezTo>
                <a:cubicBezTo>
                  <a:pt x="4914943" y="4114137"/>
                  <a:pt x="4912261" y="4116260"/>
                  <a:pt x="4909967" y="4118497"/>
                </a:cubicBezTo>
                <a:cubicBezTo>
                  <a:pt x="4907672" y="4120734"/>
                  <a:pt x="4905851" y="4122999"/>
                  <a:pt x="4904504" y="4125294"/>
                </a:cubicBezTo>
                <a:cubicBezTo>
                  <a:pt x="4903155" y="4127588"/>
                  <a:pt x="4902481" y="4129797"/>
                  <a:pt x="4902481" y="4131919"/>
                </a:cubicBezTo>
                <a:cubicBezTo>
                  <a:pt x="4902481" y="4133296"/>
                  <a:pt x="4902754" y="4134529"/>
                  <a:pt x="4903299" y="4135619"/>
                </a:cubicBezTo>
                <a:cubicBezTo>
                  <a:pt x="4903844" y="4136709"/>
                  <a:pt x="4904575" y="4137641"/>
                  <a:pt x="4905493" y="4138415"/>
                </a:cubicBezTo>
                <a:cubicBezTo>
                  <a:pt x="4906411" y="4139190"/>
                  <a:pt x="4907472" y="4139778"/>
                  <a:pt x="4908676" y="4140179"/>
                </a:cubicBezTo>
                <a:cubicBezTo>
                  <a:pt x="4909881" y="4140581"/>
                  <a:pt x="4911171" y="4140781"/>
                  <a:pt x="4912548" y="4140781"/>
                </a:cubicBezTo>
                <a:cubicBezTo>
                  <a:pt x="4913867" y="4140781"/>
                  <a:pt x="4915201" y="4140595"/>
                  <a:pt x="4916549" y="4140222"/>
                </a:cubicBezTo>
                <a:cubicBezTo>
                  <a:pt x="4917897" y="4139849"/>
                  <a:pt x="4919188" y="4139347"/>
                  <a:pt x="4920421" y="4138716"/>
                </a:cubicBezTo>
                <a:cubicBezTo>
                  <a:pt x="4921654" y="4138085"/>
                  <a:pt x="4922773" y="4137340"/>
                  <a:pt x="4923777" y="4136479"/>
                </a:cubicBezTo>
                <a:cubicBezTo>
                  <a:pt x="4924780" y="4135619"/>
                  <a:pt x="4925598" y="4134701"/>
                  <a:pt x="4926229" y="4133726"/>
                </a:cubicBezTo>
                <a:cubicBezTo>
                  <a:pt x="4924450" y="4132120"/>
                  <a:pt x="4923174" y="4130585"/>
                  <a:pt x="4922400" y="4129123"/>
                </a:cubicBezTo>
                <a:cubicBezTo>
                  <a:pt x="4921625" y="4127660"/>
                  <a:pt x="4921238" y="4126126"/>
                  <a:pt x="4921238" y="4124520"/>
                </a:cubicBezTo>
                <a:cubicBezTo>
                  <a:pt x="4921238" y="4121594"/>
                  <a:pt x="4922400" y="4119328"/>
                  <a:pt x="4924723" y="4117722"/>
                </a:cubicBezTo>
                <a:cubicBezTo>
                  <a:pt x="4927047" y="4116116"/>
                  <a:pt x="4930416" y="4115313"/>
                  <a:pt x="4934833" y="4115313"/>
                </a:cubicBezTo>
                <a:cubicBezTo>
                  <a:pt x="4937816" y="4115313"/>
                  <a:pt x="4940569" y="4115743"/>
                  <a:pt x="4943093" y="4116604"/>
                </a:cubicBezTo>
                <a:cubicBezTo>
                  <a:pt x="4945617" y="4117464"/>
                  <a:pt x="4947811" y="4118884"/>
                  <a:pt x="4949675" y="4120863"/>
                </a:cubicBezTo>
                <a:cubicBezTo>
                  <a:pt x="4951539" y="4122842"/>
                  <a:pt x="4953002" y="4125452"/>
                  <a:pt x="4954063" y="4128693"/>
                </a:cubicBezTo>
                <a:cubicBezTo>
                  <a:pt x="4955124" y="4131933"/>
                  <a:pt x="4955655" y="4135963"/>
                  <a:pt x="4955655" y="4140781"/>
                </a:cubicBezTo>
                <a:lnTo>
                  <a:pt x="4955655" y="4143363"/>
                </a:lnTo>
                <a:cubicBezTo>
                  <a:pt x="4951411" y="4144338"/>
                  <a:pt x="4947036" y="4145428"/>
                  <a:pt x="4942533" y="4146632"/>
                </a:cubicBezTo>
                <a:cubicBezTo>
                  <a:pt x="4938031" y="4147837"/>
                  <a:pt x="4933657" y="4149213"/>
                  <a:pt x="4929412" y="4150762"/>
                </a:cubicBezTo>
                <a:cubicBezTo>
                  <a:pt x="4925167" y="4152311"/>
                  <a:pt x="4921167" y="4154060"/>
                  <a:pt x="4917409" y="4156011"/>
                </a:cubicBezTo>
                <a:cubicBezTo>
                  <a:pt x="4913652" y="4157961"/>
                  <a:pt x="4910354" y="4160169"/>
                  <a:pt x="4907515" y="4162636"/>
                </a:cubicBezTo>
                <a:cubicBezTo>
                  <a:pt x="4904675" y="4165102"/>
                  <a:pt x="4902438" y="4167856"/>
                  <a:pt x="4900803" y="4170896"/>
                </a:cubicBezTo>
                <a:cubicBezTo>
                  <a:pt x="4899169" y="4173936"/>
                  <a:pt x="4898351" y="4177320"/>
                  <a:pt x="4898351" y="4181049"/>
                </a:cubicBezTo>
                <a:cubicBezTo>
                  <a:pt x="4898351" y="4183974"/>
                  <a:pt x="4898883" y="4186699"/>
                  <a:pt x="4899943" y="4189223"/>
                </a:cubicBezTo>
                <a:cubicBezTo>
                  <a:pt x="4901004" y="4191747"/>
                  <a:pt x="4902481" y="4193926"/>
                  <a:pt x="4904374" y="4195762"/>
                </a:cubicBezTo>
                <a:cubicBezTo>
                  <a:pt x="4906267" y="4197597"/>
                  <a:pt x="4908547" y="4199046"/>
                  <a:pt x="4911215" y="4200107"/>
                </a:cubicBezTo>
                <a:cubicBezTo>
                  <a:pt x="4913882" y="4201168"/>
                  <a:pt x="4916822" y="4201699"/>
                  <a:pt x="4920034" y="4201699"/>
                </a:cubicBezTo>
                <a:cubicBezTo>
                  <a:pt x="4925483" y="4201699"/>
                  <a:pt x="4930946" y="4200207"/>
                  <a:pt x="4936425" y="4197224"/>
                </a:cubicBezTo>
                <a:cubicBezTo>
                  <a:pt x="4941903" y="4194242"/>
                  <a:pt x="4947624" y="4190054"/>
                  <a:pt x="4953590" y="4184662"/>
                </a:cubicBezTo>
                <a:lnTo>
                  <a:pt x="4954106" y="4184662"/>
                </a:lnTo>
                <a:lnTo>
                  <a:pt x="4954106" y="4189825"/>
                </a:lnTo>
                <a:cubicBezTo>
                  <a:pt x="4954106" y="4191316"/>
                  <a:pt x="4954321" y="4192765"/>
                  <a:pt x="4954751" y="4194170"/>
                </a:cubicBezTo>
                <a:cubicBezTo>
                  <a:pt x="4955181" y="4195575"/>
                  <a:pt x="4955870" y="4196837"/>
                  <a:pt x="4956816" y="4197956"/>
                </a:cubicBezTo>
                <a:cubicBezTo>
                  <a:pt x="4957763" y="4199074"/>
                  <a:pt x="4958982" y="4199978"/>
                  <a:pt x="4960473" y="4200666"/>
                </a:cubicBezTo>
                <a:cubicBezTo>
                  <a:pt x="4961965" y="4201354"/>
                  <a:pt x="4963801" y="4201699"/>
                  <a:pt x="4965980" y="4201699"/>
                </a:cubicBezTo>
                <a:cubicBezTo>
                  <a:pt x="4967701" y="4201699"/>
                  <a:pt x="4969794" y="4201469"/>
                  <a:pt x="4972261" y="4201010"/>
                </a:cubicBezTo>
                <a:cubicBezTo>
                  <a:pt x="4974727" y="4200551"/>
                  <a:pt x="4977309" y="4199935"/>
                  <a:pt x="4980004" y="4199160"/>
                </a:cubicBezTo>
                <a:cubicBezTo>
                  <a:pt x="4982700" y="4198386"/>
                  <a:pt x="4985368" y="4197468"/>
                  <a:pt x="4988007" y="4196407"/>
                </a:cubicBezTo>
                <a:cubicBezTo>
                  <a:pt x="4990645" y="4195346"/>
                  <a:pt x="4992997" y="4194184"/>
                  <a:pt x="4995062" y="4192922"/>
                </a:cubicBezTo>
                <a:lnTo>
                  <a:pt x="4992997" y="4187416"/>
                </a:lnTo>
                <a:cubicBezTo>
                  <a:pt x="4988580" y="4189137"/>
                  <a:pt x="4984852" y="4189997"/>
                  <a:pt x="4981812" y="4189997"/>
                </a:cubicBezTo>
                <a:cubicBezTo>
                  <a:pt x="4980664" y="4189997"/>
                  <a:pt x="4979660" y="4189854"/>
                  <a:pt x="4978800" y="4189567"/>
                </a:cubicBezTo>
                <a:cubicBezTo>
                  <a:pt x="4977939" y="4189280"/>
                  <a:pt x="4977223" y="4188792"/>
                  <a:pt x="4976649" y="4188104"/>
                </a:cubicBezTo>
                <a:cubicBezTo>
                  <a:pt x="4976075" y="4187416"/>
                  <a:pt x="4975645" y="4186469"/>
                  <a:pt x="4975358" y="4185265"/>
                </a:cubicBezTo>
                <a:cubicBezTo>
                  <a:pt x="4975072" y="4184060"/>
                  <a:pt x="4974928" y="4182511"/>
                  <a:pt x="4974928" y="4180618"/>
                </a:cubicBezTo>
                <a:cubicBezTo>
                  <a:pt x="4974928" y="4179529"/>
                  <a:pt x="4974971" y="4177908"/>
                  <a:pt x="4975057" y="4175757"/>
                </a:cubicBezTo>
                <a:cubicBezTo>
                  <a:pt x="4975143" y="4173606"/>
                  <a:pt x="4975244" y="4171154"/>
                  <a:pt x="4975358" y="4168401"/>
                </a:cubicBezTo>
                <a:cubicBezTo>
                  <a:pt x="4975473" y="4165647"/>
                  <a:pt x="4975617" y="4162751"/>
                  <a:pt x="4975788" y="4159710"/>
                </a:cubicBezTo>
                <a:cubicBezTo>
                  <a:pt x="4975961" y="4156670"/>
                  <a:pt x="4976104" y="4153716"/>
                  <a:pt x="4976219" y="4150848"/>
                </a:cubicBezTo>
                <a:cubicBezTo>
                  <a:pt x="4976333" y="4147980"/>
                  <a:pt x="4976433" y="4145356"/>
                  <a:pt x="4976520" y="4142975"/>
                </a:cubicBezTo>
                <a:cubicBezTo>
                  <a:pt x="4976606" y="4140595"/>
                  <a:pt x="4976649" y="4138688"/>
                  <a:pt x="4976649" y="4137254"/>
                </a:cubicBezTo>
                <a:cubicBezTo>
                  <a:pt x="4976649" y="4133238"/>
                  <a:pt x="4976219" y="4129137"/>
                  <a:pt x="4975358" y="4124950"/>
                </a:cubicBezTo>
                <a:cubicBezTo>
                  <a:pt x="4974498" y="4120762"/>
                  <a:pt x="4973006" y="4116962"/>
                  <a:pt x="4970884" y="4113549"/>
                </a:cubicBezTo>
                <a:cubicBezTo>
                  <a:pt x="4968762" y="4110136"/>
                  <a:pt x="4965908" y="4107340"/>
                  <a:pt x="4962323" y="4105160"/>
                </a:cubicBezTo>
                <a:cubicBezTo>
                  <a:pt x="4958738" y="4102981"/>
                  <a:pt x="4954250" y="4101891"/>
                  <a:pt x="4948858" y="4101891"/>
                </a:cubicBezTo>
                <a:close/>
                <a:moveTo>
                  <a:pt x="4604899" y="4101891"/>
                </a:moveTo>
                <a:cubicBezTo>
                  <a:pt x="4599680" y="4101891"/>
                  <a:pt x="4594732" y="4102608"/>
                  <a:pt x="4590057" y="4104042"/>
                </a:cubicBezTo>
                <a:cubicBezTo>
                  <a:pt x="4585382" y="4105476"/>
                  <a:pt x="4581281" y="4107526"/>
                  <a:pt x="4577754" y="4110194"/>
                </a:cubicBezTo>
                <a:cubicBezTo>
                  <a:pt x="4574226" y="4112861"/>
                  <a:pt x="4571415" y="4116073"/>
                  <a:pt x="4569321" y="4119830"/>
                </a:cubicBezTo>
                <a:cubicBezTo>
                  <a:pt x="4567228" y="4123587"/>
                  <a:pt x="4566181" y="4127789"/>
                  <a:pt x="4566181" y="4132435"/>
                </a:cubicBezTo>
                <a:cubicBezTo>
                  <a:pt x="4566181" y="4136680"/>
                  <a:pt x="4567027" y="4140279"/>
                  <a:pt x="4568720" y="4143234"/>
                </a:cubicBezTo>
                <a:cubicBezTo>
                  <a:pt x="4570411" y="4146188"/>
                  <a:pt x="4572634" y="4148740"/>
                  <a:pt x="4575387" y="4150891"/>
                </a:cubicBezTo>
                <a:cubicBezTo>
                  <a:pt x="4578140" y="4153042"/>
                  <a:pt x="4581238" y="4154921"/>
                  <a:pt x="4584680" y="4156527"/>
                </a:cubicBezTo>
                <a:cubicBezTo>
                  <a:pt x="4588122" y="4158133"/>
                  <a:pt x="4591592" y="4159653"/>
                  <a:pt x="4595091" y="4161087"/>
                </a:cubicBezTo>
                <a:cubicBezTo>
                  <a:pt x="4598016" y="4162406"/>
                  <a:pt x="4600798" y="4163683"/>
                  <a:pt x="4603437" y="4164916"/>
                </a:cubicBezTo>
                <a:cubicBezTo>
                  <a:pt x="4606075" y="4166149"/>
                  <a:pt x="4608384" y="4167497"/>
                  <a:pt x="4610363" y="4168960"/>
                </a:cubicBezTo>
                <a:cubicBezTo>
                  <a:pt x="4612342" y="4170423"/>
                  <a:pt x="4613905" y="4172057"/>
                  <a:pt x="4615052" y="4173864"/>
                </a:cubicBezTo>
                <a:cubicBezTo>
                  <a:pt x="4616200" y="4175671"/>
                  <a:pt x="4616773" y="4177808"/>
                  <a:pt x="4616773" y="4180274"/>
                </a:cubicBezTo>
                <a:cubicBezTo>
                  <a:pt x="4616773" y="4182282"/>
                  <a:pt x="4616400" y="4184046"/>
                  <a:pt x="4615654" y="4185566"/>
                </a:cubicBezTo>
                <a:cubicBezTo>
                  <a:pt x="4614909" y="4187086"/>
                  <a:pt x="4613848" y="4188362"/>
                  <a:pt x="4612472" y="4189395"/>
                </a:cubicBezTo>
                <a:cubicBezTo>
                  <a:pt x="4611095" y="4190427"/>
                  <a:pt x="4609445" y="4191216"/>
                  <a:pt x="4607524" y="4191761"/>
                </a:cubicBezTo>
                <a:cubicBezTo>
                  <a:pt x="4605602" y="4192306"/>
                  <a:pt x="4603495" y="4192578"/>
                  <a:pt x="4601200" y="4192578"/>
                </a:cubicBezTo>
                <a:cubicBezTo>
                  <a:pt x="4598332" y="4192578"/>
                  <a:pt x="4595464" y="4192134"/>
                  <a:pt x="4592596" y="4191245"/>
                </a:cubicBezTo>
                <a:cubicBezTo>
                  <a:pt x="4589727" y="4190355"/>
                  <a:pt x="4587090" y="4188921"/>
                  <a:pt x="4584680" y="4186942"/>
                </a:cubicBezTo>
                <a:cubicBezTo>
                  <a:pt x="4582271" y="4184964"/>
                  <a:pt x="4580234" y="4182411"/>
                  <a:pt x="4578571" y="4179285"/>
                </a:cubicBezTo>
                <a:cubicBezTo>
                  <a:pt x="4576907" y="4176159"/>
                  <a:pt x="4575875" y="4172330"/>
                  <a:pt x="4575473" y="4167798"/>
                </a:cubicBezTo>
                <a:lnTo>
                  <a:pt x="4568935" y="4168142"/>
                </a:lnTo>
                <a:cubicBezTo>
                  <a:pt x="4568705" y="4171756"/>
                  <a:pt x="4568533" y="4174825"/>
                  <a:pt x="4568418" y="4177349"/>
                </a:cubicBezTo>
                <a:cubicBezTo>
                  <a:pt x="4568303" y="4179873"/>
                  <a:pt x="4568217" y="4181966"/>
                  <a:pt x="4568160" y="4183630"/>
                </a:cubicBezTo>
                <a:cubicBezTo>
                  <a:pt x="4568045" y="4185293"/>
                  <a:pt x="4567973" y="4186555"/>
                  <a:pt x="4567945" y="4187416"/>
                </a:cubicBezTo>
                <a:cubicBezTo>
                  <a:pt x="4567917" y="4188276"/>
                  <a:pt x="4567902" y="4188850"/>
                  <a:pt x="4567902" y="4189137"/>
                </a:cubicBezTo>
                <a:cubicBezTo>
                  <a:pt x="4567902" y="4191431"/>
                  <a:pt x="4568705" y="4193381"/>
                  <a:pt x="4570311" y="4194987"/>
                </a:cubicBezTo>
                <a:cubicBezTo>
                  <a:pt x="4571918" y="4196594"/>
                  <a:pt x="4574025" y="4197884"/>
                  <a:pt x="4576635" y="4198859"/>
                </a:cubicBezTo>
                <a:cubicBezTo>
                  <a:pt x="4579245" y="4199834"/>
                  <a:pt x="4582184" y="4200551"/>
                  <a:pt x="4585454" y="4201010"/>
                </a:cubicBezTo>
                <a:cubicBezTo>
                  <a:pt x="4588724" y="4201469"/>
                  <a:pt x="4591993" y="4201699"/>
                  <a:pt x="4595263" y="4201699"/>
                </a:cubicBezTo>
                <a:cubicBezTo>
                  <a:pt x="4601400" y="4201699"/>
                  <a:pt x="4606993" y="4200982"/>
                  <a:pt x="4612041" y="4199548"/>
                </a:cubicBezTo>
                <a:cubicBezTo>
                  <a:pt x="4617089" y="4198114"/>
                  <a:pt x="4621405" y="4196092"/>
                  <a:pt x="4624990" y="4193482"/>
                </a:cubicBezTo>
                <a:cubicBezTo>
                  <a:pt x="4628575" y="4190872"/>
                  <a:pt x="4631343" y="4187760"/>
                  <a:pt x="4633293" y="4184146"/>
                </a:cubicBezTo>
                <a:cubicBezTo>
                  <a:pt x="4635243" y="4180532"/>
                  <a:pt x="4636218" y="4176517"/>
                  <a:pt x="4636218" y="4172100"/>
                </a:cubicBezTo>
                <a:cubicBezTo>
                  <a:pt x="4636218" y="4167970"/>
                  <a:pt x="4635372" y="4164414"/>
                  <a:pt x="4633680" y="4161431"/>
                </a:cubicBezTo>
                <a:cubicBezTo>
                  <a:pt x="4631988" y="4158448"/>
                  <a:pt x="4629794" y="4155853"/>
                  <a:pt x="4627098" y="4153644"/>
                </a:cubicBezTo>
                <a:cubicBezTo>
                  <a:pt x="4624402" y="4151436"/>
                  <a:pt x="4621362" y="4149515"/>
                  <a:pt x="4617978" y="4147880"/>
                </a:cubicBezTo>
                <a:cubicBezTo>
                  <a:pt x="4614594" y="4146245"/>
                  <a:pt x="4611209" y="4144682"/>
                  <a:pt x="4607825" y="4143190"/>
                </a:cubicBezTo>
                <a:cubicBezTo>
                  <a:pt x="4604268" y="4141756"/>
                  <a:pt x="4601027" y="4140365"/>
                  <a:pt x="4598103" y="4139017"/>
                </a:cubicBezTo>
                <a:cubicBezTo>
                  <a:pt x="4595177" y="4137669"/>
                  <a:pt x="4592682" y="4136250"/>
                  <a:pt x="4590616" y="4134758"/>
                </a:cubicBezTo>
                <a:cubicBezTo>
                  <a:pt x="4588552" y="4133267"/>
                  <a:pt x="4586946" y="4131604"/>
                  <a:pt x="4585798" y="4129768"/>
                </a:cubicBezTo>
                <a:cubicBezTo>
                  <a:pt x="4584651" y="4127933"/>
                  <a:pt x="4584077" y="4125810"/>
                  <a:pt x="4584077" y="4123401"/>
                </a:cubicBezTo>
                <a:cubicBezTo>
                  <a:pt x="4584077" y="4119673"/>
                  <a:pt x="4585382" y="4116733"/>
                  <a:pt x="4587992" y="4114582"/>
                </a:cubicBezTo>
                <a:cubicBezTo>
                  <a:pt x="4590602" y="4112431"/>
                  <a:pt x="4594173" y="4111355"/>
                  <a:pt x="4598704" y="4111355"/>
                </a:cubicBezTo>
                <a:cubicBezTo>
                  <a:pt x="4603868" y="4111355"/>
                  <a:pt x="4607968" y="4112861"/>
                  <a:pt x="4611008" y="4115872"/>
                </a:cubicBezTo>
                <a:cubicBezTo>
                  <a:pt x="4614048" y="4118884"/>
                  <a:pt x="4616314" y="4123172"/>
                  <a:pt x="4617806" y="4128736"/>
                </a:cubicBezTo>
                <a:cubicBezTo>
                  <a:pt x="4618379" y="4128850"/>
                  <a:pt x="4619040" y="4128936"/>
                  <a:pt x="4619785" y="4128994"/>
                </a:cubicBezTo>
                <a:cubicBezTo>
                  <a:pt x="4620530" y="4129051"/>
                  <a:pt x="4621190" y="4129080"/>
                  <a:pt x="4621763" y="4129080"/>
                </a:cubicBezTo>
                <a:cubicBezTo>
                  <a:pt x="4623312" y="4129080"/>
                  <a:pt x="4624818" y="4128908"/>
                  <a:pt x="4626281" y="4128563"/>
                </a:cubicBezTo>
                <a:cubicBezTo>
                  <a:pt x="4627743" y="4128219"/>
                  <a:pt x="4629048" y="4127674"/>
                  <a:pt x="4630196" y="4126929"/>
                </a:cubicBezTo>
                <a:cubicBezTo>
                  <a:pt x="4631343" y="4126183"/>
                  <a:pt x="4632261" y="4125222"/>
                  <a:pt x="4632949" y="4124046"/>
                </a:cubicBezTo>
                <a:cubicBezTo>
                  <a:pt x="4633637" y="4122870"/>
                  <a:pt x="4633981" y="4121451"/>
                  <a:pt x="4633981" y="4119787"/>
                </a:cubicBezTo>
                <a:cubicBezTo>
                  <a:pt x="4633981" y="4117493"/>
                  <a:pt x="4633293" y="4115270"/>
                  <a:pt x="4631916" y="4113119"/>
                </a:cubicBezTo>
                <a:cubicBezTo>
                  <a:pt x="4630540" y="4110968"/>
                  <a:pt x="4628575" y="4109061"/>
                  <a:pt x="4626023" y="4107397"/>
                </a:cubicBezTo>
                <a:cubicBezTo>
                  <a:pt x="4623470" y="4105734"/>
                  <a:pt x="4620401" y="4104400"/>
                  <a:pt x="4616816" y="4103396"/>
                </a:cubicBezTo>
                <a:cubicBezTo>
                  <a:pt x="4613231" y="4102393"/>
                  <a:pt x="4609259" y="4101891"/>
                  <a:pt x="4604899" y="4101891"/>
                </a:cubicBezTo>
                <a:close/>
                <a:moveTo>
                  <a:pt x="4512291" y="4101891"/>
                </a:moveTo>
                <a:cubicBezTo>
                  <a:pt x="4510972" y="4102350"/>
                  <a:pt x="4509194" y="4102909"/>
                  <a:pt x="4506957" y="4103568"/>
                </a:cubicBezTo>
                <a:cubicBezTo>
                  <a:pt x="4504720" y="4104228"/>
                  <a:pt x="4502095" y="4104902"/>
                  <a:pt x="4499084" y="4105590"/>
                </a:cubicBezTo>
                <a:cubicBezTo>
                  <a:pt x="4496072" y="4106279"/>
                  <a:pt x="4492774" y="4106938"/>
                  <a:pt x="4489189" y="4107569"/>
                </a:cubicBezTo>
                <a:cubicBezTo>
                  <a:pt x="4485604" y="4108200"/>
                  <a:pt x="4481833" y="4108717"/>
                  <a:pt x="4477875" y="4109118"/>
                </a:cubicBezTo>
                <a:lnTo>
                  <a:pt x="4476154" y="4116174"/>
                </a:lnTo>
                <a:cubicBezTo>
                  <a:pt x="4479653" y="4116174"/>
                  <a:pt x="4482420" y="4116217"/>
                  <a:pt x="4484457" y="4116303"/>
                </a:cubicBezTo>
                <a:cubicBezTo>
                  <a:pt x="4486493" y="4116389"/>
                  <a:pt x="4488042" y="4116690"/>
                  <a:pt x="4489103" y="4117206"/>
                </a:cubicBezTo>
                <a:cubicBezTo>
                  <a:pt x="4490165" y="4117722"/>
                  <a:pt x="4490853" y="4118497"/>
                  <a:pt x="4491168" y="4119529"/>
                </a:cubicBezTo>
                <a:cubicBezTo>
                  <a:pt x="4491483" y="4120562"/>
                  <a:pt x="4491699" y="4122024"/>
                  <a:pt x="4491813" y="4123917"/>
                </a:cubicBezTo>
                <a:cubicBezTo>
                  <a:pt x="4491986" y="4126097"/>
                  <a:pt x="4492143" y="4130084"/>
                  <a:pt x="4492287" y="4135877"/>
                </a:cubicBezTo>
                <a:cubicBezTo>
                  <a:pt x="4492430" y="4141670"/>
                  <a:pt x="4492502" y="4149013"/>
                  <a:pt x="4492502" y="4157904"/>
                </a:cubicBezTo>
                <a:lnTo>
                  <a:pt x="4492502" y="4164959"/>
                </a:lnTo>
                <a:cubicBezTo>
                  <a:pt x="4492502" y="4167598"/>
                  <a:pt x="4492473" y="4170365"/>
                  <a:pt x="4492416" y="4173262"/>
                </a:cubicBezTo>
                <a:cubicBezTo>
                  <a:pt x="4492358" y="4176159"/>
                  <a:pt x="4492272" y="4179070"/>
                  <a:pt x="4492158" y="4181995"/>
                </a:cubicBezTo>
                <a:cubicBezTo>
                  <a:pt x="4492043" y="4184920"/>
                  <a:pt x="4491871" y="4187702"/>
                  <a:pt x="4491641" y="4190341"/>
                </a:cubicBezTo>
                <a:cubicBezTo>
                  <a:pt x="4488200" y="4190800"/>
                  <a:pt x="4485546" y="4191488"/>
                  <a:pt x="4483682" y="4192406"/>
                </a:cubicBezTo>
                <a:cubicBezTo>
                  <a:pt x="4481818" y="4193324"/>
                  <a:pt x="4480456" y="4194270"/>
                  <a:pt x="4479595" y="4195246"/>
                </a:cubicBezTo>
                <a:cubicBezTo>
                  <a:pt x="4478735" y="4196221"/>
                  <a:pt x="4478233" y="4197153"/>
                  <a:pt x="4478090" y="4198042"/>
                </a:cubicBezTo>
                <a:cubicBezTo>
                  <a:pt x="4477946" y="4198931"/>
                  <a:pt x="4477875" y="4199576"/>
                  <a:pt x="4477875" y="4199978"/>
                </a:cubicBezTo>
                <a:cubicBezTo>
                  <a:pt x="4478104" y="4199920"/>
                  <a:pt x="4478936" y="4199820"/>
                  <a:pt x="4480370" y="4199677"/>
                </a:cubicBezTo>
                <a:cubicBezTo>
                  <a:pt x="4481804" y="4199533"/>
                  <a:pt x="4483654" y="4199404"/>
                  <a:pt x="4485920" y="4199289"/>
                </a:cubicBezTo>
                <a:cubicBezTo>
                  <a:pt x="4488186" y="4199175"/>
                  <a:pt x="4490824" y="4199060"/>
                  <a:pt x="4493835" y="4198945"/>
                </a:cubicBezTo>
                <a:cubicBezTo>
                  <a:pt x="4496847" y="4198831"/>
                  <a:pt x="4500044" y="4198773"/>
                  <a:pt x="4503429" y="4198773"/>
                </a:cubicBezTo>
                <a:cubicBezTo>
                  <a:pt x="4506125" y="4198773"/>
                  <a:pt x="4508936" y="4198802"/>
                  <a:pt x="4511861" y="4198859"/>
                </a:cubicBezTo>
                <a:cubicBezTo>
                  <a:pt x="4514786" y="4198917"/>
                  <a:pt x="4517540" y="4198988"/>
                  <a:pt x="4520121" y="4199074"/>
                </a:cubicBezTo>
                <a:cubicBezTo>
                  <a:pt x="4522702" y="4199160"/>
                  <a:pt x="4524925" y="4199261"/>
                  <a:pt x="4526789" y="4199376"/>
                </a:cubicBezTo>
                <a:cubicBezTo>
                  <a:pt x="4528653" y="4199490"/>
                  <a:pt x="4529844" y="4199576"/>
                  <a:pt x="4530360" y="4199634"/>
                </a:cubicBezTo>
                <a:lnTo>
                  <a:pt x="4533457" y="4192406"/>
                </a:lnTo>
                <a:cubicBezTo>
                  <a:pt x="4528754" y="4192005"/>
                  <a:pt x="4525097" y="4191646"/>
                  <a:pt x="4522487" y="4191331"/>
                </a:cubicBezTo>
                <a:cubicBezTo>
                  <a:pt x="4519877" y="4191015"/>
                  <a:pt x="4517942" y="4190571"/>
                  <a:pt x="4516679" y="4189997"/>
                </a:cubicBezTo>
                <a:cubicBezTo>
                  <a:pt x="4515417" y="4189423"/>
                  <a:pt x="4514643" y="4188692"/>
                  <a:pt x="4514356" y="4187803"/>
                </a:cubicBezTo>
                <a:cubicBezTo>
                  <a:pt x="4514069" y="4186914"/>
                  <a:pt x="4513897" y="4185695"/>
                  <a:pt x="4513840" y="4184146"/>
                </a:cubicBezTo>
                <a:cubicBezTo>
                  <a:pt x="4513726" y="4182884"/>
                  <a:pt x="4513639" y="4181436"/>
                  <a:pt x="4513582" y="4179801"/>
                </a:cubicBezTo>
                <a:cubicBezTo>
                  <a:pt x="4513524" y="4178166"/>
                  <a:pt x="4513481" y="4176245"/>
                  <a:pt x="4513453" y="4174036"/>
                </a:cubicBezTo>
                <a:cubicBezTo>
                  <a:pt x="4513424" y="4171828"/>
                  <a:pt x="4513395" y="4169304"/>
                  <a:pt x="4513367" y="4166465"/>
                </a:cubicBezTo>
                <a:cubicBezTo>
                  <a:pt x="4513338" y="4163625"/>
                  <a:pt x="4513324" y="4160399"/>
                  <a:pt x="4513324" y="4156785"/>
                </a:cubicBezTo>
                <a:lnTo>
                  <a:pt x="4513324" y="4143363"/>
                </a:lnTo>
                <a:cubicBezTo>
                  <a:pt x="4513324" y="4139462"/>
                  <a:pt x="4513381" y="4135848"/>
                  <a:pt x="4513496" y="4132521"/>
                </a:cubicBezTo>
                <a:cubicBezTo>
                  <a:pt x="4515561" y="4129080"/>
                  <a:pt x="4518027" y="4126269"/>
                  <a:pt x="4520895" y="4124089"/>
                </a:cubicBezTo>
                <a:cubicBezTo>
                  <a:pt x="4523763" y="4121910"/>
                  <a:pt x="4527090" y="4120820"/>
                  <a:pt x="4530876" y="4120820"/>
                </a:cubicBezTo>
                <a:cubicBezTo>
                  <a:pt x="4533285" y="4120820"/>
                  <a:pt x="4535465" y="4121408"/>
                  <a:pt x="4537415" y="4122584"/>
                </a:cubicBezTo>
                <a:cubicBezTo>
                  <a:pt x="4539365" y="4123759"/>
                  <a:pt x="4540685" y="4125810"/>
                  <a:pt x="4541373" y="4128736"/>
                </a:cubicBezTo>
                <a:cubicBezTo>
                  <a:pt x="4544012" y="4128736"/>
                  <a:pt x="4546306" y="4128363"/>
                  <a:pt x="4548256" y="4127617"/>
                </a:cubicBezTo>
                <a:cubicBezTo>
                  <a:pt x="4550207" y="4126871"/>
                  <a:pt x="4551827" y="4125882"/>
                  <a:pt x="4553118" y="4124649"/>
                </a:cubicBezTo>
                <a:cubicBezTo>
                  <a:pt x="4554408" y="4123415"/>
                  <a:pt x="4555383" y="4121996"/>
                  <a:pt x="4556043" y="4120390"/>
                </a:cubicBezTo>
                <a:cubicBezTo>
                  <a:pt x="4556703" y="4118783"/>
                  <a:pt x="4557033" y="4117120"/>
                  <a:pt x="4557033" y="4115399"/>
                </a:cubicBezTo>
                <a:cubicBezTo>
                  <a:pt x="4557033" y="4113736"/>
                  <a:pt x="4556731" y="4112087"/>
                  <a:pt x="4556129" y="4110452"/>
                </a:cubicBezTo>
                <a:cubicBezTo>
                  <a:pt x="4555527" y="4108817"/>
                  <a:pt x="4554623" y="4107369"/>
                  <a:pt x="4553419" y="4106107"/>
                </a:cubicBezTo>
                <a:cubicBezTo>
                  <a:pt x="4552214" y="4104845"/>
                  <a:pt x="4550709" y="4103827"/>
                  <a:pt x="4548902" y="4103052"/>
                </a:cubicBezTo>
                <a:cubicBezTo>
                  <a:pt x="4547095" y="4102278"/>
                  <a:pt x="4544958" y="4101891"/>
                  <a:pt x="4542492" y="4101891"/>
                </a:cubicBezTo>
                <a:cubicBezTo>
                  <a:pt x="4540083" y="4101891"/>
                  <a:pt x="4537802" y="4102307"/>
                  <a:pt x="4535651" y="4103138"/>
                </a:cubicBezTo>
                <a:cubicBezTo>
                  <a:pt x="4533500" y="4103970"/>
                  <a:pt x="4531320" y="4105232"/>
                  <a:pt x="4529113" y="4106924"/>
                </a:cubicBezTo>
                <a:cubicBezTo>
                  <a:pt x="4526904" y="4108616"/>
                  <a:pt x="4524566" y="4110753"/>
                  <a:pt x="4522100" y="4113334"/>
                </a:cubicBezTo>
                <a:cubicBezTo>
                  <a:pt x="4519633" y="4115915"/>
                  <a:pt x="4516880" y="4118927"/>
                  <a:pt x="4513840" y="4122368"/>
                </a:cubicBezTo>
                <a:lnTo>
                  <a:pt x="4512807" y="4122196"/>
                </a:lnTo>
                <a:cubicBezTo>
                  <a:pt x="4512980" y="4115428"/>
                  <a:pt x="4513324" y="4108946"/>
                  <a:pt x="4513840" y="4102751"/>
                </a:cubicBezTo>
                <a:close/>
                <a:moveTo>
                  <a:pt x="4435196" y="4101891"/>
                </a:moveTo>
                <a:cubicBezTo>
                  <a:pt x="4428829" y="4101891"/>
                  <a:pt x="4422548" y="4103009"/>
                  <a:pt x="4416353" y="4105246"/>
                </a:cubicBezTo>
                <a:cubicBezTo>
                  <a:pt x="4410158" y="4107483"/>
                  <a:pt x="4404608" y="4110882"/>
                  <a:pt x="4399704" y="4115442"/>
                </a:cubicBezTo>
                <a:cubicBezTo>
                  <a:pt x="4394799" y="4120002"/>
                  <a:pt x="4390841" y="4125724"/>
                  <a:pt x="4387830" y="4132607"/>
                </a:cubicBezTo>
                <a:cubicBezTo>
                  <a:pt x="4384819" y="4139491"/>
                  <a:pt x="4383313" y="4147579"/>
                  <a:pt x="4383313" y="4156871"/>
                </a:cubicBezTo>
                <a:cubicBezTo>
                  <a:pt x="4383313" y="4165188"/>
                  <a:pt x="4384517" y="4172201"/>
                  <a:pt x="4386927" y="4177908"/>
                </a:cubicBezTo>
                <a:cubicBezTo>
                  <a:pt x="4389336" y="4183616"/>
                  <a:pt x="4392491" y="4188233"/>
                  <a:pt x="4396391" y="4191761"/>
                </a:cubicBezTo>
                <a:cubicBezTo>
                  <a:pt x="4400292" y="4195289"/>
                  <a:pt x="4404708" y="4197827"/>
                  <a:pt x="4409641" y="4199376"/>
                </a:cubicBezTo>
                <a:cubicBezTo>
                  <a:pt x="4414574" y="4200924"/>
                  <a:pt x="4419565" y="4201699"/>
                  <a:pt x="4424613" y="4201699"/>
                </a:cubicBezTo>
                <a:cubicBezTo>
                  <a:pt x="4438953" y="4201699"/>
                  <a:pt x="4453236" y="4195963"/>
                  <a:pt x="4467461" y="4184490"/>
                </a:cubicBezTo>
                <a:lnTo>
                  <a:pt x="4464020" y="4178812"/>
                </a:lnTo>
                <a:cubicBezTo>
                  <a:pt x="4461324" y="4180188"/>
                  <a:pt x="4458872" y="4181335"/>
                  <a:pt x="4456663" y="4182253"/>
                </a:cubicBezTo>
                <a:cubicBezTo>
                  <a:pt x="4454455" y="4183171"/>
                  <a:pt x="4452361" y="4183917"/>
                  <a:pt x="4450382" y="4184490"/>
                </a:cubicBezTo>
                <a:cubicBezTo>
                  <a:pt x="4448403" y="4185064"/>
                  <a:pt x="4446468" y="4185465"/>
                  <a:pt x="4444574" y="4185695"/>
                </a:cubicBezTo>
                <a:cubicBezTo>
                  <a:pt x="4442682" y="4185924"/>
                  <a:pt x="4440731" y="4186039"/>
                  <a:pt x="4438724" y="4186039"/>
                </a:cubicBezTo>
                <a:cubicBezTo>
                  <a:pt x="4433733" y="4186039"/>
                  <a:pt x="4429187" y="4185351"/>
                  <a:pt x="4425086" y="4183974"/>
                </a:cubicBezTo>
                <a:cubicBezTo>
                  <a:pt x="4420985" y="4182597"/>
                  <a:pt x="4417457" y="4180432"/>
                  <a:pt x="4414503" y="4177478"/>
                </a:cubicBezTo>
                <a:cubicBezTo>
                  <a:pt x="4411549" y="4174524"/>
                  <a:pt x="4409226" y="4170709"/>
                  <a:pt x="4407534" y="4166034"/>
                </a:cubicBezTo>
                <a:cubicBezTo>
                  <a:pt x="4405841" y="4161360"/>
                  <a:pt x="4404881" y="4155695"/>
                  <a:pt x="4404651" y="4149041"/>
                </a:cubicBezTo>
                <a:lnTo>
                  <a:pt x="4462816" y="4146632"/>
                </a:lnTo>
                <a:cubicBezTo>
                  <a:pt x="4463446" y="4144166"/>
                  <a:pt x="4463948" y="4141713"/>
                  <a:pt x="4464321" y="4139276"/>
                </a:cubicBezTo>
                <a:cubicBezTo>
                  <a:pt x="4464694" y="4136838"/>
                  <a:pt x="4464880" y="4134328"/>
                  <a:pt x="4464880" y="4131747"/>
                </a:cubicBezTo>
                <a:cubicBezTo>
                  <a:pt x="4464880" y="4127732"/>
                  <a:pt x="4464378" y="4123917"/>
                  <a:pt x="4463374" y="4120303"/>
                </a:cubicBezTo>
                <a:cubicBezTo>
                  <a:pt x="4462371" y="4116690"/>
                  <a:pt x="4460721" y="4113521"/>
                  <a:pt x="4458428" y="4110796"/>
                </a:cubicBezTo>
                <a:cubicBezTo>
                  <a:pt x="4456133" y="4108071"/>
                  <a:pt x="4453078" y="4105906"/>
                  <a:pt x="4449263" y="4104300"/>
                </a:cubicBezTo>
                <a:cubicBezTo>
                  <a:pt x="4445450" y="4102694"/>
                  <a:pt x="4440760" y="4101891"/>
                  <a:pt x="4435196" y="4101891"/>
                </a:cubicBezTo>
                <a:close/>
                <a:moveTo>
                  <a:pt x="4112327" y="4101891"/>
                </a:moveTo>
                <a:cubicBezTo>
                  <a:pt x="4111008" y="4102350"/>
                  <a:pt x="4109201" y="4102909"/>
                  <a:pt x="4106907" y="4103568"/>
                </a:cubicBezTo>
                <a:cubicBezTo>
                  <a:pt x="4104612" y="4104228"/>
                  <a:pt x="4101974" y="4104902"/>
                  <a:pt x="4098991" y="4105590"/>
                </a:cubicBezTo>
                <a:cubicBezTo>
                  <a:pt x="4096008" y="4106279"/>
                  <a:pt x="4092724" y="4106938"/>
                  <a:pt x="4089139" y="4107569"/>
                </a:cubicBezTo>
                <a:cubicBezTo>
                  <a:pt x="4085554" y="4108200"/>
                  <a:pt x="4081811" y="4108717"/>
                  <a:pt x="4077911" y="4109118"/>
                </a:cubicBezTo>
                <a:lnTo>
                  <a:pt x="4076190" y="4116174"/>
                </a:lnTo>
                <a:cubicBezTo>
                  <a:pt x="4079804" y="4116174"/>
                  <a:pt x="4082629" y="4116217"/>
                  <a:pt x="4084665" y="4116303"/>
                </a:cubicBezTo>
                <a:cubicBezTo>
                  <a:pt x="4086701" y="4116389"/>
                  <a:pt x="4088236" y="4116675"/>
                  <a:pt x="4089268" y="4117163"/>
                </a:cubicBezTo>
                <a:cubicBezTo>
                  <a:pt x="4090301" y="4117651"/>
                  <a:pt x="4090960" y="4118396"/>
                  <a:pt x="4091247" y="4119400"/>
                </a:cubicBezTo>
                <a:cubicBezTo>
                  <a:pt x="4091534" y="4120404"/>
                  <a:pt x="4091735" y="4121852"/>
                  <a:pt x="4091849" y="4123745"/>
                </a:cubicBezTo>
                <a:cubicBezTo>
                  <a:pt x="4091907" y="4124778"/>
                  <a:pt x="4091978" y="4126240"/>
                  <a:pt x="4092064" y="4128133"/>
                </a:cubicBezTo>
                <a:cubicBezTo>
                  <a:pt x="4092150" y="4130026"/>
                  <a:pt x="4092222" y="4132536"/>
                  <a:pt x="4092280" y="4135662"/>
                </a:cubicBezTo>
                <a:cubicBezTo>
                  <a:pt x="4092337" y="4138788"/>
                  <a:pt x="4092394" y="4142603"/>
                  <a:pt x="4092452" y="4147105"/>
                </a:cubicBezTo>
                <a:cubicBezTo>
                  <a:pt x="4092509" y="4151608"/>
                  <a:pt x="4092538" y="4156957"/>
                  <a:pt x="4092538" y="4163152"/>
                </a:cubicBezTo>
                <a:lnTo>
                  <a:pt x="4092538" y="4167798"/>
                </a:lnTo>
                <a:cubicBezTo>
                  <a:pt x="4092538" y="4169921"/>
                  <a:pt x="4092509" y="4172287"/>
                  <a:pt x="4092452" y="4174897"/>
                </a:cubicBezTo>
                <a:cubicBezTo>
                  <a:pt x="4092394" y="4177507"/>
                  <a:pt x="4092308" y="4180174"/>
                  <a:pt x="4092194" y="4182899"/>
                </a:cubicBezTo>
                <a:cubicBezTo>
                  <a:pt x="4092079" y="4185623"/>
                  <a:pt x="4091907" y="4188104"/>
                  <a:pt x="4091677" y="4190341"/>
                </a:cubicBezTo>
                <a:cubicBezTo>
                  <a:pt x="4088236" y="4190800"/>
                  <a:pt x="4085582" y="4191488"/>
                  <a:pt x="4083719" y="4192406"/>
                </a:cubicBezTo>
                <a:cubicBezTo>
                  <a:pt x="4081854" y="4193324"/>
                  <a:pt x="4080492" y="4194270"/>
                  <a:pt x="4079631" y="4195246"/>
                </a:cubicBezTo>
                <a:cubicBezTo>
                  <a:pt x="4078771" y="4196221"/>
                  <a:pt x="4078269" y="4197153"/>
                  <a:pt x="4078126" y="4198042"/>
                </a:cubicBezTo>
                <a:cubicBezTo>
                  <a:pt x="4077982" y="4198931"/>
                  <a:pt x="4077911" y="4199576"/>
                  <a:pt x="4077911" y="4199978"/>
                </a:cubicBezTo>
                <a:cubicBezTo>
                  <a:pt x="4078140" y="4199920"/>
                  <a:pt x="4078943" y="4199834"/>
                  <a:pt x="4080320" y="4199720"/>
                </a:cubicBezTo>
                <a:cubicBezTo>
                  <a:pt x="4081697" y="4199605"/>
                  <a:pt x="4083503" y="4199476"/>
                  <a:pt x="4085740" y="4199332"/>
                </a:cubicBezTo>
                <a:cubicBezTo>
                  <a:pt x="4087977" y="4199189"/>
                  <a:pt x="4090573" y="4199060"/>
                  <a:pt x="4093527" y="4198945"/>
                </a:cubicBezTo>
                <a:cubicBezTo>
                  <a:pt x="4096481" y="4198831"/>
                  <a:pt x="4099679" y="4198773"/>
                  <a:pt x="4103121" y="4198773"/>
                </a:cubicBezTo>
                <a:cubicBezTo>
                  <a:pt x="4105874" y="4198773"/>
                  <a:pt x="4108584" y="4198802"/>
                  <a:pt x="4111252" y="4198859"/>
                </a:cubicBezTo>
                <a:cubicBezTo>
                  <a:pt x="4113919" y="4198917"/>
                  <a:pt x="4116357" y="4198988"/>
                  <a:pt x="4118565" y="4199074"/>
                </a:cubicBezTo>
                <a:cubicBezTo>
                  <a:pt x="4120774" y="4199160"/>
                  <a:pt x="4122638" y="4199261"/>
                  <a:pt x="4124158" y="4199376"/>
                </a:cubicBezTo>
                <a:cubicBezTo>
                  <a:pt x="4125678" y="4199490"/>
                  <a:pt x="4126667" y="4199576"/>
                  <a:pt x="4127126" y="4199634"/>
                </a:cubicBezTo>
                <a:lnTo>
                  <a:pt x="4130224" y="4192406"/>
                </a:lnTo>
                <a:cubicBezTo>
                  <a:pt x="4126381" y="4192005"/>
                  <a:pt x="4123383" y="4191632"/>
                  <a:pt x="4121232" y="4191288"/>
                </a:cubicBezTo>
                <a:cubicBezTo>
                  <a:pt x="4119081" y="4190943"/>
                  <a:pt x="4117490" y="4190499"/>
                  <a:pt x="4116457" y="4189954"/>
                </a:cubicBezTo>
                <a:cubicBezTo>
                  <a:pt x="4115425" y="4189409"/>
                  <a:pt x="4114779" y="4188706"/>
                  <a:pt x="4114521" y="4187846"/>
                </a:cubicBezTo>
                <a:cubicBezTo>
                  <a:pt x="4114263" y="4186985"/>
                  <a:pt x="4114105" y="4185810"/>
                  <a:pt x="4114048" y="4184318"/>
                </a:cubicBezTo>
                <a:cubicBezTo>
                  <a:pt x="4113933" y="4182769"/>
                  <a:pt x="4113847" y="4181106"/>
                  <a:pt x="4113790" y="4179328"/>
                </a:cubicBezTo>
                <a:cubicBezTo>
                  <a:pt x="4113732" y="4177550"/>
                  <a:pt x="4113675" y="4175456"/>
                  <a:pt x="4113618" y="4173047"/>
                </a:cubicBezTo>
                <a:cubicBezTo>
                  <a:pt x="4113560" y="4170638"/>
                  <a:pt x="4113532" y="4167770"/>
                  <a:pt x="4113532" y="4164443"/>
                </a:cubicBezTo>
                <a:lnTo>
                  <a:pt x="4113532" y="4142416"/>
                </a:lnTo>
                <a:cubicBezTo>
                  <a:pt x="4113532" y="4140351"/>
                  <a:pt x="4113560" y="4138214"/>
                  <a:pt x="4113618" y="4136006"/>
                </a:cubicBezTo>
                <a:cubicBezTo>
                  <a:pt x="4113675" y="4133798"/>
                  <a:pt x="4113761" y="4131661"/>
                  <a:pt x="4113876" y="4129596"/>
                </a:cubicBezTo>
                <a:cubicBezTo>
                  <a:pt x="4115425" y="4128047"/>
                  <a:pt x="4117117" y="4126599"/>
                  <a:pt x="4118952" y="4125251"/>
                </a:cubicBezTo>
                <a:cubicBezTo>
                  <a:pt x="4120788" y="4123903"/>
                  <a:pt x="4122738" y="4122713"/>
                  <a:pt x="4124803" y="4121680"/>
                </a:cubicBezTo>
                <a:cubicBezTo>
                  <a:pt x="4126868" y="4120648"/>
                  <a:pt x="4129005" y="4119845"/>
                  <a:pt x="4131213" y="4119271"/>
                </a:cubicBezTo>
                <a:cubicBezTo>
                  <a:pt x="4133422" y="4118697"/>
                  <a:pt x="4135701" y="4118411"/>
                  <a:pt x="4138053" y="4118411"/>
                </a:cubicBezTo>
                <a:cubicBezTo>
                  <a:pt x="4142241" y="4118411"/>
                  <a:pt x="4145496" y="4119328"/>
                  <a:pt x="4147819" y="4121164"/>
                </a:cubicBezTo>
                <a:cubicBezTo>
                  <a:pt x="4150142" y="4122999"/>
                  <a:pt x="4151863" y="4125394"/>
                  <a:pt x="4152982" y="4128348"/>
                </a:cubicBezTo>
                <a:cubicBezTo>
                  <a:pt x="4154100" y="4131302"/>
                  <a:pt x="4154774" y="4134615"/>
                  <a:pt x="4155004" y="4138286"/>
                </a:cubicBezTo>
                <a:cubicBezTo>
                  <a:pt x="4155233" y="4141957"/>
                  <a:pt x="4155348" y="4145600"/>
                  <a:pt x="4155348" y="4149213"/>
                </a:cubicBezTo>
                <a:cubicBezTo>
                  <a:pt x="4155348" y="4153401"/>
                  <a:pt x="4155305" y="4157387"/>
                  <a:pt x="4155219" y="4161173"/>
                </a:cubicBezTo>
                <a:cubicBezTo>
                  <a:pt x="4155133" y="4164959"/>
                  <a:pt x="4154975" y="4168816"/>
                  <a:pt x="4154746" y="4172746"/>
                </a:cubicBezTo>
                <a:cubicBezTo>
                  <a:pt x="4154516" y="4176675"/>
                  <a:pt x="4154244" y="4180776"/>
                  <a:pt x="4153928" y="4185050"/>
                </a:cubicBezTo>
                <a:cubicBezTo>
                  <a:pt x="4153613" y="4189323"/>
                  <a:pt x="4153225" y="4194012"/>
                  <a:pt x="4152767" y="4199117"/>
                </a:cubicBezTo>
                <a:cubicBezTo>
                  <a:pt x="4154430" y="4199003"/>
                  <a:pt x="4156265" y="4198917"/>
                  <a:pt x="4158273" y="4198859"/>
                </a:cubicBezTo>
                <a:cubicBezTo>
                  <a:pt x="4160281" y="4198802"/>
                  <a:pt x="4162489" y="4198773"/>
                  <a:pt x="4164898" y="4198773"/>
                </a:cubicBezTo>
                <a:cubicBezTo>
                  <a:pt x="4167938" y="4198773"/>
                  <a:pt x="4170821" y="4198802"/>
                  <a:pt x="4173545" y="4198859"/>
                </a:cubicBezTo>
                <a:cubicBezTo>
                  <a:pt x="4176270" y="4198917"/>
                  <a:pt x="4178708" y="4198988"/>
                  <a:pt x="4180859" y="4199074"/>
                </a:cubicBezTo>
                <a:cubicBezTo>
                  <a:pt x="4183010" y="4199160"/>
                  <a:pt x="4184802" y="4199261"/>
                  <a:pt x="4186236" y="4199376"/>
                </a:cubicBezTo>
                <a:cubicBezTo>
                  <a:pt x="4187671" y="4199490"/>
                  <a:pt x="4188617" y="4199576"/>
                  <a:pt x="4189076" y="4199634"/>
                </a:cubicBezTo>
                <a:lnTo>
                  <a:pt x="4192173" y="4192406"/>
                </a:lnTo>
                <a:cubicBezTo>
                  <a:pt x="4188330" y="4192005"/>
                  <a:pt x="4185290" y="4191589"/>
                  <a:pt x="4183053" y="4191158"/>
                </a:cubicBezTo>
                <a:cubicBezTo>
                  <a:pt x="4180816" y="4190728"/>
                  <a:pt x="4179124" y="4190155"/>
                  <a:pt x="4177977" y="4189438"/>
                </a:cubicBezTo>
                <a:cubicBezTo>
                  <a:pt x="4176829" y="4188721"/>
                  <a:pt x="4176098" y="4187817"/>
                  <a:pt x="4175783" y="4186727"/>
                </a:cubicBezTo>
                <a:cubicBezTo>
                  <a:pt x="4175467" y="4185638"/>
                  <a:pt x="4175309" y="4184232"/>
                  <a:pt x="4175309" y="4182511"/>
                </a:cubicBezTo>
                <a:cubicBezTo>
                  <a:pt x="4175309" y="4180733"/>
                  <a:pt x="4175395" y="4178209"/>
                  <a:pt x="4175567" y="4174940"/>
                </a:cubicBezTo>
                <a:cubicBezTo>
                  <a:pt x="4175740" y="4171670"/>
                  <a:pt x="4175912" y="4168085"/>
                  <a:pt x="4176084" y="4164185"/>
                </a:cubicBezTo>
                <a:cubicBezTo>
                  <a:pt x="4176256" y="4160284"/>
                  <a:pt x="4176428" y="4156269"/>
                  <a:pt x="4176600" y="4152139"/>
                </a:cubicBezTo>
                <a:cubicBezTo>
                  <a:pt x="4176772" y="4148009"/>
                  <a:pt x="4176858" y="4144166"/>
                  <a:pt x="4176858" y="4140609"/>
                </a:cubicBezTo>
                <a:cubicBezTo>
                  <a:pt x="4176858" y="4138888"/>
                  <a:pt x="4176815" y="4137082"/>
                  <a:pt x="4176729" y="4135189"/>
                </a:cubicBezTo>
                <a:cubicBezTo>
                  <a:pt x="4176643" y="4133296"/>
                  <a:pt x="4176456" y="4131432"/>
                  <a:pt x="4176170" y="4129596"/>
                </a:cubicBezTo>
                <a:cubicBezTo>
                  <a:pt x="4177718" y="4128047"/>
                  <a:pt x="4179396" y="4126599"/>
                  <a:pt x="4181203" y="4125251"/>
                </a:cubicBezTo>
                <a:cubicBezTo>
                  <a:pt x="4183010" y="4123903"/>
                  <a:pt x="4184917" y="4122713"/>
                  <a:pt x="4186925" y="4121680"/>
                </a:cubicBezTo>
                <a:cubicBezTo>
                  <a:pt x="4188933" y="4120648"/>
                  <a:pt x="4191040" y="4119845"/>
                  <a:pt x="4193249" y="4119271"/>
                </a:cubicBezTo>
                <a:cubicBezTo>
                  <a:pt x="4195457" y="4118697"/>
                  <a:pt x="4197737" y="4118411"/>
                  <a:pt x="4200090" y="4118411"/>
                </a:cubicBezTo>
                <a:cubicBezTo>
                  <a:pt x="4204276" y="4118411"/>
                  <a:pt x="4207560" y="4119328"/>
                  <a:pt x="4209941" y="4121164"/>
                </a:cubicBezTo>
                <a:cubicBezTo>
                  <a:pt x="4212321" y="4122999"/>
                  <a:pt x="4214071" y="4125380"/>
                  <a:pt x="4215189" y="4128305"/>
                </a:cubicBezTo>
                <a:cubicBezTo>
                  <a:pt x="4216308" y="4131231"/>
                  <a:pt x="4216996" y="4134558"/>
                  <a:pt x="4217254" y="4138286"/>
                </a:cubicBezTo>
                <a:cubicBezTo>
                  <a:pt x="4217512" y="4142015"/>
                  <a:pt x="4217642" y="4145772"/>
                  <a:pt x="4217642" y="4149558"/>
                </a:cubicBezTo>
                <a:cubicBezTo>
                  <a:pt x="4217642" y="4153630"/>
                  <a:pt x="4217584" y="4157559"/>
                  <a:pt x="4217469" y="4161345"/>
                </a:cubicBezTo>
                <a:cubicBezTo>
                  <a:pt x="4217355" y="4165131"/>
                  <a:pt x="4217183" y="4168974"/>
                  <a:pt x="4216953" y="4172875"/>
                </a:cubicBezTo>
                <a:cubicBezTo>
                  <a:pt x="4216724" y="4176775"/>
                  <a:pt x="4216408" y="4180862"/>
                  <a:pt x="4216007" y="4185136"/>
                </a:cubicBezTo>
                <a:cubicBezTo>
                  <a:pt x="4215605" y="4189409"/>
                  <a:pt x="4215118" y="4194070"/>
                  <a:pt x="4214544" y="4199117"/>
                </a:cubicBezTo>
                <a:cubicBezTo>
                  <a:pt x="4216207" y="4199003"/>
                  <a:pt x="4218072" y="4198917"/>
                  <a:pt x="4220137" y="4198859"/>
                </a:cubicBezTo>
                <a:cubicBezTo>
                  <a:pt x="4222202" y="4198802"/>
                  <a:pt x="4224439" y="4198773"/>
                  <a:pt x="4226848" y="4198773"/>
                </a:cubicBezTo>
                <a:cubicBezTo>
                  <a:pt x="4229888" y="4198773"/>
                  <a:pt x="4232799" y="4198802"/>
                  <a:pt x="4235581" y="4198859"/>
                </a:cubicBezTo>
                <a:cubicBezTo>
                  <a:pt x="4238363" y="4198917"/>
                  <a:pt x="4240873" y="4198988"/>
                  <a:pt x="4243110" y="4199074"/>
                </a:cubicBezTo>
                <a:cubicBezTo>
                  <a:pt x="4245347" y="4199160"/>
                  <a:pt x="4247225" y="4199261"/>
                  <a:pt x="4248745" y="4199376"/>
                </a:cubicBezTo>
                <a:cubicBezTo>
                  <a:pt x="4250265" y="4199490"/>
                  <a:pt x="4251255" y="4199576"/>
                  <a:pt x="4251714" y="4199634"/>
                </a:cubicBezTo>
                <a:lnTo>
                  <a:pt x="4254811" y="4192406"/>
                </a:lnTo>
                <a:cubicBezTo>
                  <a:pt x="4250911" y="4192005"/>
                  <a:pt x="4247800" y="4191589"/>
                  <a:pt x="4245476" y="4191158"/>
                </a:cubicBezTo>
                <a:cubicBezTo>
                  <a:pt x="4243153" y="4190728"/>
                  <a:pt x="4241389" y="4190169"/>
                  <a:pt x="4240184" y="4189481"/>
                </a:cubicBezTo>
                <a:cubicBezTo>
                  <a:pt x="4238980" y="4188792"/>
                  <a:pt x="4238191" y="4187903"/>
                  <a:pt x="4237818" y="4186813"/>
                </a:cubicBezTo>
                <a:cubicBezTo>
                  <a:pt x="4237446" y="4185724"/>
                  <a:pt x="4237259" y="4184318"/>
                  <a:pt x="4237259" y="4182597"/>
                </a:cubicBezTo>
                <a:cubicBezTo>
                  <a:pt x="4237259" y="4180819"/>
                  <a:pt x="4237359" y="4178267"/>
                  <a:pt x="4237560" y="4174940"/>
                </a:cubicBezTo>
                <a:cubicBezTo>
                  <a:pt x="4237761" y="4171613"/>
                  <a:pt x="4238005" y="4167970"/>
                  <a:pt x="4238291" y="4164012"/>
                </a:cubicBezTo>
                <a:cubicBezTo>
                  <a:pt x="4238521" y="4160112"/>
                  <a:pt x="4238750" y="4156125"/>
                  <a:pt x="4238980" y="4152053"/>
                </a:cubicBezTo>
                <a:cubicBezTo>
                  <a:pt x="4239209" y="4147980"/>
                  <a:pt x="4239324" y="4144338"/>
                  <a:pt x="4239324" y="4141125"/>
                </a:cubicBezTo>
                <a:cubicBezTo>
                  <a:pt x="4239324" y="4135504"/>
                  <a:pt x="4238879" y="4130299"/>
                  <a:pt x="4237990" y="4125509"/>
                </a:cubicBezTo>
                <a:cubicBezTo>
                  <a:pt x="4237101" y="4120719"/>
                  <a:pt x="4235625" y="4116575"/>
                  <a:pt x="4233559" y="4113076"/>
                </a:cubicBezTo>
                <a:cubicBezTo>
                  <a:pt x="4231494" y="4109577"/>
                  <a:pt x="4228741" y="4106838"/>
                  <a:pt x="4225299" y="4104859"/>
                </a:cubicBezTo>
                <a:cubicBezTo>
                  <a:pt x="4221858" y="4102880"/>
                  <a:pt x="4217584" y="4101891"/>
                  <a:pt x="4212479" y="4101891"/>
                </a:cubicBezTo>
                <a:cubicBezTo>
                  <a:pt x="4208808" y="4101891"/>
                  <a:pt x="4205295" y="4102393"/>
                  <a:pt x="4201939" y="4103396"/>
                </a:cubicBezTo>
                <a:cubicBezTo>
                  <a:pt x="4198583" y="4104400"/>
                  <a:pt x="4195357" y="4105777"/>
                  <a:pt x="4192259" y="4107526"/>
                </a:cubicBezTo>
                <a:cubicBezTo>
                  <a:pt x="4189162" y="4109276"/>
                  <a:pt x="4186194" y="4111327"/>
                  <a:pt x="4183354" y="4113678"/>
                </a:cubicBezTo>
                <a:cubicBezTo>
                  <a:pt x="4180515" y="4116030"/>
                  <a:pt x="4177776" y="4118525"/>
                  <a:pt x="4175137" y="4121164"/>
                </a:cubicBezTo>
                <a:lnTo>
                  <a:pt x="4174449" y="4121164"/>
                </a:lnTo>
                <a:cubicBezTo>
                  <a:pt x="4173646" y="4118239"/>
                  <a:pt x="4172570" y="4115586"/>
                  <a:pt x="4171222" y="4113205"/>
                </a:cubicBezTo>
                <a:cubicBezTo>
                  <a:pt x="4169874" y="4110825"/>
                  <a:pt x="4168225" y="4108803"/>
                  <a:pt x="4166275" y="4107139"/>
                </a:cubicBezTo>
                <a:cubicBezTo>
                  <a:pt x="4164325" y="4105476"/>
                  <a:pt x="4162045" y="4104185"/>
                  <a:pt x="4159435" y="4103267"/>
                </a:cubicBezTo>
                <a:cubicBezTo>
                  <a:pt x="4156825" y="4102350"/>
                  <a:pt x="4153856" y="4101891"/>
                  <a:pt x="4150530" y="4101891"/>
                </a:cubicBezTo>
                <a:cubicBezTo>
                  <a:pt x="4146858" y="4101891"/>
                  <a:pt x="4143374" y="4102421"/>
                  <a:pt x="4140075" y="4103482"/>
                </a:cubicBezTo>
                <a:cubicBezTo>
                  <a:pt x="4136777" y="4104544"/>
                  <a:pt x="4133608" y="4105963"/>
                  <a:pt x="4130568" y="4107741"/>
                </a:cubicBezTo>
                <a:cubicBezTo>
                  <a:pt x="4127528" y="4109520"/>
                  <a:pt x="4124617" y="4111556"/>
                  <a:pt x="4121835" y="4113850"/>
                </a:cubicBezTo>
                <a:cubicBezTo>
                  <a:pt x="4119053" y="4116145"/>
                  <a:pt x="4116342" y="4118525"/>
                  <a:pt x="4113704" y="4120992"/>
                </a:cubicBezTo>
                <a:lnTo>
                  <a:pt x="4113188" y="4120820"/>
                </a:lnTo>
                <a:cubicBezTo>
                  <a:pt x="4113188" y="4116862"/>
                  <a:pt x="4113259" y="4113406"/>
                  <a:pt x="4113403" y="4110452"/>
                </a:cubicBezTo>
                <a:cubicBezTo>
                  <a:pt x="4113546" y="4107498"/>
                  <a:pt x="4113704" y="4104931"/>
                  <a:pt x="4113876" y="4102751"/>
                </a:cubicBezTo>
                <a:close/>
                <a:moveTo>
                  <a:pt x="4035146" y="4101891"/>
                </a:moveTo>
                <a:cubicBezTo>
                  <a:pt x="4028779" y="4101891"/>
                  <a:pt x="4022498" y="4103009"/>
                  <a:pt x="4016303" y="4105246"/>
                </a:cubicBezTo>
                <a:cubicBezTo>
                  <a:pt x="4010108" y="4107483"/>
                  <a:pt x="4004558" y="4110882"/>
                  <a:pt x="3999654" y="4115442"/>
                </a:cubicBezTo>
                <a:cubicBezTo>
                  <a:pt x="3994749" y="4120002"/>
                  <a:pt x="3990792" y="4125724"/>
                  <a:pt x="3987780" y="4132607"/>
                </a:cubicBezTo>
                <a:cubicBezTo>
                  <a:pt x="3984769" y="4139491"/>
                  <a:pt x="3983263" y="4147579"/>
                  <a:pt x="3983263" y="4156871"/>
                </a:cubicBezTo>
                <a:cubicBezTo>
                  <a:pt x="3983263" y="4165188"/>
                  <a:pt x="3984468" y="4172201"/>
                  <a:pt x="3986877" y="4177908"/>
                </a:cubicBezTo>
                <a:cubicBezTo>
                  <a:pt x="3989286" y="4183616"/>
                  <a:pt x="3992441" y="4188233"/>
                  <a:pt x="3996341" y="4191761"/>
                </a:cubicBezTo>
                <a:cubicBezTo>
                  <a:pt x="4000242" y="4195289"/>
                  <a:pt x="4004658" y="4197827"/>
                  <a:pt x="4009592" y="4199376"/>
                </a:cubicBezTo>
                <a:cubicBezTo>
                  <a:pt x="4014525" y="4200924"/>
                  <a:pt x="4019515" y="4201699"/>
                  <a:pt x="4024563" y="4201699"/>
                </a:cubicBezTo>
                <a:cubicBezTo>
                  <a:pt x="4038903" y="4201699"/>
                  <a:pt x="4053186" y="4195963"/>
                  <a:pt x="4067411" y="4184490"/>
                </a:cubicBezTo>
                <a:lnTo>
                  <a:pt x="4063970" y="4178812"/>
                </a:lnTo>
                <a:cubicBezTo>
                  <a:pt x="4061274" y="4180188"/>
                  <a:pt x="4058821" y="4181335"/>
                  <a:pt x="4056613" y="4182253"/>
                </a:cubicBezTo>
                <a:cubicBezTo>
                  <a:pt x="4054405" y="4183171"/>
                  <a:pt x="4052311" y="4183917"/>
                  <a:pt x="4050332" y="4184490"/>
                </a:cubicBezTo>
                <a:cubicBezTo>
                  <a:pt x="4048353" y="4185064"/>
                  <a:pt x="4046417" y="4185465"/>
                  <a:pt x="4044524" y="4185695"/>
                </a:cubicBezTo>
                <a:cubicBezTo>
                  <a:pt x="4042631" y="4185924"/>
                  <a:pt x="4040681" y="4186039"/>
                  <a:pt x="4038674" y="4186039"/>
                </a:cubicBezTo>
                <a:cubicBezTo>
                  <a:pt x="4033683" y="4186039"/>
                  <a:pt x="4029137" y="4185351"/>
                  <a:pt x="4025036" y="4183974"/>
                </a:cubicBezTo>
                <a:cubicBezTo>
                  <a:pt x="4020935" y="4182597"/>
                  <a:pt x="4017407" y="4180432"/>
                  <a:pt x="4014453" y="4177478"/>
                </a:cubicBezTo>
                <a:cubicBezTo>
                  <a:pt x="4011499" y="4174524"/>
                  <a:pt x="4009176" y="4170709"/>
                  <a:pt x="4007483" y="4166034"/>
                </a:cubicBezTo>
                <a:cubicBezTo>
                  <a:pt x="4005791" y="4161360"/>
                  <a:pt x="4004831" y="4155695"/>
                  <a:pt x="4004601" y="4149041"/>
                </a:cubicBezTo>
                <a:lnTo>
                  <a:pt x="4062765" y="4146632"/>
                </a:lnTo>
                <a:cubicBezTo>
                  <a:pt x="4063396" y="4144166"/>
                  <a:pt x="4063898" y="4141713"/>
                  <a:pt x="4064271" y="4139276"/>
                </a:cubicBezTo>
                <a:cubicBezTo>
                  <a:pt x="4064643" y="4136838"/>
                  <a:pt x="4064830" y="4134328"/>
                  <a:pt x="4064830" y="4131747"/>
                </a:cubicBezTo>
                <a:cubicBezTo>
                  <a:pt x="4064830" y="4127732"/>
                  <a:pt x="4064328" y="4123917"/>
                  <a:pt x="4063324" y="4120303"/>
                </a:cubicBezTo>
                <a:cubicBezTo>
                  <a:pt x="4062321" y="4116690"/>
                  <a:pt x="4060671" y="4113521"/>
                  <a:pt x="4058377" y="4110796"/>
                </a:cubicBezTo>
                <a:cubicBezTo>
                  <a:pt x="4056083" y="4108071"/>
                  <a:pt x="4053028" y="4105906"/>
                  <a:pt x="4049214" y="4104300"/>
                </a:cubicBezTo>
                <a:cubicBezTo>
                  <a:pt x="4045399" y="4102694"/>
                  <a:pt x="4040710" y="4101891"/>
                  <a:pt x="4035146" y="4101891"/>
                </a:cubicBezTo>
                <a:close/>
                <a:moveTo>
                  <a:pt x="3569402" y="4101891"/>
                </a:moveTo>
                <a:cubicBezTo>
                  <a:pt x="3568083" y="4102350"/>
                  <a:pt x="3566276" y="4102909"/>
                  <a:pt x="3563982" y="4103568"/>
                </a:cubicBezTo>
                <a:cubicBezTo>
                  <a:pt x="3561687" y="4104228"/>
                  <a:pt x="3559048" y="4104902"/>
                  <a:pt x="3556066" y="4105590"/>
                </a:cubicBezTo>
                <a:cubicBezTo>
                  <a:pt x="3553083" y="4106279"/>
                  <a:pt x="3549799" y="4106938"/>
                  <a:pt x="3546214" y="4107569"/>
                </a:cubicBezTo>
                <a:cubicBezTo>
                  <a:pt x="3542629" y="4108200"/>
                  <a:pt x="3538886" y="4108717"/>
                  <a:pt x="3534985" y="4109118"/>
                </a:cubicBezTo>
                <a:lnTo>
                  <a:pt x="3533265" y="4116174"/>
                </a:lnTo>
                <a:cubicBezTo>
                  <a:pt x="3536878" y="4116174"/>
                  <a:pt x="3539704" y="4116217"/>
                  <a:pt x="3541740" y="4116303"/>
                </a:cubicBezTo>
                <a:cubicBezTo>
                  <a:pt x="3543776" y="4116389"/>
                  <a:pt x="3545311" y="4116675"/>
                  <a:pt x="3546343" y="4117163"/>
                </a:cubicBezTo>
                <a:cubicBezTo>
                  <a:pt x="3547376" y="4117651"/>
                  <a:pt x="3548035" y="4118396"/>
                  <a:pt x="3548322" y="4119400"/>
                </a:cubicBezTo>
                <a:cubicBezTo>
                  <a:pt x="3548609" y="4120404"/>
                  <a:pt x="3548810" y="4121852"/>
                  <a:pt x="3548924" y="4123745"/>
                </a:cubicBezTo>
                <a:cubicBezTo>
                  <a:pt x="3548982" y="4124778"/>
                  <a:pt x="3549053" y="4126240"/>
                  <a:pt x="3549139" y="4128133"/>
                </a:cubicBezTo>
                <a:cubicBezTo>
                  <a:pt x="3549225" y="4130026"/>
                  <a:pt x="3549297" y="4132536"/>
                  <a:pt x="3549354" y="4135662"/>
                </a:cubicBezTo>
                <a:cubicBezTo>
                  <a:pt x="3549412" y="4138788"/>
                  <a:pt x="3549469" y="4142603"/>
                  <a:pt x="3549526" y="4147105"/>
                </a:cubicBezTo>
                <a:cubicBezTo>
                  <a:pt x="3549584" y="4151608"/>
                  <a:pt x="3549613" y="4156957"/>
                  <a:pt x="3549613" y="4163152"/>
                </a:cubicBezTo>
                <a:lnTo>
                  <a:pt x="3549613" y="4167798"/>
                </a:lnTo>
                <a:cubicBezTo>
                  <a:pt x="3549613" y="4169921"/>
                  <a:pt x="3549584" y="4172287"/>
                  <a:pt x="3549526" y="4174897"/>
                </a:cubicBezTo>
                <a:cubicBezTo>
                  <a:pt x="3549469" y="4177507"/>
                  <a:pt x="3549383" y="4180174"/>
                  <a:pt x="3549268" y="4182899"/>
                </a:cubicBezTo>
                <a:cubicBezTo>
                  <a:pt x="3549153" y="4185623"/>
                  <a:pt x="3548982" y="4188104"/>
                  <a:pt x="3548752" y="4190341"/>
                </a:cubicBezTo>
                <a:cubicBezTo>
                  <a:pt x="3545310" y="4190800"/>
                  <a:pt x="3542658" y="4191488"/>
                  <a:pt x="3540793" y="4192406"/>
                </a:cubicBezTo>
                <a:cubicBezTo>
                  <a:pt x="3538929" y="4193324"/>
                  <a:pt x="3537567" y="4194270"/>
                  <a:pt x="3536706" y="4195246"/>
                </a:cubicBezTo>
                <a:cubicBezTo>
                  <a:pt x="3535846" y="4196221"/>
                  <a:pt x="3535344" y="4197153"/>
                  <a:pt x="3535201" y="4198042"/>
                </a:cubicBezTo>
                <a:cubicBezTo>
                  <a:pt x="3535057" y="4198931"/>
                  <a:pt x="3534985" y="4199576"/>
                  <a:pt x="3534985" y="4199978"/>
                </a:cubicBezTo>
                <a:cubicBezTo>
                  <a:pt x="3535215" y="4199920"/>
                  <a:pt x="3536018" y="4199834"/>
                  <a:pt x="3537395" y="4199720"/>
                </a:cubicBezTo>
                <a:cubicBezTo>
                  <a:pt x="3538771" y="4199605"/>
                  <a:pt x="3540578" y="4199476"/>
                  <a:pt x="3542815" y="4199332"/>
                </a:cubicBezTo>
                <a:cubicBezTo>
                  <a:pt x="3545052" y="4199189"/>
                  <a:pt x="3547648" y="4199060"/>
                  <a:pt x="3550602" y="4198945"/>
                </a:cubicBezTo>
                <a:cubicBezTo>
                  <a:pt x="3553556" y="4198831"/>
                  <a:pt x="3556754" y="4198773"/>
                  <a:pt x="3560196" y="4198773"/>
                </a:cubicBezTo>
                <a:cubicBezTo>
                  <a:pt x="3562949" y="4198773"/>
                  <a:pt x="3565659" y="4198802"/>
                  <a:pt x="3568326" y="4198859"/>
                </a:cubicBezTo>
                <a:cubicBezTo>
                  <a:pt x="3570994" y="4198917"/>
                  <a:pt x="3573432" y="4198988"/>
                  <a:pt x="3575640" y="4199074"/>
                </a:cubicBezTo>
                <a:cubicBezTo>
                  <a:pt x="3577849" y="4199160"/>
                  <a:pt x="3579713" y="4199261"/>
                  <a:pt x="3581233" y="4199376"/>
                </a:cubicBezTo>
                <a:cubicBezTo>
                  <a:pt x="3582753" y="4199490"/>
                  <a:pt x="3583742" y="4199576"/>
                  <a:pt x="3584201" y="4199634"/>
                </a:cubicBezTo>
                <a:lnTo>
                  <a:pt x="3587298" y="4192406"/>
                </a:lnTo>
                <a:cubicBezTo>
                  <a:pt x="3583456" y="4192005"/>
                  <a:pt x="3580458" y="4191632"/>
                  <a:pt x="3578307" y="4191288"/>
                </a:cubicBezTo>
                <a:cubicBezTo>
                  <a:pt x="3576156" y="4190943"/>
                  <a:pt x="3574565" y="4190499"/>
                  <a:pt x="3573532" y="4189954"/>
                </a:cubicBezTo>
                <a:cubicBezTo>
                  <a:pt x="3572499" y="4189409"/>
                  <a:pt x="3571854" y="4188706"/>
                  <a:pt x="3571596" y="4187846"/>
                </a:cubicBezTo>
                <a:cubicBezTo>
                  <a:pt x="3571338" y="4186985"/>
                  <a:pt x="3571180" y="4185810"/>
                  <a:pt x="3571123" y="4184318"/>
                </a:cubicBezTo>
                <a:cubicBezTo>
                  <a:pt x="3571008" y="4182769"/>
                  <a:pt x="3570922" y="4181106"/>
                  <a:pt x="3570865" y="4179328"/>
                </a:cubicBezTo>
                <a:cubicBezTo>
                  <a:pt x="3570807" y="4177550"/>
                  <a:pt x="3570750" y="4175456"/>
                  <a:pt x="3570693" y="4173047"/>
                </a:cubicBezTo>
                <a:cubicBezTo>
                  <a:pt x="3570635" y="4170638"/>
                  <a:pt x="3570607" y="4167770"/>
                  <a:pt x="3570607" y="4164443"/>
                </a:cubicBezTo>
                <a:lnTo>
                  <a:pt x="3570607" y="4142416"/>
                </a:lnTo>
                <a:cubicBezTo>
                  <a:pt x="3570607" y="4140351"/>
                  <a:pt x="3570635" y="4138214"/>
                  <a:pt x="3570693" y="4136006"/>
                </a:cubicBezTo>
                <a:cubicBezTo>
                  <a:pt x="3570750" y="4133798"/>
                  <a:pt x="3570836" y="4131661"/>
                  <a:pt x="3570951" y="4129596"/>
                </a:cubicBezTo>
                <a:cubicBezTo>
                  <a:pt x="3572499" y="4128047"/>
                  <a:pt x="3574192" y="4126599"/>
                  <a:pt x="3576027" y="4125251"/>
                </a:cubicBezTo>
                <a:cubicBezTo>
                  <a:pt x="3577863" y="4123903"/>
                  <a:pt x="3579813" y="4122713"/>
                  <a:pt x="3581878" y="4121680"/>
                </a:cubicBezTo>
                <a:cubicBezTo>
                  <a:pt x="3583943" y="4120648"/>
                  <a:pt x="3586080" y="4119845"/>
                  <a:pt x="3588288" y="4119271"/>
                </a:cubicBezTo>
                <a:cubicBezTo>
                  <a:pt x="3590496" y="4118697"/>
                  <a:pt x="3592777" y="4118411"/>
                  <a:pt x="3595128" y="4118411"/>
                </a:cubicBezTo>
                <a:cubicBezTo>
                  <a:pt x="3599316" y="4118411"/>
                  <a:pt x="3602571" y="4119328"/>
                  <a:pt x="3604894" y="4121164"/>
                </a:cubicBezTo>
                <a:cubicBezTo>
                  <a:pt x="3607217" y="4122999"/>
                  <a:pt x="3608938" y="4125394"/>
                  <a:pt x="3610056" y="4128348"/>
                </a:cubicBezTo>
                <a:cubicBezTo>
                  <a:pt x="3611175" y="4131302"/>
                  <a:pt x="3611849" y="4134615"/>
                  <a:pt x="3612078" y="4138286"/>
                </a:cubicBezTo>
                <a:cubicBezTo>
                  <a:pt x="3612308" y="4141957"/>
                  <a:pt x="3612423" y="4145600"/>
                  <a:pt x="3612423" y="4149213"/>
                </a:cubicBezTo>
                <a:cubicBezTo>
                  <a:pt x="3612423" y="4153401"/>
                  <a:pt x="3612380" y="4157387"/>
                  <a:pt x="3612294" y="4161173"/>
                </a:cubicBezTo>
                <a:cubicBezTo>
                  <a:pt x="3612208" y="4164959"/>
                  <a:pt x="3612050" y="4168816"/>
                  <a:pt x="3611820" y="4172746"/>
                </a:cubicBezTo>
                <a:cubicBezTo>
                  <a:pt x="3611591" y="4176675"/>
                  <a:pt x="3611319" y="4180776"/>
                  <a:pt x="3611003" y="4185050"/>
                </a:cubicBezTo>
                <a:cubicBezTo>
                  <a:pt x="3610688" y="4189323"/>
                  <a:pt x="3610300" y="4194012"/>
                  <a:pt x="3609841" y="4199117"/>
                </a:cubicBezTo>
                <a:cubicBezTo>
                  <a:pt x="3611505" y="4199003"/>
                  <a:pt x="3613341" y="4198917"/>
                  <a:pt x="3615348" y="4198859"/>
                </a:cubicBezTo>
                <a:cubicBezTo>
                  <a:pt x="3617356" y="4198802"/>
                  <a:pt x="3619564" y="4198773"/>
                  <a:pt x="3621973" y="4198773"/>
                </a:cubicBezTo>
                <a:cubicBezTo>
                  <a:pt x="3625013" y="4198773"/>
                  <a:pt x="3627896" y="4198802"/>
                  <a:pt x="3630620" y="4198859"/>
                </a:cubicBezTo>
                <a:cubicBezTo>
                  <a:pt x="3633345" y="4198917"/>
                  <a:pt x="3635783" y="4198988"/>
                  <a:pt x="3637934" y="4199074"/>
                </a:cubicBezTo>
                <a:cubicBezTo>
                  <a:pt x="3640085" y="4199160"/>
                  <a:pt x="3641878" y="4199261"/>
                  <a:pt x="3643312" y="4199376"/>
                </a:cubicBezTo>
                <a:cubicBezTo>
                  <a:pt x="3644746" y="4199490"/>
                  <a:pt x="3645692" y="4199576"/>
                  <a:pt x="3646151" y="4199634"/>
                </a:cubicBezTo>
                <a:lnTo>
                  <a:pt x="3649248" y="4192406"/>
                </a:lnTo>
                <a:cubicBezTo>
                  <a:pt x="3645405" y="4192005"/>
                  <a:pt x="3642365" y="4191589"/>
                  <a:pt x="3640128" y="4191158"/>
                </a:cubicBezTo>
                <a:cubicBezTo>
                  <a:pt x="3637891" y="4190728"/>
                  <a:pt x="3636199" y="4190155"/>
                  <a:pt x="3635052" y="4189438"/>
                </a:cubicBezTo>
                <a:cubicBezTo>
                  <a:pt x="3633904" y="4188721"/>
                  <a:pt x="3633173" y="4187817"/>
                  <a:pt x="3632858" y="4186727"/>
                </a:cubicBezTo>
                <a:cubicBezTo>
                  <a:pt x="3632542" y="4185638"/>
                  <a:pt x="3632384" y="4184232"/>
                  <a:pt x="3632384" y="4182511"/>
                </a:cubicBezTo>
                <a:cubicBezTo>
                  <a:pt x="3632384" y="4180733"/>
                  <a:pt x="3632470" y="4178209"/>
                  <a:pt x="3632642" y="4174940"/>
                </a:cubicBezTo>
                <a:cubicBezTo>
                  <a:pt x="3632814" y="4171670"/>
                  <a:pt x="3632987" y="4168085"/>
                  <a:pt x="3633159" y="4164185"/>
                </a:cubicBezTo>
                <a:cubicBezTo>
                  <a:pt x="3633331" y="4160284"/>
                  <a:pt x="3633503" y="4156269"/>
                  <a:pt x="3633675" y="4152139"/>
                </a:cubicBezTo>
                <a:cubicBezTo>
                  <a:pt x="3633847" y="4148009"/>
                  <a:pt x="3633933" y="4144166"/>
                  <a:pt x="3633933" y="4140609"/>
                </a:cubicBezTo>
                <a:cubicBezTo>
                  <a:pt x="3633933" y="4138888"/>
                  <a:pt x="3633890" y="4137082"/>
                  <a:pt x="3633804" y="4135189"/>
                </a:cubicBezTo>
                <a:cubicBezTo>
                  <a:pt x="3633718" y="4133296"/>
                  <a:pt x="3633532" y="4131432"/>
                  <a:pt x="3633245" y="4129596"/>
                </a:cubicBezTo>
                <a:cubicBezTo>
                  <a:pt x="3634794" y="4128047"/>
                  <a:pt x="3636471" y="4126599"/>
                  <a:pt x="3638278" y="4125251"/>
                </a:cubicBezTo>
                <a:cubicBezTo>
                  <a:pt x="3640085" y="4123903"/>
                  <a:pt x="3641992" y="4122713"/>
                  <a:pt x="3644000" y="4121680"/>
                </a:cubicBezTo>
                <a:cubicBezTo>
                  <a:pt x="3646007" y="4120648"/>
                  <a:pt x="3648116" y="4119845"/>
                  <a:pt x="3650324" y="4119271"/>
                </a:cubicBezTo>
                <a:cubicBezTo>
                  <a:pt x="3652532" y="4118697"/>
                  <a:pt x="3654812" y="4118411"/>
                  <a:pt x="3657164" y="4118411"/>
                </a:cubicBezTo>
                <a:cubicBezTo>
                  <a:pt x="3661352" y="4118411"/>
                  <a:pt x="3664635" y="4119328"/>
                  <a:pt x="3667016" y="4121164"/>
                </a:cubicBezTo>
                <a:cubicBezTo>
                  <a:pt x="3669396" y="4122999"/>
                  <a:pt x="3671146" y="4125380"/>
                  <a:pt x="3672264" y="4128305"/>
                </a:cubicBezTo>
                <a:cubicBezTo>
                  <a:pt x="3673383" y="4131231"/>
                  <a:pt x="3674071" y="4134558"/>
                  <a:pt x="3674329" y="4138286"/>
                </a:cubicBezTo>
                <a:cubicBezTo>
                  <a:pt x="3674587" y="4142015"/>
                  <a:pt x="3674717" y="4145772"/>
                  <a:pt x="3674717" y="4149558"/>
                </a:cubicBezTo>
                <a:cubicBezTo>
                  <a:pt x="3674717" y="4153630"/>
                  <a:pt x="3674659" y="4157559"/>
                  <a:pt x="3674545" y="4161345"/>
                </a:cubicBezTo>
                <a:cubicBezTo>
                  <a:pt x="3674430" y="4165131"/>
                  <a:pt x="3674258" y="4168974"/>
                  <a:pt x="3674028" y="4172875"/>
                </a:cubicBezTo>
                <a:cubicBezTo>
                  <a:pt x="3673799" y="4176775"/>
                  <a:pt x="3673483" y="4180862"/>
                  <a:pt x="3673082" y="4185136"/>
                </a:cubicBezTo>
                <a:cubicBezTo>
                  <a:pt x="3672680" y="4189409"/>
                  <a:pt x="3672193" y="4194070"/>
                  <a:pt x="3671619" y="4199117"/>
                </a:cubicBezTo>
                <a:cubicBezTo>
                  <a:pt x="3673283" y="4199003"/>
                  <a:pt x="3675147" y="4198917"/>
                  <a:pt x="3677212" y="4198859"/>
                </a:cubicBezTo>
                <a:cubicBezTo>
                  <a:pt x="3679277" y="4198802"/>
                  <a:pt x="3681514" y="4198773"/>
                  <a:pt x="3683923" y="4198773"/>
                </a:cubicBezTo>
                <a:cubicBezTo>
                  <a:pt x="3686963" y="4198773"/>
                  <a:pt x="3689874" y="4198802"/>
                  <a:pt x="3692656" y="4198859"/>
                </a:cubicBezTo>
                <a:cubicBezTo>
                  <a:pt x="3695438" y="4198917"/>
                  <a:pt x="3697948" y="4198988"/>
                  <a:pt x="3700185" y="4199074"/>
                </a:cubicBezTo>
                <a:cubicBezTo>
                  <a:pt x="3702422" y="4199160"/>
                  <a:pt x="3704300" y="4199261"/>
                  <a:pt x="3705821" y="4199376"/>
                </a:cubicBezTo>
                <a:cubicBezTo>
                  <a:pt x="3707340" y="4199490"/>
                  <a:pt x="3708330" y="4199576"/>
                  <a:pt x="3708789" y="4199634"/>
                </a:cubicBezTo>
                <a:lnTo>
                  <a:pt x="3711886" y="4192406"/>
                </a:lnTo>
                <a:cubicBezTo>
                  <a:pt x="3707986" y="4192005"/>
                  <a:pt x="3704874" y="4191589"/>
                  <a:pt x="3702551" y="4191158"/>
                </a:cubicBezTo>
                <a:cubicBezTo>
                  <a:pt x="3700228" y="4190728"/>
                  <a:pt x="3698464" y="4190169"/>
                  <a:pt x="3697259" y="4189481"/>
                </a:cubicBezTo>
                <a:cubicBezTo>
                  <a:pt x="3696055" y="4188792"/>
                  <a:pt x="3695266" y="4187903"/>
                  <a:pt x="3694893" y="4186813"/>
                </a:cubicBezTo>
                <a:cubicBezTo>
                  <a:pt x="3694520" y="4185724"/>
                  <a:pt x="3694334" y="4184318"/>
                  <a:pt x="3694334" y="4182597"/>
                </a:cubicBezTo>
                <a:cubicBezTo>
                  <a:pt x="3694334" y="4180819"/>
                  <a:pt x="3694434" y="4178267"/>
                  <a:pt x="3694635" y="4174940"/>
                </a:cubicBezTo>
                <a:cubicBezTo>
                  <a:pt x="3694836" y="4171613"/>
                  <a:pt x="3695080" y="4167970"/>
                  <a:pt x="3695367" y="4164012"/>
                </a:cubicBezTo>
                <a:cubicBezTo>
                  <a:pt x="3695596" y="4160112"/>
                  <a:pt x="3695825" y="4156125"/>
                  <a:pt x="3696055" y="4152053"/>
                </a:cubicBezTo>
                <a:cubicBezTo>
                  <a:pt x="3696284" y="4147980"/>
                  <a:pt x="3696399" y="4144338"/>
                  <a:pt x="3696399" y="4141125"/>
                </a:cubicBezTo>
                <a:cubicBezTo>
                  <a:pt x="3696399" y="4135504"/>
                  <a:pt x="3695954" y="4130299"/>
                  <a:pt x="3695065" y="4125509"/>
                </a:cubicBezTo>
                <a:cubicBezTo>
                  <a:pt x="3694176" y="4120719"/>
                  <a:pt x="3692699" y="4116575"/>
                  <a:pt x="3690634" y="4113076"/>
                </a:cubicBezTo>
                <a:cubicBezTo>
                  <a:pt x="3688569" y="4109577"/>
                  <a:pt x="3685816" y="4106838"/>
                  <a:pt x="3682374" y="4104859"/>
                </a:cubicBezTo>
                <a:cubicBezTo>
                  <a:pt x="3678933" y="4102880"/>
                  <a:pt x="3674659" y="4101891"/>
                  <a:pt x="3669554" y="4101891"/>
                </a:cubicBezTo>
                <a:cubicBezTo>
                  <a:pt x="3665883" y="4101891"/>
                  <a:pt x="3662370" y="4102393"/>
                  <a:pt x="3659014" y="4103396"/>
                </a:cubicBezTo>
                <a:cubicBezTo>
                  <a:pt x="3655659" y="4104400"/>
                  <a:pt x="3652432" y="4105777"/>
                  <a:pt x="3649334" y="4107526"/>
                </a:cubicBezTo>
                <a:cubicBezTo>
                  <a:pt x="3646237" y="4109276"/>
                  <a:pt x="3643269" y="4111327"/>
                  <a:pt x="3640429" y="4113678"/>
                </a:cubicBezTo>
                <a:cubicBezTo>
                  <a:pt x="3637590" y="4116030"/>
                  <a:pt x="3634851" y="4118525"/>
                  <a:pt x="3632212" y="4121164"/>
                </a:cubicBezTo>
                <a:lnTo>
                  <a:pt x="3631524" y="4121164"/>
                </a:lnTo>
                <a:cubicBezTo>
                  <a:pt x="3630721" y="4118239"/>
                  <a:pt x="3629645" y="4115586"/>
                  <a:pt x="3628297" y="4113205"/>
                </a:cubicBezTo>
                <a:cubicBezTo>
                  <a:pt x="3626949" y="4110825"/>
                  <a:pt x="3625300" y="4108803"/>
                  <a:pt x="3623350" y="4107139"/>
                </a:cubicBezTo>
                <a:cubicBezTo>
                  <a:pt x="3621400" y="4105476"/>
                  <a:pt x="3619120" y="4104185"/>
                  <a:pt x="3616510" y="4103267"/>
                </a:cubicBezTo>
                <a:cubicBezTo>
                  <a:pt x="3613900" y="4102350"/>
                  <a:pt x="3610931" y="4101891"/>
                  <a:pt x="3607604" y="4101891"/>
                </a:cubicBezTo>
                <a:cubicBezTo>
                  <a:pt x="3603933" y="4101891"/>
                  <a:pt x="3600449" y="4102421"/>
                  <a:pt x="3597150" y="4103482"/>
                </a:cubicBezTo>
                <a:cubicBezTo>
                  <a:pt x="3593852" y="4104544"/>
                  <a:pt x="3590683" y="4105963"/>
                  <a:pt x="3587643" y="4107741"/>
                </a:cubicBezTo>
                <a:cubicBezTo>
                  <a:pt x="3584603" y="4109520"/>
                  <a:pt x="3581692" y="4111556"/>
                  <a:pt x="3578909" y="4113850"/>
                </a:cubicBezTo>
                <a:cubicBezTo>
                  <a:pt x="3576127" y="4116145"/>
                  <a:pt x="3573417" y="4118525"/>
                  <a:pt x="3570779" y="4120992"/>
                </a:cubicBezTo>
                <a:lnTo>
                  <a:pt x="3570263" y="4120820"/>
                </a:lnTo>
                <a:cubicBezTo>
                  <a:pt x="3570263" y="4116862"/>
                  <a:pt x="3570334" y="4113406"/>
                  <a:pt x="3570478" y="4110452"/>
                </a:cubicBezTo>
                <a:cubicBezTo>
                  <a:pt x="3570621" y="4107498"/>
                  <a:pt x="3570779" y="4104931"/>
                  <a:pt x="3570951" y="4102751"/>
                </a:cubicBezTo>
                <a:close/>
                <a:moveTo>
                  <a:pt x="3482007" y="4101891"/>
                </a:moveTo>
                <a:cubicBezTo>
                  <a:pt x="3478566" y="4101891"/>
                  <a:pt x="3475038" y="4102335"/>
                  <a:pt x="3471424" y="4103224"/>
                </a:cubicBezTo>
                <a:cubicBezTo>
                  <a:pt x="3467811" y="4104113"/>
                  <a:pt x="3464297" y="4105318"/>
                  <a:pt x="3460884" y="4106838"/>
                </a:cubicBezTo>
                <a:cubicBezTo>
                  <a:pt x="3457471" y="4108358"/>
                  <a:pt x="3454230" y="4110122"/>
                  <a:pt x="3451162" y="4112130"/>
                </a:cubicBezTo>
                <a:cubicBezTo>
                  <a:pt x="3448093" y="4114137"/>
                  <a:pt x="3445411" y="4116260"/>
                  <a:pt x="3443117" y="4118497"/>
                </a:cubicBezTo>
                <a:cubicBezTo>
                  <a:pt x="3440822" y="4120734"/>
                  <a:pt x="3439001" y="4122999"/>
                  <a:pt x="3437653" y="4125294"/>
                </a:cubicBezTo>
                <a:cubicBezTo>
                  <a:pt x="3436305" y="4127588"/>
                  <a:pt x="3435631" y="4129797"/>
                  <a:pt x="3435631" y="4131919"/>
                </a:cubicBezTo>
                <a:cubicBezTo>
                  <a:pt x="3435631" y="4133296"/>
                  <a:pt x="3435904" y="4134529"/>
                  <a:pt x="3436449" y="4135619"/>
                </a:cubicBezTo>
                <a:cubicBezTo>
                  <a:pt x="3436994" y="4136709"/>
                  <a:pt x="3437725" y="4137641"/>
                  <a:pt x="3438642" y="4138415"/>
                </a:cubicBezTo>
                <a:cubicBezTo>
                  <a:pt x="3439560" y="4139190"/>
                  <a:pt x="3440621" y="4139778"/>
                  <a:pt x="3441826" y="4140179"/>
                </a:cubicBezTo>
                <a:cubicBezTo>
                  <a:pt x="3443031" y="4140581"/>
                  <a:pt x="3444321" y="4140781"/>
                  <a:pt x="3445698" y="4140781"/>
                </a:cubicBezTo>
                <a:cubicBezTo>
                  <a:pt x="3447017" y="4140781"/>
                  <a:pt x="3448351" y="4140595"/>
                  <a:pt x="3449699" y="4140222"/>
                </a:cubicBezTo>
                <a:cubicBezTo>
                  <a:pt x="3451047" y="4139849"/>
                  <a:pt x="3452338" y="4139347"/>
                  <a:pt x="3453571" y="4138716"/>
                </a:cubicBezTo>
                <a:cubicBezTo>
                  <a:pt x="3454804" y="4138085"/>
                  <a:pt x="3455923" y="4137340"/>
                  <a:pt x="3456926" y="4136479"/>
                </a:cubicBezTo>
                <a:cubicBezTo>
                  <a:pt x="3457930" y="4135619"/>
                  <a:pt x="3458748" y="4134701"/>
                  <a:pt x="3459378" y="4133726"/>
                </a:cubicBezTo>
                <a:cubicBezTo>
                  <a:pt x="3457600" y="4132120"/>
                  <a:pt x="3456324" y="4130585"/>
                  <a:pt x="3455550" y="4129123"/>
                </a:cubicBezTo>
                <a:cubicBezTo>
                  <a:pt x="3454775" y="4127660"/>
                  <a:pt x="3454388" y="4126126"/>
                  <a:pt x="3454388" y="4124520"/>
                </a:cubicBezTo>
                <a:cubicBezTo>
                  <a:pt x="3454388" y="4121594"/>
                  <a:pt x="3455550" y="4119328"/>
                  <a:pt x="3457873" y="4117722"/>
                </a:cubicBezTo>
                <a:cubicBezTo>
                  <a:pt x="3460196" y="4116116"/>
                  <a:pt x="3463566" y="4115313"/>
                  <a:pt x="3467983" y="4115313"/>
                </a:cubicBezTo>
                <a:cubicBezTo>
                  <a:pt x="3470965" y="4115313"/>
                  <a:pt x="3473719" y="4115743"/>
                  <a:pt x="3476243" y="4116604"/>
                </a:cubicBezTo>
                <a:cubicBezTo>
                  <a:pt x="3478766" y="4117464"/>
                  <a:pt x="3480960" y="4118884"/>
                  <a:pt x="3482825" y="4120863"/>
                </a:cubicBezTo>
                <a:cubicBezTo>
                  <a:pt x="3484689" y="4122842"/>
                  <a:pt x="3486152" y="4125452"/>
                  <a:pt x="3487213" y="4128693"/>
                </a:cubicBezTo>
                <a:cubicBezTo>
                  <a:pt x="3488274" y="4131933"/>
                  <a:pt x="3488805" y="4135963"/>
                  <a:pt x="3488805" y="4140781"/>
                </a:cubicBezTo>
                <a:lnTo>
                  <a:pt x="3488805" y="4143363"/>
                </a:lnTo>
                <a:cubicBezTo>
                  <a:pt x="3484560" y="4144338"/>
                  <a:pt x="3480186" y="4145428"/>
                  <a:pt x="3475683" y="4146632"/>
                </a:cubicBezTo>
                <a:cubicBezTo>
                  <a:pt x="3471180" y="4147837"/>
                  <a:pt x="3466807" y="4149213"/>
                  <a:pt x="3462562" y="4150762"/>
                </a:cubicBezTo>
                <a:cubicBezTo>
                  <a:pt x="3458317" y="4152311"/>
                  <a:pt x="3454317" y="4154060"/>
                  <a:pt x="3450559" y="4156011"/>
                </a:cubicBezTo>
                <a:cubicBezTo>
                  <a:pt x="3446802" y="4157961"/>
                  <a:pt x="3443504" y="4160169"/>
                  <a:pt x="3440665" y="4162636"/>
                </a:cubicBezTo>
                <a:cubicBezTo>
                  <a:pt x="3437825" y="4165102"/>
                  <a:pt x="3435588" y="4167856"/>
                  <a:pt x="3433953" y="4170896"/>
                </a:cubicBezTo>
                <a:cubicBezTo>
                  <a:pt x="3432319" y="4173936"/>
                  <a:pt x="3431501" y="4177320"/>
                  <a:pt x="3431501" y="4181049"/>
                </a:cubicBezTo>
                <a:cubicBezTo>
                  <a:pt x="3431501" y="4183974"/>
                  <a:pt x="3432032" y="4186699"/>
                  <a:pt x="3433093" y="4189223"/>
                </a:cubicBezTo>
                <a:cubicBezTo>
                  <a:pt x="3434154" y="4191747"/>
                  <a:pt x="3435631" y="4193926"/>
                  <a:pt x="3437524" y="4195762"/>
                </a:cubicBezTo>
                <a:cubicBezTo>
                  <a:pt x="3439417" y="4197597"/>
                  <a:pt x="3441697" y="4199046"/>
                  <a:pt x="3444364" y="4200107"/>
                </a:cubicBezTo>
                <a:cubicBezTo>
                  <a:pt x="3447031" y="4201168"/>
                  <a:pt x="3449971" y="4201699"/>
                  <a:pt x="3453184" y="4201699"/>
                </a:cubicBezTo>
                <a:cubicBezTo>
                  <a:pt x="3458633" y="4201699"/>
                  <a:pt x="3464096" y="4200207"/>
                  <a:pt x="3469574" y="4197224"/>
                </a:cubicBezTo>
                <a:cubicBezTo>
                  <a:pt x="3475052" y="4194242"/>
                  <a:pt x="3480774" y="4190054"/>
                  <a:pt x="3486740" y="4184662"/>
                </a:cubicBezTo>
                <a:lnTo>
                  <a:pt x="3487256" y="4184662"/>
                </a:lnTo>
                <a:lnTo>
                  <a:pt x="3487256" y="4189825"/>
                </a:lnTo>
                <a:cubicBezTo>
                  <a:pt x="3487256" y="4191316"/>
                  <a:pt x="3487471" y="4192765"/>
                  <a:pt x="3487901" y="4194170"/>
                </a:cubicBezTo>
                <a:cubicBezTo>
                  <a:pt x="3488331" y="4195575"/>
                  <a:pt x="3489020" y="4196837"/>
                  <a:pt x="3489966" y="4197956"/>
                </a:cubicBezTo>
                <a:cubicBezTo>
                  <a:pt x="3490913" y="4199074"/>
                  <a:pt x="3492132" y="4199978"/>
                  <a:pt x="3493623" y="4200666"/>
                </a:cubicBezTo>
                <a:cubicBezTo>
                  <a:pt x="3495114" y="4201354"/>
                  <a:pt x="3496950" y="4201699"/>
                  <a:pt x="3499130" y="4201699"/>
                </a:cubicBezTo>
                <a:cubicBezTo>
                  <a:pt x="3500850" y="4201699"/>
                  <a:pt x="3502944" y="4201469"/>
                  <a:pt x="3505411" y="4201010"/>
                </a:cubicBezTo>
                <a:cubicBezTo>
                  <a:pt x="3507877" y="4200551"/>
                  <a:pt x="3510458" y="4199935"/>
                  <a:pt x="3513154" y="4199160"/>
                </a:cubicBezTo>
                <a:cubicBezTo>
                  <a:pt x="3515850" y="4198386"/>
                  <a:pt x="3518517" y="4197468"/>
                  <a:pt x="3521156" y="4196407"/>
                </a:cubicBezTo>
                <a:cubicBezTo>
                  <a:pt x="3523795" y="4195346"/>
                  <a:pt x="3526147" y="4194184"/>
                  <a:pt x="3528212" y="4192922"/>
                </a:cubicBezTo>
                <a:lnTo>
                  <a:pt x="3526147" y="4187416"/>
                </a:lnTo>
                <a:cubicBezTo>
                  <a:pt x="3521730" y="4189137"/>
                  <a:pt x="3518001" y="4189997"/>
                  <a:pt x="3514961" y="4189997"/>
                </a:cubicBezTo>
                <a:cubicBezTo>
                  <a:pt x="3513814" y="4189997"/>
                  <a:pt x="3512810" y="4189854"/>
                  <a:pt x="3511950" y="4189567"/>
                </a:cubicBezTo>
                <a:cubicBezTo>
                  <a:pt x="3511089" y="4189280"/>
                  <a:pt x="3510372" y="4188792"/>
                  <a:pt x="3509799" y="4188104"/>
                </a:cubicBezTo>
                <a:cubicBezTo>
                  <a:pt x="3509225" y="4187416"/>
                  <a:pt x="3508795" y="4186469"/>
                  <a:pt x="3508508" y="4185265"/>
                </a:cubicBezTo>
                <a:cubicBezTo>
                  <a:pt x="3508221" y="4184060"/>
                  <a:pt x="3508078" y="4182511"/>
                  <a:pt x="3508078" y="4180618"/>
                </a:cubicBezTo>
                <a:cubicBezTo>
                  <a:pt x="3508078" y="4179529"/>
                  <a:pt x="3508121" y="4177908"/>
                  <a:pt x="3508207" y="4175757"/>
                </a:cubicBezTo>
                <a:cubicBezTo>
                  <a:pt x="3508293" y="4173606"/>
                  <a:pt x="3508393" y="4171154"/>
                  <a:pt x="3508508" y="4168401"/>
                </a:cubicBezTo>
                <a:cubicBezTo>
                  <a:pt x="3508623" y="4165647"/>
                  <a:pt x="3508766" y="4162751"/>
                  <a:pt x="3508938" y="4159710"/>
                </a:cubicBezTo>
                <a:cubicBezTo>
                  <a:pt x="3509110" y="4156670"/>
                  <a:pt x="3509254" y="4153716"/>
                  <a:pt x="3509369" y="4150848"/>
                </a:cubicBezTo>
                <a:cubicBezTo>
                  <a:pt x="3509483" y="4147980"/>
                  <a:pt x="3509584" y="4145356"/>
                  <a:pt x="3509670" y="4142975"/>
                </a:cubicBezTo>
                <a:cubicBezTo>
                  <a:pt x="3509756" y="4140595"/>
                  <a:pt x="3509799" y="4138688"/>
                  <a:pt x="3509799" y="4137254"/>
                </a:cubicBezTo>
                <a:cubicBezTo>
                  <a:pt x="3509799" y="4133238"/>
                  <a:pt x="3509369" y="4129137"/>
                  <a:pt x="3508508" y="4124950"/>
                </a:cubicBezTo>
                <a:cubicBezTo>
                  <a:pt x="3507648" y="4120762"/>
                  <a:pt x="3506156" y="4116962"/>
                  <a:pt x="3504034" y="4113549"/>
                </a:cubicBezTo>
                <a:cubicBezTo>
                  <a:pt x="3501912" y="4110136"/>
                  <a:pt x="3499058" y="4107340"/>
                  <a:pt x="3495473" y="4105160"/>
                </a:cubicBezTo>
                <a:cubicBezTo>
                  <a:pt x="3491888" y="4102981"/>
                  <a:pt x="3487399" y="4101891"/>
                  <a:pt x="3482007" y="4101891"/>
                </a:cubicBezTo>
                <a:close/>
                <a:moveTo>
                  <a:pt x="3387446" y="4101891"/>
                </a:moveTo>
                <a:cubicBezTo>
                  <a:pt x="3381079" y="4101891"/>
                  <a:pt x="3374798" y="4103009"/>
                  <a:pt x="3368603" y="4105246"/>
                </a:cubicBezTo>
                <a:cubicBezTo>
                  <a:pt x="3362408" y="4107483"/>
                  <a:pt x="3356858" y="4110882"/>
                  <a:pt x="3351954" y="4115442"/>
                </a:cubicBezTo>
                <a:cubicBezTo>
                  <a:pt x="3347049" y="4120002"/>
                  <a:pt x="3343091" y="4125724"/>
                  <a:pt x="3340080" y="4132607"/>
                </a:cubicBezTo>
                <a:cubicBezTo>
                  <a:pt x="3337069" y="4139491"/>
                  <a:pt x="3335563" y="4147579"/>
                  <a:pt x="3335563" y="4156871"/>
                </a:cubicBezTo>
                <a:cubicBezTo>
                  <a:pt x="3335563" y="4165188"/>
                  <a:pt x="3336767" y="4172201"/>
                  <a:pt x="3339176" y="4177908"/>
                </a:cubicBezTo>
                <a:cubicBezTo>
                  <a:pt x="3341586" y="4183616"/>
                  <a:pt x="3344741" y="4188233"/>
                  <a:pt x="3348641" y="4191761"/>
                </a:cubicBezTo>
                <a:cubicBezTo>
                  <a:pt x="3352542" y="4195289"/>
                  <a:pt x="3356958" y="4197827"/>
                  <a:pt x="3361892" y="4199376"/>
                </a:cubicBezTo>
                <a:cubicBezTo>
                  <a:pt x="3366825" y="4200924"/>
                  <a:pt x="3371815" y="4201699"/>
                  <a:pt x="3376863" y="4201699"/>
                </a:cubicBezTo>
                <a:cubicBezTo>
                  <a:pt x="3391203" y="4201699"/>
                  <a:pt x="3405486" y="4195963"/>
                  <a:pt x="3419711" y="4184490"/>
                </a:cubicBezTo>
                <a:lnTo>
                  <a:pt x="3416269" y="4178812"/>
                </a:lnTo>
                <a:cubicBezTo>
                  <a:pt x="3413574" y="4180188"/>
                  <a:pt x="3411121" y="4181335"/>
                  <a:pt x="3408913" y="4182253"/>
                </a:cubicBezTo>
                <a:cubicBezTo>
                  <a:pt x="3406704" y="4183171"/>
                  <a:pt x="3404611" y="4183917"/>
                  <a:pt x="3402632" y="4184490"/>
                </a:cubicBezTo>
                <a:cubicBezTo>
                  <a:pt x="3400653" y="4185064"/>
                  <a:pt x="3398717" y="4185465"/>
                  <a:pt x="3396824" y="4185695"/>
                </a:cubicBezTo>
                <a:cubicBezTo>
                  <a:pt x="3394931" y="4185924"/>
                  <a:pt x="3392981" y="4186039"/>
                  <a:pt x="3390973" y="4186039"/>
                </a:cubicBezTo>
                <a:cubicBezTo>
                  <a:pt x="3385983" y="4186039"/>
                  <a:pt x="3381437" y="4185351"/>
                  <a:pt x="3377336" y="4183974"/>
                </a:cubicBezTo>
                <a:cubicBezTo>
                  <a:pt x="3373235" y="4182597"/>
                  <a:pt x="3369707" y="4180432"/>
                  <a:pt x="3366753" y="4177478"/>
                </a:cubicBezTo>
                <a:cubicBezTo>
                  <a:pt x="3363799" y="4174524"/>
                  <a:pt x="3361476" y="4170709"/>
                  <a:pt x="3359784" y="4166034"/>
                </a:cubicBezTo>
                <a:cubicBezTo>
                  <a:pt x="3358091" y="4161360"/>
                  <a:pt x="3357131" y="4155695"/>
                  <a:pt x="3356901" y="4149041"/>
                </a:cubicBezTo>
                <a:lnTo>
                  <a:pt x="3415065" y="4146632"/>
                </a:lnTo>
                <a:cubicBezTo>
                  <a:pt x="3415696" y="4144166"/>
                  <a:pt x="3416198" y="4141713"/>
                  <a:pt x="3416571" y="4139276"/>
                </a:cubicBezTo>
                <a:cubicBezTo>
                  <a:pt x="3416944" y="4136838"/>
                  <a:pt x="3417130" y="4134328"/>
                  <a:pt x="3417130" y="4131747"/>
                </a:cubicBezTo>
                <a:cubicBezTo>
                  <a:pt x="3417130" y="4127732"/>
                  <a:pt x="3416628" y="4123917"/>
                  <a:pt x="3415624" y="4120303"/>
                </a:cubicBezTo>
                <a:cubicBezTo>
                  <a:pt x="3414621" y="4116690"/>
                  <a:pt x="3412971" y="4113521"/>
                  <a:pt x="3410677" y="4110796"/>
                </a:cubicBezTo>
                <a:cubicBezTo>
                  <a:pt x="3408383" y="4108071"/>
                  <a:pt x="3405328" y="4105906"/>
                  <a:pt x="3401514" y="4104300"/>
                </a:cubicBezTo>
                <a:cubicBezTo>
                  <a:pt x="3397699" y="4102694"/>
                  <a:pt x="3393010" y="4101891"/>
                  <a:pt x="3387446" y="4101891"/>
                </a:cubicBezTo>
                <a:close/>
                <a:moveTo>
                  <a:pt x="8076868" y="4091910"/>
                </a:moveTo>
                <a:lnTo>
                  <a:pt x="8077556" y="4091910"/>
                </a:lnTo>
                <a:cubicBezTo>
                  <a:pt x="8079621" y="4098277"/>
                  <a:pt x="8081715" y="4104501"/>
                  <a:pt x="8083837" y="4110581"/>
                </a:cubicBezTo>
                <a:cubicBezTo>
                  <a:pt x="8085960" y="4116718"/>
                  <a:pt x="8088053" y="4122827"/>
                  <a:pt x="8090118" y="4128908"/>
                </a:cubicBezTo>
                <a:lnTo>
                  <a:pt x="8094936" y="4142502"/>
                </a:lnTo>
                <a:cubicBezTo>
                  <a:pt x="8087881" y="4142617"/>
                  <a:pt x="8080997" y="4142703"/>
                  <a:pt x="8074287" y="4142760"/>
                </a:cubicBezTo>
                <a:cubicBezTo>
                  <a:pt x="8067575" y="4142875"/>
                  <a:pt x="8060864" y="4143076"/>
                  <a:pt x="8054153" y="4143363"/>
                </a:cubicBezTo>
                <a:lnTo>
                  <a:pt x="8060176" y="4130112"/>
                </a:lnTo>
                <a:cubicBezTo>
                  <a:pt x="8063101" y="4123688"/>
                  <a:pt x="8065926" y="4117321"/>
                  <a:pt x="8068651" y="4111011"/>
                </a:cubicBezTo>
                <a:cubicBezTo>
                  <a:pt x="8071375" y="4104701"/>
                  <a:pt x="8074114" y="4098334"/>
                  <a:pt x="8076868" y="4091910"/>
                </a:cubicBezTo>
                <a:close/>
                <a:moveTo>
                  <a:pt x="7102725" y="4060935"/>
                </a:moveTo>
                <a:cubicBezTo>
                  <a:pt x="7102610" y="4060935"/>
                  <a:pt x="7101693" y="4061021"/>
                  <a:pt x="7099972" y="4061193"/>
                </a:cubicBezTo>
                <a:cubicBezTo>
                  <a:pt x="7098251" y="4061365"/>
                  <a:pt x="7096014" y="4061537"/>
                  <a:pt x="7093261" y="4061709"/>
                </a:cubicBezTo>
                <a:cubicBezTo>
                  <a:pt x="7090507" y="4061881"/>
                  <a:pt x="7087367" y="4062054"/>
                  <a:pt x="7083839" y="4062226"/>
                </a:cubicBezTo>
                <a:cubicBezTo>
                  <a:pt x="7080311" y="4062398"/>
                  <a:pt x="7076712" y="4062484"/>
                  <a:pt x="7073041" y="4062484"/>
                </a:cubicBezTo>
                <a:cubicBezTo>
                  <a:pt x="7070574" y="4062484"/>
                  <a:pt x="7068423" y="4062455"/>
                  <a:pt x="7066588" y="4062398"/>
                </a:cubicBezTo>
                <a:cubicBezTo>
                  <a:pt x="7064752" y="4062340"/>
                  <a:pt x="7063662" y="4062312"/>
                  <a:pt x="7063319" y="4062312"/>
                </a:cubicBezTo>
                <a:cubicBezTo>
                  <a:pt x="7052248" y="4082675"/>
                  <a:pt x="7042338" y="4101131"/>
                  <a:pt x="7033591" y="4117679"/>
                </a:cubicBezTo>
                <a:cubicBezTo>
                  <a:pt x="7024844" y="4134228"/>
                  <a:pt x="7017257" y="4148927"/>
                  <a:pt x="7010833" y="4161775"/>
                </a:cubicBezTo>
                <a:lnTo>
                  <a:pt x="7010145" y="4161775"/>
                </a:lnTo>
                <a:cubicBezTo>
                  <a:pt x="7002573" y="4144338"/>
                  <a:pt x="6994643" y="4127273"/>
                  <a:pt x="6986355" y="4110581"/>
                </a:cubicBezTo>
                <a:cubicBezTo>
                  <a:pt x="6978066" y="4093889"/>
                  <a:pt x="6969304" y="4077742"/>
                  <a:pt x="6960069" y="4062140"/>
                </a:cubicBezTo>
                <a:cubicBezTo>
                  <a:pt x="6958864" y="4062254"/>
                  <a:pt x="6957172" y="4062340"/>
                  <a:pt x="6954993" y="4062398"/>
                </a:cubicBezTo>
                <a:cubicBezTo>
                  <a:pt x="6952812" y="4062455"/>
                  <a:pt x="6950661" y="4062484"/>
                  <a:pt x="6948540" y="4062484"/>
                </a:cubicBezTo>
                <a:cubicBezTo>
                  <a:pt x="6945557" y="4062484"/>
                  <a:pt x="6942315" y="4062441"/>
                  <a:pt x="6938817" y="4062355"/>
                </a:cubicBezTo>
                <a:cubicBezTo>
                  <a:pt x="6935318" y="4062269"/>
                  <a:pt x="6931991" y="4062183"/>
                  <a:pt x="6928836" y="4062097"/>
                </a:cubicBezTo>
                <a:cubicBezTo>
                  <a:pt x="6925681" y="4062011"/>
                  <a:pt x="6922928" y="4061910"/>
                  <a:pt x="6920576" y="4061795"/>
                </a:cubicBezTo>
                <a:cubicBezTo>
                  <a:pt x="6918224" y="4061681"/>
                  <a:pt x="6916704" y="4061566"/>
                  <a:pt x="6916016" y="4061451"/>
                </a:cubicBezTo>
                <a:lnTo>
                  <a:pt x="6913091" y="4069023"/>
                </a:lnTo>
                <a:cubicBezTo>
                  <a:pt x="6917048" y="4069310"/>
                  <a:pt x="6920332" y="4069654"/>
                  <a:pt x="6922942" y="4070055"/>
                </a:cubicBezTo>
                <a:cubicBezTo>
                  <a:pt x="6925552" y="4070457"/>
                  <a:pt x="6927804" y="4071059"/>
                  <a:pt x="6929696" y="4071862"/>
                </a:cubicBezTo>
                <a:cubicBezTo>
                  <a:pt x="6931589" y="4072665"/>
                  <a:pt x="6933267" y="4073727"/>
                  <a:pt x="6934730" y="4075046"/>
                </a:cubicBezTo>
                <a:cubicBezTo>
                  <a:pt x="6936193" y="4076365"/>
                  <a:pt x="6937756" y="4078086"/>
                  <a:pt x="6939419" y="4080208"/>
                </a:cubicBezTo>
                <a:cubicBezTo>
                  <a:pt x="6939189" y="4084682"/>
                  <a:pt x="6938874" y="4089974"/>
                  <a:pt x="6938473" y="4096083"/>
                </a:cubicBezTo>
                <a:cubicBezTo>
                  <a:pt x="6938071" y="4102192"/>
                  <a:pt x="6937612" y="4108688"/>
                  <a:pt x="6937096" y="4115571"/>
                </a:cubicBezTo>
                <a:cubicBezTo>
                  <a:pt x="6936579" y="4122455"/>
                  <a:pt x="6936034" y="4129510"/>
                  <a:pt x="6935461" y="4136737"/>
                </a:cubicBezTo>
                <a:cubicBezTo>
                  <a:pt x="6934887" y="4143965"/>
                  <a:pt x="6934285" y="4150906"/>
                  <a:pt x="6933654" y="4157559"/>
                </a:cubicBezTo>
                <a:cubicBezTo>
                  <a:pt x="6933023" y="4164213"/>
                  <a:pt x="6932392" y="4170365"/>
                  <a:pt x="6931761" y="4176015"/>
                </a:cubicBezTo>
                <a:cubicBezTo>
                  <a:pt x="6931130" y="4181665"/>
                  <a:pt x="6930528" y="4186383"/>
                  <a:pt x="6929955" y="4190169"/>
                </a:cubicBezTo>
                <a:cubicBezTo>
                  <a:pt x="6924849" y="4190513"/>
                  <a:pt x="6920877" y="4191130"/>
                  <a:pt x="6918038" y="4192019"/>
                </a:cubicBezTo>
                <a:cubicBezTo>
                  <a:pt x="6915198" y="4192908"/>
                  <a:pt x="6913090" y="4193869"/>
                  <a:pt x="6911714" y="4194901"/>
                </a:cubicBezTo>
                <a:cubicBezTo>
                  <a:pt x="6910337" y="4195934"/>
                  <a:pt x="6909505" y="4196938"/>
                  <a:pt x="6909219" y="4197913"/>
                </a:cubicBezTo>
                <a:cubicBezTo>
                  <a:pt x="6908932" y="4198888"/>
                  <a:pt x="6908788" y="4199634"/>
                  <a:pt x="6908788" y="4200150"/>
                </a:cubicBezTo>
                <a:cubicBezTo>
                  <a:pt x="6909075" y="4200150"/>
                  <a:pt x="6909935" y="4200093"/>
                  <a:pt x="6911370" y="4199978"/>
                </a:cubicBezTo>
                <a:cubicBezTo>
                  <a:pt x="6912746" y="4199806"/>
                  <a:pt x="6914567" y="4199634"/>
                  <a:pt x="6916833" y="4199462"/>
                </a:cubicBezTo>
                <a:cubicBezTo>
                  <a:pt x="6919099" y="4199289"/>
                  <a:pt x="6921766" y="4199132"/>
                  <a:pt x="6924835" y="4198988"/>
                </a:cubicBezTo>
                <a:cubicBezTo>
                  <a:pt x="6927904" y="4198845"/>
                  <a:pt x="6931245" y="4198773"/>
                  <a:pt x="6934859" y="4198773"/>
                </a:cubicBezTo>
                <a:cubicBezTo>
                  <a:pt x="6937899" y="4198773"/>
                  <a:pt x="6940839" y="4198831"/>
                  <a:pt x="6943678" y="4198945"/>
                </a:cubicBezTo>
                <a:cubicBezTo>
                  <a:pt x="6946517" y="4199060"/>
                  <a:pt x="6949098" y="4199175"/>
                  <a:pt x="6951422" y="4199289"/>
                </a:cubicBezTo>
                <a:cubicBezTo>
                  <a:pt x="6953745" y="4199404"/>
                  <a:pt x="6955709" y="4199533"/>
                  <a:pt x="6957316" y="4199677"/>
                </a:cubicBezTo>
                <a:cubicBezTo>
                  <a:pt x="6958921" y="4199820"/>
                  <a:pt x="6960011" y="4199920"/>
                  <a:pt x="6960585" y="4199978"/>
                </a:cubicBezTo>
                <a:lnTo>
                  <a:pt x="6964027" y="4192234"/>
                </a:lnTo>
                <a:cubicBezTo>
                  <a:pt x="6959209" y="4191890"/>
                  <a:pt x="6955437" y="4191546"/>
                  <a:pt x="6952713" y="4191202"/>
                </a:cubicBezTo>
                <a:cubicBezTo>
                  <a:pt x="6949988" y="4190857"/>
                  <a:pt x="6947937" y="4190398"/>
                  <a:pt x="6946561" y="4189825"/>
                </a:cubicBezTo>
                <a:cubicBezTo>
                  <a:pt x="6945184" y="4189251"/>
                  <a:pt x="6944337" y="4188491"/>
                  <a:pt x="6944022" y="4187545"/>
                </a:cubicBezTo>
                <a:cubicBezTo>
                  <a:pt x="6943707" y="4186598"/>
                  <a:pt x="6943549" y="4185351"/>
                  <a:pt x="6943549" y="4183802"/>
                </a:cubicBezTo>
                <a:cubicBezTo>
                  <a:pt x="6943549" y="4182081"/>
                  <a:pt x="6943635" y="4179428"/>
                  <a:pt x="6943807" y="4175843"/>
                </a:cubicBezTo>
                <a:cubicBezTo>
                  <a:pt x="6943979" y="4172258"/>
                  <a:pt x="6944208" y="4168085"/>
                  <a:pt x="6944496" y="4163324"/>
                </a:cubicBezTo>
                <a:cubicBezTo>
                  <a:pt x="6944782" y="4158563"/>
                  <a:pt x="6945126" y="4153329"/>
                  <a:pt x="6945528" y="4147622"/>
                </a:cubicBezTo>
                <a:cubicBezTo>
                  <a:pt x="6945929" y="4141914"/>
                  <a:pt x="6946345" y="4136078"/>
                  <a:pt x="6946776" y="4130112"/>
                </a:cubicBezTo>
                <a:cubicBezTo>
                  <a:pt x="6947206" y="4124147"/>
                  <a:pt x="6947665" y="4118196"/>
                  <a:pt x="6948152" y="4112259"/>
                </a:cubicBezTo>
                <a:cubicBezTo>
                  <a:pt x="6948639" y="4106322"/>
                  <a:pt x="6949113" y="4100686"/>
                  <a:pt x="6949572" y="4095352"/>
                </a:cubicBezTo>
                <a:lnTo>
                  <a:pt x="6950088" y="4095179"/>
                </a:lnTo>
                <a:cubicBezTo>
                  <a:pt x="6958921" y="4111470"/>
                  <a:pt x="6967468" y="4128291"/>
                  <a:pt x="6975729" y="4145643"/>
                </a:cubicBezTo>
                <a:cubicBezTo>
                  <a:pt x="6983988" y="4162994"/>
                  <a:pt x="6991675" y="4181106"/>
                  <a:pt x="6998788" y="4199978"/>
                </a:cubicBezTo>
                <a:cubicBezTo>
                  <a:pt x="6999820" y="4199691"/>
                  <a:pt x="7000881" y="4199447"/>
                  <a:pt x="7001971" y="4199246"/>
                </a:cubicBezTo>
                <a:cubicBezTo>
                  <a:pt x="7003061" y="4199046"/>
                  <a:pt x="7004122" y="4198888"/>
                  <a:pt x="7005155" y="4198773"/>
                </a:cubicBezTo>
                <a:cubicBezTo>
                  <a:pt x="7014504" y="4179443"/>
                  <a:pt x="7023581" y="4161159"/>
                  <a:pt x="7032387" y="4143922"/>
                </a:cubicBezTo>
                <a:cubicBezTo>
                  <a:pt x="7041191" y="4126685"/>
                  <a:pt x="7049839" y="4110265"/>
                  <a:pt x="7058328" y="4094663"/>
                </a:cubicBezTo>
                <a:lnTo>
                  <a:pt x="7059016" y="4094835"/>
                </a:lnTo>
                <a:cubicBezTo>
                  <a:pt x="7059131" y="4099482"/>
                  <a:pt x="7059332" y="4105160"/>
                  <a:pt x="7059619" y="4111871"/>
                </a:cubicBezTo>
                <a:cubicBezTo>
                  <a:pt x="7059848" y="4118583"/>
                  <a:pt x="7060106" y="4126154"/>
                  <a:pt x="7060393" y="4134586"/>
                </a:cubicBezTo>
                <a:cubicBezTo>
                  <a:pt x="7060680" y="4143649"/>
                  <a:pt x="7060895" y="4151852"/>
                  <a:pt x="7061038" y="4159194"/>
                </a:cubicBezTo>
                <a:cubicBezTo>
                  <a:pt x="7061181" y="4166536"/>
                  <a:pt x="7061253" y="4172961"/>
                  <a:pt x="7061254" y="4178467"/>
                </a:cubicBezTo>
                <a:lnTo>
                  <a:pt x="7061254" y="4185179"/>
                </a:lnTo>
                <a:cubicBezTo>
                  <a:pt x="7061253" y="4186957"/>
                  <a:pt x="7061196" y="4188735"/>
                  <a:pt x="7061081" y="4190513"/>
                </a:cubicBezTo>
                <a:cubicBezTo>
                  <a:pt x="7056951" y="4190857"/>
                  <a:pt x="7053753" y="4191460"/>
                  <a:pt x="7051488" y="4192320"/>
                </a:cubicBezTo>
                <a:cubicBezTo>
                  <a:pt x="7049222" y="4193181"/>
                  <a:pt x="7047544" y="4194098"/>
                  <a:pt x="7046454" y="4195073"/>
                </a:cubicBezTo>
                <a:cubicBezTo>
                  <a:pt x="7045364" y="4196049"/>
                  <a:pt x="7044719" y="4197009"/>
                  <a:pt x="7044519" y="4197956"/>
                </a:cubicBezTo>
                <a:cubicBezTo>
                  <a:pt x="7044317" y="4198902"/>
                  <a:pt x="7044217" y="4199634"/>
                  <a:pt x="7044217" y="4200150"/>
                </a:cubicBezTo>
                <a:cubicBezTo>
                  <a:pt x="7044561" y="4200150"/>
                  <a:pt x="7045565" y="4200093"/>
                  <a:pt x="7047229" y="4199978"/>
                </a:cubicBezTo>
                <a:cubicBezTo>
                  <a:pt x="7048892" y="4199806"/>
                  <a:pt x="7051029" y="4199634"/>
                  <a:pt x="7053639" y="4199462"/>
                </a:cubicBezTo>
                <a:cubicBezTo>
                  <a:pt x="7056249" y="4199289"/>
                  <a:pt x="7059231" y="4199132"/>
                  <a:pt x="7062587" y="4198988"/>
                </a:cubicBezTo>
                <a:cubicBezTo>
                  <a:pt x="7065943" y="4198845"/>
                  <a:pt x="7069484" y="4198773"/>
                  <a:pt x="7073213" y="4198773"/>
                </a:cubicBezTo>
                <a:cubicBezTo>
                  <a:pt x="7076311" y="4198773"/>
                  <a:pt x="7079466" y="4198831"/>
                  <a:pt x="7082678" y="4198945"/>
                </a:cubicBezTo>
                <a:cubicBezTo>
                  <a:pt x="7085890" y="4199060"/>
                  <a:pt x="7088858" y="4199175"/>
                  <a:pt x="7091583" y="4199289"/>
                </a:cubicBezTo>
                <a:cubicBezTo>
                  <a:pt x="7094308" y="4199404"/>
                  <a:pt x="7096660" y="4199533"/>
                  <a:pt x="7098638" y="4199677"/>
                </a:cubicBezTo>
                <a:cubicBezTo>
                  <a:pt x="7100617" y="4199820"/>
                  <a:pt x="7101922" y="4199920"/>
                  <a:pt x="7102553" y="4199978"/>
                </a:cubicBezTo>
                <a:lnTo>
                  <a:pt x="7105995" y="4192234"/>
                </a:lnTo>
                <a:cubicBezTo>
                  <a:pt x="7100890" y="4191890"/>
                  <a:pt x="7096946" y="4191546"/>
                  <a:pt x="7094164" y="4191202"/>
                </a:cubicBezTo>
                <a:cubicBezTo>
                  <a:pt x="7091382" y="4190857"/>
                  <a:pt x="7089317" y="4190384"/>
                  <a:pt x="7087969" y="4189782"/>
                </a:cubicBezTo>
                <a:cubicBezTo>
                  <a:pt x="7086621" y="4189180"/>
                  <a:pt x="7085789" y="4188405"/>
                  <a:pt x="7085474" y="4187459"/>
                </a:cubicBezTo>
                <a:cubicBezTo>
                  <a:pt x="7085158" y="4186512"/>
                  <a:pt x="7084943" y="4185236"/>
                  <a:pt x="7084829" y="4183630"/>
                </a:cubicBezTo>
                <a:cubicBezTo>
                  <a:pt x="7084657" y="4182081"/>
                  <a:pt x="7084485" y="4180203"/>
                  <a:pt x="7084313" y="4177994"/>
                </a:cubicBezTo>
                <a:cubicBezTo>
                  <a:pt x="7084141" y="4175786"/>
                  <a:pt x="7083968" y="4172760"/>
                  <a:pt x="7083796" y="4168917"/>
                </a:cubicBezTo>
                <a:cubicBezTo>
                  <a:pt x="7083624" y="4165074"/>
                  <a:pt x="7083438" y="4160184"/>
                  <a:pt x="7083237" y="4154247"/>
                </a:cubicBezTo>
                <a:cubicBezTo>
                  <a:pt x="7083036" y="4148310"/>
                  <a:pt x="7082821" y="4140839"/>
                  <a:pt x="7082592" y="4131833"/>
                </a:cubicBezTo>
                <a:cubicBezTo>
                  <a:pt x="7082305" y="4121221"/>
                  <a:pt x="7082061" y="4111800"/>
                  <a:pt x="7081860" y="4103568"/>
                </a:cubicBezTo>
                <a:cubicBezTo>
                  <a:pt x="7081659" y="4095337"/>
                  <a:pt x="7081559" y="4088669"/>
                  <a:pt x="7081559" y="4083564"/>
                </a:cubicBezTo>
                <a:lnTo>
                  <a:pt x="7081559" y="4077283"/>
                </a:lnTo>
                <a:cubicBezTo>
                  <a:pt x="7081559" y="4075390"/>
                  <a:pt x="7081616" y="4073382"/>
                  <a:pt x="7081731" y="4071260"/>
                </a:cubicBezTo>
                <a:cubicBezTo>
                  <a:pt x="7086951" y="4070858"/>
                  <a:pt x="7090995" y="4070228"/>
                  <a:pt x="7093863" y="4069367"/>
                </a:cubicBezTo>
                <a:cubicBezTo>
                  <a:pt x="7096731" y="4068507"/>
                  <a:pt x="7098810" y="4067560"/>
                  <a:pt x="7100101" y="4066528"/>
                </a:cubicBezTo>
                <a:cubicBezTo>
                  <a:pt x="7101392" y="4065495"/>
                  <a:pt x="7102152" y="4064477"/>
                  <a:pt x="7102381" y="4063473"/>
                </a:cubicBezTo>
                <a:cubicBezTo>
                  <a:pt x="7102610" y="4062469"/>
                  <a:pt x="7102725" y="4061623"/>
                  <a:pt x="7102725" y="4060935"/>
                </a:cubicBezTo>
                <a:close/>
                <a:moveTo>
                  <a:pt x="6482235" y="4060935"/>
                </a:moveTo>
                <a:cubicBezTo>
                  <a:pt x="6482063" y="4060935"/>
                  <a:pt x="6481203" y="4061021"/>
                  <a:pt x="6479654" y="4061193"/>
                </a:cubicBezTo>
                <a:cubicBezTo>
                  <a:pt x="6478105" y="4061365"/>
                  <a:pt x="6475954" y="4061537"/>
                  <a:pt x="6473201" y="4061709"/>
                </a:cubicBezTo>
                <a:cubicBezTo>
                  <a:pt x="6470448" y="4061881"/>
                  <a:pt x="6467178" y="4062054"/>
                  <a:pt x="6463392" y="4062226"/>
                </a:cubicBezTo>
                <a:cubicBezTo>
                  <a:pt x="6459607" y="4062398"/>
                  <a:pt x="6455448" y="4062484"/>
                  <a:pt x="6450916" y="4062484"/>
                </a:cubicBezTo>
                <a:cubicBezTo>
                  <a:pt x="6448106" y="4062484"/>
                  <a:pt x="6445109" y="4062455"/>
                  <a:pt x="6441925" y="4062398"/>
                </a:cubicBezTo>
                <a:cubicBezTo>
                  <a:pt x="6438742" y="4062340"/>
                  <a:pt x="6435759" y="4062254"/>
                  <a:pt x="6432977" y="4062140"/>
                </a:cubicBezTo>
                <a:cubicBezTo>
                  <a:pt x="6430195" y="4062025"/>
                  <a:pt x="6427800" y="4061910"/>
                  <a:pt x="6425792" y="4061795"/>
                </a:cubicBezTo>
                <a:cubicBezTo>
                  <a:pt x="6423785" y="4061681"/>
                  <a:pt x="6422522" y="4061566"/>
                  <a:pt x="6422007" y="4061451"/>
                </a:cubicBezTo>
                <a:lnTo>
                  <a:pt x="6419081" y="4069023"/>
                </a:lnTo>
                <a:cubicBezTo>
                  <a:pt x="6423785" y="4069424"/>
                  <a:pt x="6427427" y="4069783"/>
                  <a:pt x="6430008" y="4070098"/>
                </a:cubicBezTo>
                <a:cubicBezTo>
                  <a:pt x="6432589" y="4070414"/>
                  <a:pt x="6434511" y="4070830"/>
                  <a:pt x="6435773" y="4071346"/>
                </a:cubicBezTo>
                <a:cubicBezTo>
                  <a:pt x="6437035" y="4071862"/>
                  <a:pt x="6437810" y="4072579"/>
                  <a:pt x="6438096" y="4073497"/>
                </a:cubicBezTo>
                <a:cubicBezTo>
                  <a:pt x="6438383" y="4074415"/>
                  <a:pt x="6438584" y="4075677"/>
                  <a:pt x="6438699" y="4077283"/>
                </a:cubicBezTo>
                <a:lnTo>
                  <a:pt x="6438871" y="4081241"/>
                </a:lnTo>
                <a:cubicBezTo>
                  <a:pt x="6438928" y="4082560"/>
                  <a:pt x="6438985" y="4084051"/>
                  <a:pt x="6439043" y="4085715"/>
                </a:cubicBezTo>
                <a:cubicBezTo>
                  <a:pt x="6439100" y="4087378"/>
                  <a:pt x="6439143" y="4089271"/>
                  <a:pt x="6439172" y="4091394"/>
                </a:cubicBezTo>
                <a:cubicBezTo>
                  <a:pt x="6439201" y="4093516"/>
                  <a:pt x="6439229" y="4096069"/>
                  <a:pt x="6439258" y="4099051"/>
                </a:cubicBezTo>
                <a:cubicBezTo>
                  <a:pt x="6439287" y="4102034"/>
                  <a:pt x="6439315" y="4105504"/>
                  <a:pt x="6439344" y="4109462"/>
                </a:cubicBezTo>
                <a:cubicBezTo>
                  <a:pt x="6439373" y="4113420"/>
                  <a:pt x="6439387" y="4118038"/>
                  <a:pt x="6439387" y="4123315"/>
                </a:cubicBezTo>
                <a:cubicBezTo>
                  <a:pt x="6439387" y="4134558"/>
                  <a:pt x="6439416" y="4143692"/>
                  <a:pt x="6439473" y="4150719"/>
                </a:cubicBezTo>
                <a:cubicBezTo>
                  <a:pt x="6439530" y="4157746"/>
                  <a:pt x="6439559" y="4163037"/>
                  <a:pt x="6439559" y="4166594"/>
                </a:cubicBezTo>
                <a:cubicBezTo>
                  <a:pt x="6439559" y="4174051"/>
                  <a:pt x="6439358" y="4180604"/>
                  <a:pt x="6438957" y="4186254"/>
                </a:cubicBezTo>
                <a:cubicBezTo>
                  <a:pt x="6438555" y="4191904"/>
                  <a:pt x="6437910" y="4196895"/>
                  <a:pt x="6437021" y="4201225"/>
                </a:cubicBezTo>
                <a:cubicBezTo>
                  <a:pt x="6436132" y="4205556"/>
                  <a:pt x="6434985" y="4209328"/>
                  <a:pt x="6433579" y="4212540"/>
                </a:cubicBezTo>
                <a:cubicBezTo>
                  <a:pt x="6432174" y="4215752"/>
                  <a:pt x="6430496" y="4218663"/>
                  <a:pt x="6428546" y="4221273"/>
                </a:cubicBezTo>
                <a:cubicBezTo>
                  <a:pt x="6426595" y="4223883"/>
                  <a:pt x="6424329" y="4226292"/>
                  <a:pt x="6421748" y="4228500"/>
                </a:cubicBezTo>
                <a:cubicBezTo>
                  <a:pt x="6419167" y="4230709"/>
                  <a:pt x="6416271" y="4232960"/>
                  <a:pt x="6413058" y="4235255"/>
                </a:cubicBezTo>
                <a:lnTo>
                  <a:pt x="6418049" y="4242310"/>
                </a:lnTo>
                <a:cubicBezTo>
                  <a:pt x="6422982" y="4239385"/>
                  <a:pt x="6427485" y="4236574"/>
                  <a:pt x="6431557" y="4233878"/>
                </a:cubicBezTo>
                <a:cubicBezTo>
                  <a:pt x="6435630" y="4231182"/>
                  <a:pt x="6439301" y="4228314"/>
                  <a:pt x="6442570" y="4225274"/>
                </a:cubicBezTo>
                <a:cubicBezTo>
                  <a:pt x="6445840" y="4222234"/>
                  <a:pt x="6448694" y="4218893"/>
                  <a:pt x="6451131" y="4215250"/>
                </a:cubicBezTo>
                <a:cubicBezTo>
                  <a:pt x="6453569" y="4211608"/>
                  <a:pt x="6455605" y="4207406"/>
                  <a:pt x="6457240" y="4202645"/>
                </a:cubicBezTo>
                <a:cubicBezTo>
                  <a:pt x="6458875" y="4197884"/>
                  <a:pt x="6460094" y="4192421"/>
                  <a:pt x="6460897" y="4186254"/>
                </a:cubicBezTo>
                <a:cubicBezTo>
                  <a:pt x="6461700" y="4180088"/>
                  <a:pt x="6462102" y="4172961"/>
                  <a:pt x="6462102" y="4164873"/>
                </a:cubicBezTo>
                <a:cubicBezTo>
                  <a:pt x="6462102" y="4162636"/>
                  <a:pt x="6462073" y="4159911"/>
                  <a:pt x="6462016" y="4156699"/>
                </a:cubicBezTo>
                <a:cubicBezTo>
                  <a:pt x="6461958" y="4153544"/>
                  <a:pt x="6461901" y="4149644"/>
                  <a:pt x="6461844" y="4144997"/>
                </a:cubicBezTo>
                <a:cubicBezTo>
                  <a:pt x="6461786" y="4140351"/>
                  <a:pt x="6461729" y="4134859"/>
                  <a:pt x="6461672" y="4128520"/>
                </a:cubicBezTo>
                <a:cubicBezTo>
                  <a:pt x="6461614" y="4122182"/>
                  <a:pt x="6461586" y="4114711"/>
                  <a:pt x="6461586" y="4106107"/>
                </a:cubicBezTo>
                <a:cubicBezTo>
                  <a:pt x="6461586" y="4100772"/>
                  <a:pt x="6461629" y="4095136"/>
                  <a:pt x="6461715" y="4089200"/>
                </a:cubicBezTo>
                <a:cubicBezTo>
                  <a:pt x="6461801" y="4083263"/>
                  <a:pt x="6462044" y="4077283"/>
                  <a:pt x="6462446" y="4071260"/>
                </a:cubicBezTo>
                <a:cubicBezTo>
                  <a:pt x="6467207" y="4070858"/>
                  <a:pt x="6470921" y="4070228"/>
                  <a:pt x="6473588" y="4069367"/>
                </a:cubicBezTo>
                <a:cubicBezTo>
                  <a:pt x="6476256" y="4068507"/>
                  <a:pt x="6478234" y="4067560"/>
                  <a:pt x="6479525" y="4066528"/>
                </a:cubicBezTo>
                <a:cubicBezTo>
                  <a:pt x="6480816" y="4065495"/>
                  <a:pt x="6481590" y="4064477"/>
                  <a:pt x="6481848" y="4063473"/>
                </a:cubicBezTo>
                <a:cubicBezTo>
                  <a:pt x="6482106" y="4062469"/>
                  <a:pt x="6482235" y="4061623"/>
                  <a:pt x="6482235" y="4060935"/>
                </a:cubicBezTo>
                <a:close/>
                <a:moveTo>
                  <a:pt x="5529392" y="4060935"/>
                </a:moveTo>
                <a:cubicBezTo>
                  <a:pt x="5529220" y="4060935"/>
                  <a:pt x="5528359" y="4061021"/>
                  <a:pt x="5526810" y="4061193"/>
                </a:cubicBezTo>
                <a:cubicBezTo>
                  <a:pt x="5525263" y="4061365"/>
                  <a:pt x="5523168" y="4061537"/>
                  <a:pt x="5520530" y="4061709"/>
                </a:cubicBezTo>
                <a:cubicBezTo>
                  <a:pt x="5517892" y="4061881"/>
                  <a:pt x="5514751" y="4062054"/>
                  <a:pt x="5511109" y="4062226"/>
                </a:cubicBezTo>
                <a:cubicBezTo>
                  <a:pt x="5507466" y="4062398"/>
                  <a:pt x="5503464" y="4062484"/>
                  <a:pt x="5499105" y="4062484"/>
                </a:cubicBezTo>
                <a:cubicBezTo>
                  <a:pt x="5496352" y="4062484"/>
                  <a:pt x="5493412" y="4062455"/>
                  <a:pt x="5490286" y="4062398"/>
                </a:cubicBezTo>
                <a:cubicBezTo>
                  <a:pt x="5487160" y="4062340"/>
                  <a:pt x="5484220" y="4062254"/>
                  <a:pt x="5481467" y="4062140"/>
                </a:cubicBezTo>
                <a:cubicBezTo>
                  <a:pt x="5478713" y="4062025"/>
                  <a:pt x="5476347" y="4061910"/>
                  <a:pt x="5474368" y="4061795"/>
                </a:cubicBezTo>
                <a:cubicBezTo>
                  <a:pt x="5472389" y="4061681"/>
                  <a:pt x="5471170" y="4061566"/>
                  <a:pt x="5470712" y="4061451"/>
                </a:cubicBezTo>
                <a:lnTo>
                  <a:pt x="5467787" y="4069023"/>
                </a:lnTo>
                <a:cubicBezTo>
                  <a:pt x="5472490" y="4069424"/>
                  <a:pt x="5476118" y="4069783"/>
                  <a:pt x="5478670" y="4070098"/>
                </a:cubicBezTo>
                <a:cubicBezTo>
                  <a:pt x="5481223" y="4070414"/>
                  <a:pt x="5483102" y="4070830"/>
                  <a:pt x="5484306" y="4071346"/>
                </a:cubicBezTo>
                <a:cubicBezTo>
                  <a:pt x="5485511" y="4071862"/>
                  <a:pt x="5486242" y="4072579"/>
                  <a:pt x="5486500" y="4073497"/>
                </a:cubicBezTo>
                <a:cubicBezTo>
                  <a:pt x="5486758" y="4074415"/>
                  <a:pt x="5486945" y="4075677"/>
                  <a:pt x="5487060" y="4077283"/>
                </a:cubicBezTo>
                <a:cubicBezTo>
                  <a:pt x="5487117" y="4078373"/>
                  <a:pt x="5487175" y="4079520"/>
                  <a:pt x="5487231" y="4080725"/>
                </a:cubicBezTo>
                <a:cubicBezTo>
                  <a:pt x="5487289" y="4081929"/>
                  <a:pt x="5487346" y="4083507"/>
                  <a:pt x="5487404" y="4085457"/>
                </a:cubicBezTo>
                <a:cubicBezTo>
                  <a:pt x="5487461" y="4087407"/>
                  <a:pt x="5487518" y="4089859"/>
                  <a:pt x="5487576" y="4092813"/>
                </a:cubicBezTo>
                <a:cubicBezTo>
                  <a:pt x="5487633" y="4095767"/>
                  <a:pt x="5487676" y="4099553"/>
                  <a:pt x="5487705" y="4104171"/>
                </a:cubicBezTo>
                <a:cubicBezTo>
                  <a:pt x="5487733" y="4108788"/>
                  <a:pt x="5487748" y="4114367"/>
                  <a:pt x="5487748" y="4120906"/>
                </a:cubicBezTo>
                <a:lnTo>
                  <a:pt x="5487748" y="4156613"/>
                </a:lnTo>
                <a:cubicBezTo>
                  <a:pt x="5487748" y="4160972"/>
                  <a:pt x="5487705" y="4165246"/>
                  <a:pt x="5487619" y="4169433"/>
                </a:cubicBezTo>
                <a:cubicBezTo>
                  <a:pt x="5487532" y="4173620"/>
                  <a:pt x="5487418" y="4177550"/>
                  <a:pt x="5487274" y="4181221"/>
                </a:cubicBezTo>
                <a:cubicBezTo>
                  <a:pt x="5487131" y="4184892"/>
                  <a:pt x="5486945" y="4187932"/>
                  <a:pt x="5486715" y="4190341"/>
                </a:cubicBezTo>
                <a:cubicBezTo>
                  <a:pt x="5482069" y="4190685"/>
                  <a:pt x="5478484" y="4191288"/>
                  <a:pt x="5475960" y="4192148"/>
                </a:cubicBezTo>
                <a:cubicBezTo>
                  <a:pt x="5473436" y="4193008"/>
                  <a:pt x="5471601" y="4193955"/>
                  <a:pt x="5470453" y="4194987"/>
                </a:cubicBezTo>
                <a:cubicBezTo>
                  <a:pt x="5469306" y="4196020"/>
                  <a:pt x="5468632" y="4197009"/>
                  <a:pt x="5468432" y="4197956"/>
                </a:cubicBezTo>
                <a:cubicBezTo>
                  <a:pt x="5468230" y="4198902"/>
                  <a:pt x="5468130" y="4199634"/>
                  <a:pt x="5468130" y="4200150"/>
                </a:cubicBezTo>
                <a:cubicBezTo>
                  <a:pt x="5468417" y="4200150"/>
                  <a:pt x="5469478" y="4200093"/>
                  <a:pt x="5471314" y="4199978"/>
                </a:cubicBezTo>
                <a:cubicBezTo>
                  <a:pt x="5473092" y="4199806"/>
                  <a:pt x="5475373" y="4199634"/>
                  <a:pt x="5478154" y="4199462"/>
                </a:cubicBezTo>
                <a:cubicBezTo>
                  <a:pt x="5480936" y="4199289"/>
                  <a:pt x="5484077" y="4199132"/>
                  <a:pt x="5487576" y="4198988"/>
                </a:cubicBezTo>
                <a:cubicBezTo>
                  <a:pt x="5491075" y="4198845"/>
                  <a:pt x="5494717" y="4198773"/>
                  <a:pt x="5498503" y="4198773"/>
                </a:cubicBezTo>
                <a:cubicBezTo>
                  <a:pt x="5501600" y="4198773"/>
                  <a:pt x="5504727" y="4198831"/>
                  <a:pt x="5507882" y="4198945"/>
                </a:cubicBezTo>
                <a:cubicBezTo>
                  <a:pt x="5511036" y="4199060"/>
                  <a:pt x="5513918" y="4199175"/>
                  <a:pt x="5516529" y="4199289"/>
                </a:cubicBezTo>
                <a:cubicBezTo>
                  <a:pt x="5519138" y="4199404"/>
                  <a:pt x="5521376" y="4199533"/>
                  <a:pt x="5523240" y="4199677"/>
                </a:cubicBezTo>
                <a:cubicBezTo>
                  <a:pt x="5525105" y="4199820"/>
                  <a:pt x="5526352" y="4199920"/>
                  <a:pt x="5526983" y="4199978"/>
                </a:cubicBezTo>
                <a:lnTo>
                  <a:pt x="5530424" y="4192234"/>
                </a:lnTo>
                <a:cubicBezTo>
                  <a:pt x="5525721" y="4191890"/>
                  <a:pt x="5522064" y="4191546"/>
                  <a:pt x="5519454" y="4191202"/>
                </a:cubicBezTo>
                <a:cubicBezTo>
                  <a:pt x="5516844" y="4190857"/>
                  <a:pt x="5514908" y="4190384"/>
                  <a:pt x="5513646" y="4189782"/>
                </a:cubicBezTo>
                <a:cubicBezTo>
                  <a:pt x="5512384" y="4189180"/>
                  <a:pt x="5511595" y="4188405"/>
                  <a:pt x="5511280" y="4187459"/>
                </a:cubicBezTo>
                <a:cubicBezTo>
                  <a:pt x="5510965" y="4186512"/>
                  <a:pt x="5510750" y="4185236"/>
                  <a:pt x="5510635" y="4183630"/>
                </a:cubicBezTo>
                <a:cubicBezTo>
                  <a:pt x="5510520" y="4182368"/>
                  <a:pt x="5510434" y="4180647"/>
                  <a:pt x="5510377" y="4178467"/>
                </a:cubicBezTo>
                <a:cubicBezTo>
                  <a:pt x="5510319" y="4176288"/>
                  <a:pt x="5510276" y="4173276"/>
                  <a:pt x="5510248" y="4169433"/>
                </a:cubicBezTo>
                <a:cubicBezTo>
                  <a:pt x="5510219" y="4165590"/>
                  <a:pt x="5510190" y="4160729"/>
                  <a:pt x="5510162" y="4154849"/>
                </a:cubicBezTo>
                <a:cubicBezTo>
                  <a:pt x="5510133" y="4148970"/>
                  <a:pt x="5510119" y="4141699"/>
                  <a:pt x="5510119" y="4133038"/>
                </a:cubicBezTo>
                <a:cubicBezTo>
                  <a:pt x="5521132" y="4132636"/>
                  <a:pt x="5532418" y="4132335"/>
                  <a:pt x="5543976" y="4132134"/>
                </a:cubicBezTo>
                <a:cubicBezTo>
                  <a:pt x="5555534" y="4131933"/>
                  <a:pt x="5567651" y="4131833"/>
                  <a:pt x="5580328" y="4131833"/>
                </a:cubicBezTo>
                <a:lnTo>
                  <a:pt x="5580328" y="4135963"/>
                </a:lnTo>
                <a:cubicBezTo>
                  <a:pt x="5580328" y="4148754"/>
                  <a:pt x="5580285" y="4159581"/>
                  <a:pt x="5580199" y="4168444"/>
                </a:cubicBezTo>
                <a:cubicBezTo>
                  <a:pt x="5580113" y="4177306"/>
                  <a:pt x="5579813" y="4184605"/>
                  <a:pt x="5579296" y="4190341"/>
                </a:cubicBezTo>
                <a:cubicBezTo>
                  <a:pt x="5575051" y="4190685"/>
                  <a:pt x="5571781" y="4191288"/>
                  <a:pt x="5569487" y="4192148"/>
                </a:cubicBezTo>
                <a:cubicBezTo>
                  <a:pt x="5567192" y="4193008"/>
                  <a:pt x="5565486" y="4193955"/>
                  <a:pt x="5564367" y="4194987"/>
                </a:cubicBezTo>
                <a:cubicBezTo>
                  <a:pt x="5563250" y="4196020"/>
                  <a:pt x="5562589" y="4197009"/>
                  <a:pt x="5562389" y="4197956"/>
                </a:cubicBezTo>
                <a:cubicBezTo>
                  <a:pt x="5562187" y="4198902"/>
                  <a:pt x="5562088" y="4199634"/>
                  <a:pt x="5562088" y="4200150"/>
                </a:cubicBezTo>
                <a:cubicBezTo>
                  <a:pt x="5562431" y="4200150"/>
                  <a:pt x="5563465" y="4200093"/>
                  <a:pt x="5565185" y="4199978"/>
                </a:cubicBezTo>
                <a:cubicBezTo>
                  <a:pt x="5566848" y="4199806"/>
                  <a:pt x="5568999" y="4199634"/>
                  <a:pt x="5571639" y="4199462"/>
                </a:cubicBezTo>
                <a:cubicBezTo>
                  <a:pt x="5574277" y="4199289"/>
                  <a:pt x="5577302" y="4199132"/>
                  <a:pt x="5580715" y="4198988"/>
                </a:cubicBezTo>
                <a:cubicBezTo>
                  <a:pt x="5584128" y="4198845"/>
                  <a:pt x="5587699" y="4198773"/>
                  <a:pt x="5591428" y="4198773"/>
                </a:cubicBezTo>
                <a:cubicBezTo>
                  <a:pt x="5594525" y="4198773"/>
                  <a:pt x="5597680" y="4198831"/>
                  <a:pt x="5600892" y="4198945"/>
                </a:cubicBezTo>
                <a:cubicBezTo>
                  <a:pt x="5604104" y="4199060"/>
                  <a:pt x="5607073" y="4199175"/>
                  <a:pt x="5609797" y="4199289"/>
                </a:cubicBezTo>
                <a:cubicBezTo>
                  <a:pt x="5612522" y="4199404"/>
                  <a:pt x="5614874" y="4199533"/>
                  <a:pt x="5616853" y="4199677"/>
                </a:cubicBezTo>
                <a:cubicBezTo>
                  <a:pt x="5618832" y="4199820"/>
                  <a:pt x="5620136" y="4199920"/>
                  <a:pt x="5620768" y="4199978"/>
                </a:cubicBezTo>
                <a:lnTo>
                  <a:pt x="5624209" y="4192234"/>
                </a:lnTo>
                <a:cubicBezTo>
                  <a:pt x="5619161" y="4191890"/>
                  <a:pt x="5615232" y="4191546"/>
                  <a:pt x="5612422" y="4191202"/>
                </a:cubicBezTo>
                <a:cubicBezTo>
                  <a:pt x="5609611" y="4190857"/>
                  <a:pt x="5607546" y="4190384"/>
                  <a:pt x="5606226" y="4189782"/>
                </a:cubicBezTo>
                <a:cubicBezTo>
                  <a:pt x="5604907" y="4189180"/>
                  <a:pt x="5604090" y="4188405"/>
                  <a:pt x="5603774" y="4187459"/>
                </a:cubicBezTo>
                <a:cubicBezTo>
                  <a:pt x="5603459" y="4186512"/>
                  <a:pt x="5603272" y="4185236"/>
                  <a:pt x="5603216" y="4183630"/>
                </a:cubicBezTo>
                <a:cubicBezTo>
                  <a:pt x="5603158" y="4182425"/>
                  <a:pt x="5603100" y="4181135"/>
                  <a:pt x="5603043" y="4179758"/>
                </a:cubicBezTo>
                <a:cubicBezTo>
                  <a:pt x="5602986" y="4178381"/>
                  <a:pt x="5602943" y="4176761"/>
                  <a:pt x="5602914" y="4174897"/>
                </a:cubicBezTo>
                <a:cubicBezTo>
                  <a:pt x="5602885" y="4173032"/>
                  <a:pt x="5602857" y="4170810"/>
                  <a:pt x="5602828" y="4168228"/>
                </a:cubicBezTo>
                <a:cubicBezTo>
                  <a:pt x="5602799" y="4165647"/>
                  <a:pt x="5602770" y="4162507"/>
                  <a:pt x="5602742" y="4158807"/>
                </a:cubicBezTo>
                <a:cubicBezTo>
                  <a:pt x="5602713" y="4155107"/>
                  <a:pt x="5602699" y="4150791"/>
                  <a:pt x="5602699" y="4145858"/>
                </a:cubicBezTo>
                <a:lnTo>
                  <a:pt x="5602699" y="4128477"/>
                </a:lnTo>
                <a:cubicBezTo>
                  <a:pt x="5602699" y="4120906"/>
                  <a:pt x="5602713" y="4114266"/>
                  <a:pt x="5602742" y="4108559"/>
                </a:cubicBezTo>
                <a:cubicBezTo>
                  <a:pt x="5602770" y="4102851"/>
                  <a:pt x="5602814" y="4097775"/>
                  <a:pt x="5602871" y="4093330"/>
                </a:cubicBezTo>
                <a:cubicBezTo>
                  <a:pt x="5602928" y="4088884"/>
                  <a:pt x="5603029" y="4084912"/>
                  <a:pt x="5603172" y="4081413"/>
                </a:cubicBezTo>
                <a:cubicBezTo>
                  <a:pt x="5603315" y="4077914"/>
                  <a:pt x="5603502" y="4074530"/>
                  <a:pt x="5603731" y="4071260"/>
                </a:cubicBezTo>
                <a:cubicBezTo>
                  <a:pt x="5608492" y="4070858"/>
                  <a:pt x="5612193" y="4070228"/>
                  <a:pt x="5614831" y="4069367"/>
                </a:cubicBezTo>
                <a:cubicBezTo>
                  <a:pt x="5617469" y="4068507"/>
                  <a:pt x="5619406" y="4067560"/>
                  <a:pt x="5620639" y="4066528"/>
                </a:cubicBezTo>
                <a:cubicBezTo>
                  <a:pt x="5621872" y="4065495"/>
                  <a:pt x="5622603" y="4064477"/>
                  <a:pt x="5622833" y="4063473"/>
                </a:cubicBezTo>
                <a:cubicBezTo>
                  <a:pt x="5623062" y="4062469"/>
                  <a:pt x="5623177" y="4061623"/>
                  <a:pt x="5623177" y="4060935"/>
                </a:cubicBezTo>
                <a:cubicBezTo>
                  <a:pt x="5623062" y="4060935"/>
                  <a:pt x="5622201" y="4061021"/>
                  <a:pt x="5620595" y="4061193"/>
                </a:cubicBezTo>
                <a:cubicBezTo>
                  <a:pt x="5618989" y="4061365"/>
                  <a:pt x="5616809" y="4061537"/>
                  <a:pt x="5614056" y="4061709"/>
                </a:cubicBezTo>
                <a:cubicBezTo>
                  <a:pt x="5611303" y="4061881"/>
                  <a:pt x="5608062" y="4062054"/>
                  <a:pt x="5604333" y="4062226"/>
                </a:cubicBezTo>
                <a:cubicBezTo>
                  <a:pt x="5600606" y="4062398"/>
                  <a:pt x="5596532" y="4062484"/>
                  <a:pt x="5592116" y="4062484"/>
                </a:cubicBezTo>
                <a:cubicBezTo>
                  <a:pt x="5589363" y="4062484"/>
                  <a:pt x="5586452" y="4062455"/>
                  <a:pt x="5583383" y="4062398"/>
                </a:cubicBezTo>
                <a:cubicBezTo>
                  <a:pt x="5580314" y="4062340"/>
                  <a:pt x="5577446" y="4062254"/>
                  <a:pt x="5574778" y="4062140"/>
                </a:cubicBezTo>
                <a:cubicBezTo>
                  <a:pt x="5572111" y="4062025"/>
                  <a:pt x="5569817" y="4061910"/>
                  <a:pt x="5567895" y="4061795"/>
                </a:cubicBezTo>
                <a:cubicBezTo>
                  <a:pt x="5565974" y="4061681"/>
                  <a:pt x="5564783" y="4061566"/>
                  <a:pt x="5564325" y="4061451"/>
                </a:cubicBezTo>
                <a:lnTo>
                  <a:pt x="5561399" y="4069023"/>
                </a:lnTo>
                <a:cubicBezTo>
                  <a:pt x="5565701" y="4069424"/>
                  <a:pt x="5569042" y="4069783"/>
                  <a:pt x="5571424" y="4070098"/>
                </a:cubicBezTo>
                <a:cubicBezTo>
                  <a:pt x="5573803" y="4070414"/>
                  <a:pt x="5575581" y="4070830"/>
                  <a:pt x="5576758" y="4071346"/>
                </a:cubicBezTo>
                <a:cubicBezTo>
                  <a:pt x="5577933" y="4071862"/>
                  <a:pt x="5578679" y="4072579"/>
                  <a:pt x="5578994" y="4073497"/>
                </a:cubicBezTo>
                <a:cubicBezTo>
                  <a:pt x="5579310" y="4074415"/>
                  <a:pt x="5579525" y="4075677"/>
                  <a:pt x="5579640" y="4077283"/>
                </a:cubicBezTo>
                <a:cubicBezTo>
                  <a:pt x="5579697" y="4078832"/>
                  <a:pt x="5579783" y="4080581"/>
                  <a:pt x="5579898" y="4082531"/>
                </a:cubicBezTo>
                <a:cubicBezTo>
                  <a:pt x="5579955" y="4084482"/>
                  <a:pt x="5580013" y="4087092"/>
                  <a:pt x="5580070" y="4090361"/>
                </a:cubicBezTo>
                <a:cubicBezTo>
                  <a:pt x="5580127" y="4093631"/>
                  <a:pt x="5580185" y="4097804"/>
                  <a:pt x="5580243" y="4102880"/>
                </a:cubicBezTo>
                <a:cubicBezTo>
                  <a:pt x="5580299" y="4107957"/>
                  <a:pt x="5580328" y="4114395"/>
                  <a:pt x="5580328" y="4122196"/>
                </a:cubicBezTo>
                <a:cubicBezTo>
                  <a:pt x="5567881" y="4122311"/>
                  <a:pt x="5555893" y="4122498"/>
                  <a:pt x="5544363" y="4122756"/>
                </a:cubicBezTo>
                <a:cubicBezTo>
                  <a:pt x="5532833" y="4123014"/>
                  <a:pt x="5521419" y="4123401"/>
                  <a:pt x="5510119" y="4123917"/>
                </a:cubicBezTo>
                <a:cubicBezTo>
                  <a:pt x="5510119" y="4116977"/>
                  <a:pt x="5510133" y="4110882"/>
                  <a:pt x="5510162" y="4105633"/>
                </a:cubicBezTo>
                <a:cubicBezTo>
                  <a:pt x="5510190" y="4100385"/>
                  <a:pt x="5510233" y="4095724"/>
                  <a:pt x="5510291" y="4091652"/>
                </a:cubicBezTo>
                <a:cubicBezTo>
                  <a:pt x="5510348" y="4087579"/>
                  <a:pt x="5510448" y="4083922"/>
                  <a:pt x="5510592" y="4080681"/>
                </a:cubicBezTo>
                <a:cubicBezTo>
                  <a:pt x="5510736" y="4077441"/>
                  <a:pt x="5510922" y="4074300"/>
                  <a:pt x="5511151" y="4071260"/>
                </a:cubicBezTo>
                <a:cubicBezTo>
                  <a:pt x="5515510" y="4070858"/>
                  <a:pt x="5518910" y="4070228"/>
                  <a:pt x="5521347" y="4069367"/>
                </a:cubicBezTo>
                <a:cubicBezTo>
                  <a:pt x="5523785" y="4068507"/>
                  <a:pt x="5525606" y="4067560"/>
                  <a:pt x="5526810" y="4066528"/>
                </a:cubicBezTo>
                <a:cubicBezTo>
                  <a:pt x="5528015" y="4065495"/>
                  <a:pt x="5528747" y="4064477"/>
                  <a:pt x="5529004" y="4063473"/>
                </a:cubicBezTo>
                <a:cubicBezTo>
                  <a:pt x="5529263" y="4062469"/>
                  <a:pt x="5529392" y="4061623"/>
                  <a:pt x="5529392" y="4060935"/>
                </a:cubicBezTo>
                <a:close/>
                <a:moveTo>
                  <a:pt x="3969001" y="4060935"/>
                </a:moveTo>
                <a:cubicBezTo>
                  <a:pt x="3968886" y="4060935"/>
                  <a:pt x="3967968" y="4061021"/>
                  <a:pt x="3966248" y="4061193"/>
                </a:cubicBezTo>
                <a:cubicBezTo>
                  <a:pt x="3964527" y="4061365"/>
                  <a:pt x="3962290" y="4061537"/>
                  <a:pt x="3959536" y="4061709"/>
                </a:cubicBezTo>
                <a:cubicBezTo>
                  <a:pt x="3956783" y="4061881"/>
                  <a:pt x="3953643" y="4062054"/>
                  <a:pt x="3950115" y="4062226"/>
                </a:cubicBezTo>
                <a:cubicBezTo>
                  <a:pt x="3946587" y="4062398"/>
                  <a:pt x="3942988" y="4062484"/>
                  <a:pt x="3939317" y="4062484"/>
                </a:cubicBezTo>
                <a:cubicBezTo>
                  <a:pt x="3936850" y="4062484"/>
                  <a:pt x="3934699" y="4062455"/>
                  <a:pt x="3932864" y="4062398"/>
                </a:cubicBezTo>
                <a:cubicBezTo>
                  <a:pt x="3931028" y="4062340"/>
                  <a:pt x="3929938" y="4062312"/>
                  <a:pt x="3929594" y="4062312"/>
                </a:cubicBezTo>
                <a:cubicBezTo>
                  <a:pt x="3918523" y="4082675"/>
                  <a:pt x="3908614" y="4101131"/>
                  <a:pt x="3899867" y="4117679"/>
                </a:cubicBezTo>
                <a:cubicBezTo>
                  <a:pt x="3891119" y="4134228"/>
                  <a:pt x="3883533" y="4148927"/>
                  <a:pt x="3877109" y="4161775"/>
                </a:cubicBezTo>
                <a:lnTo>
                  <a:pt x="3876420" y="4161775"/>
                </a:lnTo>
                <a:cubicBezTo>
                  <a:pt x="3868849" y="4144338"/>
                  <a:pt x="3860919" y="4127273"/>
                  <a:pt x="3852630" y="4110581"/>
                </a:cubicBezTo>
                <a:cubicBezTo>
                  <a:pt x="3844341" y="4093889"/>
                  <a:pt x="3835580" y="4077742"/>
                  <a:pt x="3826345" y="4062140"/>
                </a:cubicBezTo>
                <a:cubicBezTo>
                  <a:pt x="3825140" y="4062254"/>
                  <a:pt x="3823448" y="4062340"/>
                  <a:pt x="3821268" y="4062398"/>
                </a:cubicBezTo>
                <a:cubicBezTo>
                  <a:pt x="3819088" y="4062455"/>
                  <a:pt x="3816937" y="4062484"/>
                  <a:pt x="3814815" y="4062484"/>
                </a:cubicBezTo>
                <a:cubicBezTo>
                  <a:pt x="3811832" y="4062484"/>
                  <a:pt x="3808591" y="4062441"/>
                  <a:pt x="3805092" y="4062355"/>
                </a:cubicBezTo>
                <a:cubicBezTo>
                  <a:pt x="3801593" y="4062269"/>
                  <a:pt x="3798266" y="4062183"/>
                  <a:pt x="3795112" y="4062097"/>
                </a:cubicBezTo>
                <a:cubicBezTo>
                  <a:pt x="3791957" y="4062011"/>
                  <a:pt x="3789203" y="4061910"/>
                  <a:pt x="3786852" y="4061795"/>
                </a:cubicBezTo>
                <a:cubicBezTo>
                  <a:pt x="3784500" y="4061681"/>
                  <a:pt x="3782980" y="4061566"/>
                  <a:pt x="3782291" y="4061451"/>
                </a:cubicBezTo>
                <a:lnTo>
                  <a:pt x="3779366" y="4069023"/>
                </a:lnTo>
                <a:cubicBezTo>
                  <a:pt x="3783324" y="4069310"/>
                  <a:pt x="3786608" y="4069654"/>
                  <a:pt x="3789218" y="4070055"/>
                </a:cubicBezTo>
                <a:cubicBezTo>
                  <a:pt x="3791828" y="4070457"/>
                  <a:pt x="3794079" y="4071059"/>
                  <a:pt x="3795972" y="4071862"/>
                </a:cubicBezTo>
                <a:cubicBezTo>
                  <a:pt x="3797865" y="4072665"/>
                  <a:pt x="3799542" y="4073727"/>
                  <a:pt x="3801005" y="4075046"/>
                </a:cubicBezTo>
                <a:cubicBezTo>
                  <a:pt x="3802468" y="4076365"/>
                  <a:pt x="3804031" y="4078086"/>
                  <a:pt x="3805695" y="4080208"/>
                </a:cubicBezTo>
                <a:cubicBezTo>
                  <a:pt x="3805465" y="4084682"/>
                  <a:pt x="3805149" y="4089974"/>
                  <a:pt x="3804748" y="4096083"/>
                </a:cubicBezTo>
                <a:cubicBezTo>
                  <a:pt x="3804346" y="4102192"/>
                  <a:pt x="3803888" y="4108688"/>
                  <a:pt x="3803372" y="4115571"/>
                </a:cubicBezTo>
                <a:cubicBezTo>
                  <a:pt x="3802855" y="4122455"/>
                  <a:pt x="3802310" y="4129510"/>
                  <a:pt x="3801737" y="4136737"/>
                </a:cubicBezTo>
                <a:cubicBezTo>
                  <a:pt x="3801163" y="4143965"/>
                  <a:pt x="3800561" y="4150906"/>
                  <a:pt x="3799930" y="4157559"/>
                </a:cubicBezTo>
                <a:cubicBezTo>
                  <a:pt x="3799299" y="4164213"/>
                  <a:pt x="3798668" y="4170365"/>
                  <a:pt x="3798037" y="4176015"/>
                </a:cubicBezTo>
                <a:cubicBezTo>
                  <a:pt x="3797406" y="4181665"/>
                  <a:pt x="3796804" y="4186383"/>
                  <a:pt x="3796230" y="4190169"/>
                </a:cubicBezTo>
                <a:cubicBezTo>
                  <a:pt x="3791125" y="4190513"/>
                  <a:pt x="3787153" y="4191130"/>
                  <a:pt x="3784313" y="4192019"/>
                </a:cubicBezTo>
                <a:cubicBezTo>
                  <a:pt x="3781474" y="4192908"/>
                  <a:pt x="3779366" y="4193869"/>
                  <a:pt x="3777989" y="4194901"/>
                </a:cubicBezTo>
                <a:cubicBezTo>
                  <a:pt x="3776613" y="4195934"/>
                  <a:pt x="3775781" y="4196938"/>
                  <a:pt x="3775494" y="4197913"/>
                </a:cubicBezTo>
                <a:cubicBezTo>
                  <a:pt x="3775207" y="4198888"/>
                  <a:pt x="3775064" y="4199634"/>
                  <a:pt x="3775064" y="4200150"/>
                </a:cubicBezTo>
                <a:cubicBezTo>
                  <a:pt x="3775351" y="4200150"/>
                  <a:pt x="3776211" y="4200093"/>
                  <a:pt x="3777645" y="4199978"/>
                </a:cubicBezTo>
                <a:cubicBezTo>
                  <a:pt x="3779022" y="4199806"/>
                  <a:pt x="3780843" y="4199634"/>
                  <a:pt x="3783109" y="4199462"/>
                </a:cubicBezTo>
                <a:cubicBezTo>
                  <a:pt x="3785374" y="4199289"/>
                  <a:pt x="3788042" y="4199132"/>
                  <a:pt x="3791111" y="4198988"/>
                </a:cubicBezTo>
                <a:cubicBezTo>
                  <a:pt x="3794179" y="4198845"/>
                  <a:pt x="3797521" y="4198773"/>
                  <a:pt x="3801134" y="4198773"/>
                </a:cubicBezTo>
                <a:cubicBezTo>
                  <a:pt x="3804175" y="4198773"/>
                  <a:pt x="3807114" y="4198831"/>
                  <a:pt x="3809953" y="4198945"/>
                </a:cubicBezTo>
                <a:cubicBezTo>
                  <a:pt x="3812793" y="4199060"/>
                  <a:pt x="3815374" y="4199175"/>
                  <a:pt x="3817697" y="4199289"/>
                </a:cubicBezTo>
                <a:cubicBezTo>
                  <a:pt x="3820021" y="4199404"/>
                  <a:pt x="3821985" y="4199533"/>
                  <a:pt x="3823591" y="4199677"/>
                </a:cubicBezTo>
                <a:cubicBezTo>
                  <a:pt x="3825197" y="4199820"/>
                  <a:pt x="3826287" y="4199920"/>
                  <a:pt x="3826861" y="4199978"/>
                </a:cubicBezTo>
                <a:lnTo>
                  <a:pt x="3830302" y="4192234"/>
                </a:lnTo>
                <a:cubicBezTo>
                  <a:pt x="3825484" y="4191890"/>
                  <a:pt x="3821712" y="4191546"/>
                  <a:pt x="3818988" y="4191202"/>
                </a:cubicBezTo>
                <a:cubicBezTo>
                  <a:pt x="3816263" y="4190857"/>
                  <a:pt x="3814213" y="4190398"/>
                  <a:pt x="3812836" y="4189825"/>
                </a:cubicBezTo>
                <a:cubicBezTo>
                  <a:pt x="3811459" y="4189251"/>
                  <a:pt x="3810613" y="4188491"/>
                  <a:pt x="3810298" y="4187545"/>
                </a:cubicBezTo>
                <a:cubicBezTo>
                  <a:pt x="3809982" y="4186598"/>
                  <a:pt x="3809825" y="4185351"/>
                  <a:pt x="3809825" y="4183802"/>
                </a:cubicBezTo>
                <a:cubicBezTo>
                  <a:pt x="3809825" y="4182081"/>
                  <a:pt x="3809911" y="4179428"/>
                  <a:pt x="3810083" y="4175843"/>
                </a:cubicBezTo>
                <a:cubicBezTo>
                  <a:pt x="3810255" y="4172258"/>
                  <a:pt x="3810484" y="4168085"/>
                  <a:pt x="3810771" y="4163324"/>
                </a:cubicBezTo>
                <a:cubicBezTo>
                  <a:pt x="3811058" y="4158563"/>
                  <a:pt x="3811402" y="4153329"/>
                  <a:pt x="3811804" y="4147622"/>
                </a:cubicBezTo>
                <a:cubicBezTo>
                  <a:pt x="3812205" y="4141914"/>
                  <a:pt x="3812621" y="4136078"/>
                  <a:pt x="3813051" y="4130112"/>
                </a:cubicBezTo>
                <a:cubicBezTo>
                  <a:pt x="3813481" y="4124147"/>
                  <a:pt x="3813940" y="4118196"/>
                  <a:pt x="3814428" y="4112259"/>
                </a:cubicBezTo>
                <a:cubicBezTo>
                  <a:pt x="3814915" y="4106322"/>
                  <a:pt x="3815389" y="4100686"/>
                  <a:pt x="3815848" y="4095352"/>
                </a:cubicBezTo>
                <a:lnTo>
                  <a:pt x="3816364" y="4095179"/>
                </a:lnTo>
                <a:cubicBezTo>
                  <a:pt x="3825197" y="4111470"/>
                  <a:pt x="3833744" y="4128291"/>
                  <a:pt x="3842004" y="4145643"/>
                </a:cubicBezTo>
                <a:cubicBezTo>
                  <a:pt x="3850264" y="4162994"/>
                  <a:pt x="3857950" y="4181106"/>
                  <a:pt x="3865063" y="4199978"/>
                </a:cubicBezTo>
                <a:cubicBezTo>
                  <a:pt x="3866096" y="4199691"/>
                  <a:pt x="3867157" y="4199447"/>
                  <a:pt x="3868246" y="4199246"/>
                </a:cubicBezTo>
                <a:cubicBezTo>
                  <a:pt x="3869336" y="4199046"/>
                  <a:pt x="3870398" y="4198888"/>
                  <a:pt x="3871430" y="4198773"/>
                </a:cubicBezTo>
                <a:cubicBezTo>
                  <a:pt x="3880780" y="4179443"/>
                  <a:pt x="3889857" y="4161159"/>
                  <a:pt x="3898662" y="4143922"/>
                </a:cubicBezTo>
                <a:cubicBezTo>
                  <a:pt x="3907467" y="4126685"/>
                  <a:pt x="3916114" y="4110265"/>
                  <a:pt x="3924604" y="4094663"/>
                </a:cubicBezTo>
                <a:lnTo>
                  <a:pt x="3925292" y="4094835"/>
                </a:lnTo>
                <a:cubicBezTo>
                  <a:pt x="3925407" y="4099482"/>
                  <a:pt x="3925607" y="4105160"/>
                  <a:pt x="3925894" y="4111871"/>
                </a:cubicBezTo>
                <a:cubicBezTo>
                  <a:pt x="3926124" y="4118583"/>
                  <a:pt x="3926382" y="4126154"/>
                  <a:pt x="3926669" y="4134586"/>
                </a:cubicBezTo>
                <a:cubicBezTo>
                  <a:pt x="3926955" y="4143649"/>
                  <a:pt x="3927170" y="4151852"/>
                  <a:pt x="3927314" y="4159194"/>
                </a:cubicBezTo>
                <a:cubicBezTo>
                  <a:pt x="3927457" y="4166536"/>
                  <a:pt x="3927529" y="4172961"/>
                  <a:pt x="3927529" y="4178467"/>
                </a:cubicBezTo>
                <a:lnTo>
                  <a:pt x="3927529" y="4185179"/>
                </a:lnTo>
                <a:cubicBezTo>
                  <a:pt x="3927529" y="4186957"/>
                  <a:pt x="3927472" y="4188735"/>
                  <a:pt x="3927357" y="4190513"/>
                </a:cubicBezTo>
                <a:cubicBezTo>
                  <a:pt x="3923227" y="4190857"/>
                  <a:pt x="3920029" y="4191460"/>
                  <a:pt x="3917763" y="4192320"/>
                </a:cubicBezTo>
                <a:cubicBezTo>
                  <a:pt x="3915498" y="4193181"/>
                  <a:pt x="3913820" y="4194098"/>
                  <a:pt x="3912730" y="4195073"/>
                </a:cubicBezTo>
                <a:cubicBezTo>
                  <a:pt x="3911640" y="4196049"/>
                  <a:pt x="3910995" y="4197009"/>
                  <a:pt x="3910794" y="4197956"/>
                </a:cubicBezTo>
                <a:cubicBezTo>
                  <a:pt x="3910593" y="4198902"/>
                  <a:pt x="3910493" y="4199634"/>
                  <a:pt x="3910493" y="4200150"/>
                </a:cubicBezTo>
                <a:cubicBezTo>
                  <a:pt x="3910837" y="4200150"/>
                  <a:pt x="3911841" y="4200093"/>
                  <a:pt x="3913504" y="4199978"/>
                </a:cubicBezTo>
                <a:cubicBezTo>
                  <a:pt x="3915168" y="4199806"/>
                  <a:pt x="3917304" y="4199634"/>
                  <a:pt x="3919914" y="4199462"/>
                </a:cubicBezTo>
                <a:cubicBezTo>
                  <a:pt x="3922524" y="4199289"/>
                  <a:pt x="3925507" y="4199132"/>
                  <a:pt x="3928863" y="4198988"/>
                </a:cubicBezTo>
                <a:cubicBezTo>
                  <a:pt x="3932218" y="4198845"/>
                  <a:pt x="3935760" y="4198773"/>
                  <a:pt x="3939489" y="4198773"/>
                </a:cubicBezTo>
                <a:cubicBezTo>
                  <a:pt x="3942586" y="4198773"/>
                  <a:pt x="3945741" y="4198831"/>
                  <a:pt x="3948953" y="4198945"/>
                </a:cubicBezTo>
                <a:cubicBezTo>
                  <a:pt x="3952165" y="4199060"/>
                  <a:pt x="3955134" y="4199175"/>
                  <a:pt x="3957859" y="4199289"/>
                </a:cubicBezTo>
                <a:cubicBezTo>
                  <a:pt x="3960583" y="4199404"/>
                  <a:pt x="3962935" y="4199533"/>
                  <a:pt x="3964914" y="4199677"/>
                </a:cubicBezTo>
                <a:cubicBezTo>
                  <a:pt x="3966893" y="4199820"/>
                  <a:pt x="3968198" y="4199920"/>
                  <a:pt x="3968829" y="4199978"/>
                </a:cubicBezTo>
                <a:lnTo>
                  <a:pt x="3972270" y="4192234"/>
                </a:lnTo>
                <a:cubicBezTo>
                  <a:pt x="3967165" y="4191890"/>
                  <a:pt x="3963222" y="4191546"/>
                  <a:pt x="3960440" y="4191202"/>
                </a:cubicBezTo>
                <a:cubicBezTo>
                  <a:pt x="3957658" y="4190857"/>
                  <a:pt x="3955593" y="4190384"/>
                  <a:pt x="3954245" y="4189782"/>
                </a:cubicBezTo>
                <a:cubicBezTo>
                  <a:pt x="3952897" y="4189180"/>
                  <a:pt x="3952065" y="4188405"/>
                  <a:pt x="3951749" y="4187459"/>
                </a:cubicBezTo>
                <a:cubicBezTo>
                  <a:pt x="3951434" y="4186512"/>
                  <a:pt x="3951219" y="4185236"/>
                  <a:pt x="3951104" y="4183630"/>
                </a:cubicBezTo>
                <a:cubicBezTo>
                  <a:pt x="3950932" y="4182081"/>
                  <a:pt x="3950760" y="4180203"/>
                  <a:pt x="3950588" y="4177994"/>
                </a:cubicBezTo>
                <a:cubicBezTo>
                  <a:pt x="3950416" y="4175786"/>
                  <a:pt x="3950244" y="4172760"/>
                  <a:pt x="3950072" y="4168917"/>
                </a:cubicBezTo>
                <a:cubicBezTo>
                  <a:pt x="3949900" y="4165074"/>
                  <a:pt x="3949713" y="4160184"/>
                  <a:pt x="3949513" y="4154247"/>
                </a:cubicBezTo>
                <a:cubicBezTo>
                  <a:pt x="3949312" y="4148310"/>
                  <a:pt x="3949097" y="4140839"/>
                  <a:pt x="3948867" y="4131833"/>
                </a:cubicBezTo>
                <a:cubicBezTo>
                  <a:pt x="3948580" y="4121221"/>
                  <a:pt x="3948337" y="4111800"/>
                  <a:pt x="3948136" y="4103568"/>
                </a:cubicBezTo>
                <a:cubicBezTo>
                  <a:pt x="3947935" y="4095337"/>
                  <a:pt x="3947835" y="4088669"/>
                  <a:pt x="3947835" y="4083564"/>
                </a:cubicBezTo>
                <a:lnTo>
                  <a:pt x="3947835" y="4077283"/>
                </a:lnTo>
                <a:cubicBezTo>
                  <a:pt x="3947835" y="4075390"/>
                  <a:pt x="3947892" y="4073382"/>
                  <a:pt x="3948007" y="4071260"/>
                </a:cubicBezTo>
                <a:cubicBezTo>
                  <a:pt x="3953227" y="4070858"/>
                  <a:pt x="3957271" y="4070228"/>
                  <a:pt x="3960139" y="4069367"/>
                </a:cubicBezTo>
                <a:cubicBezTo>
                  <a:pt x="3963007" y="4068507"/>
                  <a:pt x="3965086" y="4067560"/>
                  <a:pt x="3966377" y="4066528"/>
                </a:cubicBezTo>
                <a:cubicBezTo>
                  <a:pt x="3967667" y="4065495"/>
                  <a:pt x="3968427" y="4064477"/>
                  <a:pt x="3968657" y="4063473"/>
                </a:cubicBezTo>
                <a:cubicBezTo>
                  <a:pt x="3968886" y="4062469"/>
                  <a:pt x="3969001" y="4061623"/>
                  <a:pt x="3969001" y="4060935"/>
                </a:cubicBezTo>
                <a:close/>
                <a:moveTo>
                  <a:pt x="3341893" y="4060935"/>
                </a:moveTo>
                <a:cubicBezTo>
                  <a:pt x="3340459" y="4060935"/>
                  <a:pt x="3337964" y="4061050"/>
                  <a:pt x="3334407" y="4061279"/>
                </a:cubicBezTo>
                <a:cubicBezTo>
                  <a:pt x="3330793" y="4061509"/>
                  <a:pt x="3326233" y="4061767"/>
                  <a:pt x="3320727" y="4062054"/>
                </a:cubicBezTo>
                <a:cubicBezTo>
                  <a:pt x="3315220" y="4062340"/>
                  <a:pt x="3308796" y="4062599"/>
                  <a:pt x="3301453" y="4062828"/>
                </a:cubicBezTo>
                <a:cubicBezTo>
                  <a:pt x="3294111" y="4063057"/>
                  <a:pt x="3285995" y="4063172"/>
                  <a:pt x="3277103" y="4063172"/>
                </a:cubicBezTo>
                <a:cubicBezTo>
                  <a:pt x="3273088" y="4063172"/>
                  <a:pt x="3269073" y="4063143"/>
                  <a:pt x="3265058" y="4063086"/>
                </a:cubicBezTo>
                <a:cubicBezTo>
                  <a:pt x="3261043" y="4063029"/>
                  <a:pt x="3257199" y="4062971"/>
                  <a:pt x="3253528" y="4062914"/>
                </a:cubicBezTo>
                <a:cubicBezTo>
                  <a:pt x="3249857" y="4062857"/>
                  <a:pt x="3246416" y="4062771"/>
                  <a:pt x="3243203" y="4062656"/>
                </a:cubicBezTo>
                <a:cubicBezTo>
                  <a:pt x="3239991" y="4062541"/>
                  <a:pt x="3237152" y="4062455"/>
                  <a:pt x="3234685" y="4062398"/>
                </a:cubicBezTo>
                <a:cubicBezTo>
                  <a:pt x="3232219" y="4062340"/>
                  <a:pt x="3230211" y="4062283"/>
                  <a:pt x="3228662" y="4062226"/>
                </a:cubicBezTo>
                <a:cubicBezTo>
                  <a:pt x="3227114" y="4062168"/>
                  <a:pt x="3226167" y="4062140"/>
                  <a:pt x="3225823" y="4062140"/>
                </a:cubicBezTo>
                <a:cubicBezTo>
                  <a:pt x="3225020" y="4062140"/>
                  <a:pt x="3224188" y="4062398"/>
                  <a:pt x="3223328" y="4062914"/>
                </a:cubicBezTo>
                <a:cubicBezTo>
                  <a:pt x="3222467" y="4063430"/>
                  <a:pt x="3221951" y="4064606"/>
                  <a:pt x="3221779" y="4066442"/>
                </a:cubicBezTo>
                <a:cubicBezTo>
                  <a:pt x="3221263" y="4073669"/>
                  <a:pt x="3220833" y="4080208"/>
                  <a:pt x="3220489" y="4086059"/>
                </a:cubicBezTo>
                <a:cubicBezTo>
                  <a:pt x="3220087" y="4091910"/>
                  <a:pt x="3219714" y="4096900"/>
                  <a:pt x="3219370" y="4101030"/>
                </a:cubicBezTo>
                <a:lnTo>
                  <a:pt x="3227286" y="4101719"/>
                </a:lnTo>
                <a:cubicBezTo>
                  <a:pt x="3228146" y="4096958"/>
                  <a:pt x="3228949" y="4092942"/>
                  <a:pt x="3229695" y="4089673"/>
                </a:cubicBezTo>
                <a:cubicBezTo>
                  <a:pt x="3230441" y="4086403"/>
                  <a:pt x="3231387" y="4083693"/>
                  <a:pt x="3232534" y="4081542"/>
                </a:cubicBezTo>
                <a:cubicBezTo>
                  <a:pt x="3233682" y="4079391"/>
                  <a:pt x="3235144" y="4077727"/>
                  <a:pt x="3236922" y="4076552"/>
                </a:cubicBezTo>
                <a:cubicBezTo>
                  <a:pt x="3238701" y="4075376"/>
                  <a:pt x="3241052" y="4074515"/>
                  <a:pt x="3243978" y="4073970"/>
                </a:cubicBezTo>
                <a:cubicBezTo>
                  <a:pt x="3246903" y="4073425"/>
                  <a:pt x="3250517" y="4073096"/>
                  <a:pt x="3254819" y="4072981"/>
                </a:cubicBezTo>
                <a:cubicBezTo>
                  <a:pt x="3259121" y="4072866"/>
                  <a:pt x="3264398" y="4072809"/>
                  <a:pt x="3270651" y="4072809"/>
                </a:cubicBezTo>
                <a:lnTo>
                  <a:pt x="3270651" y="4077541"/>
                </a:lnTo>
                <a:cubicBezTo>
                  <a:pt x="3270651" y="4079147"/>
                  <a:pt x="3270679" y="4080983"/>
                  <a:pt x="3270737" y="4083048"/>
                </a:cubicBezTo>
                <a:cubicBezTo>
                  <a:pt x="3270737" y="4085170"/>
                  <a:pt x="3270737" y="4087637"/>
                  <a:pt x="3270737" y="4090447"/>
                </a:cubicBezTo>
                <a:cubicBezTo>
                  <a:pt x="3270737" y="4093315"/>
                  <a:pt x="3270765" y="4096728"/>
                  <a:pt x="3270823" y="4100686"/>
                </a:cubicBezTo>
                <a:cubicBezTo>
                  <a:pt x="3270823" y="4104644"/>
                  <a:pt x="3270823" y="4109319"/>
                  <a:pt x="3270823" y="4114711"/>
                </a:cubicBezTo>
                <a:lnTo>
                  <a:pt x="3270823" y="4152311"/>
                </a:lnTo>
                <a:cubicBezTo>
                  <a:pt x="3270823" y="4157990"/>
                  <a:pt x="3270794" y="4163152"/>
                  <a:pt x="3270737" y="4167798"/>
                </a:cubicBezTo>
                <a:cubicBezTo>
                  <a:pt x="3270679" y="4172445"/>
                  <a:pt x="3270593" y="4176618"/>
                  <a:pt x="3270478" y="4180317"/>
                </a:cubicBezTo>
                <a:cubicBezTo>
                  <a:pt x="3270364" y="4184017"/>
                  <a:pt x="3270192" y="4187301"/>
                  <a:pt x="3269962" y="4190169"/>
                </a:cubicBezTo>
                <a:cubicBezTo>
                  <a:pt x="3264398" y="4190513"/>
                  <a:pt x="3260110" y="4191144"/>
                  <a:pt x="3257099" y="4192062"/>
                </a:cubicBezTo>
                <a:cubicBezTo>
                  <a:pt x="3254088" y="4192980"/>
                  <a:pt x="3251894" y="4193955"/>
                  <a:pt x="3250517" y="4194987"/>
                </a:cubicBezTo>
                <a:cubicBezTo>
                  <a:pt x="3249140" y="4196020"/>
                  <a:pt x="3248337" y="4197038"/>
                  <a:pt x="3248108" y="4198042"/>
                </a:cubicBezTo>
                <a:cubicBezTo>
                  <a:pt x="3247878" y="4199046"/>
                  <a:pt x="3247764" y="4199806"/>
                  <a:pt x="3247764" y="4200322"/>
                </a:cubicBezTo>
                <a:cubicBezTo>
                  <a:pt x="3247993" y="4200265"/>
                  <a:pt x="3249026" y="4200150"/>
                  <a:pt x="3250861" y="4199978"/>
                </a:cubicBezTo>
                <a:cubicBezTo>
                  <a:pt x="3252697" y="4199806"/>
                  <a:pt x="3255120" y="4199634"/>
                  <a:pt x="3258131" y="4199462"/>
                </a:cubicBezTo>
                <a:cubicBezTo>
                  <a:pt x="3261143" y="4199289"/>
                  <a:pt x="3264642" y="4199132"/>
                  <a:pt x="3268629" y="4198988"/>
                </a:cubicBezTo>
                <a:cubicBezTo>
                  <a:pt x="3272615" y="4198845"/>
                  <a:pt x="3276874" y="4198773"/>
                  <a:pt x="3281406" y="4198773"/>
                </a:cubicBezTo>
                <a:cubicBezTo>
                  <a:pt x="3285593" y="4198773"/>
                  <a:pt x="3289580" y="4198831"/>
                  <a:pt x="3293365" y="4198945"/>
                </a:cubicBezTo>
                <a:cubicBezTo>
                  <a:pt x="3297151" y="4199060"/>
                  <a:pt x="3300536" y="4199203"/>
                  <a:pt x="3303518" y="4199376"/>
                </a:cubicBezTo>
                <a:cubicBezTo>
                  <a:pt x="3306501" y="4199548"/>
                  <a:pt x="3308982" y="4199705"/>
                  <a:pt x="3310961" y="4199849"/>
                </a:cubicBezTo>
                <a:cubicBezTo>
                  <a:pt x="3312940" y="4199992"/>
                  <a:pt x="3314245" y="4200093"/>
                  <a:pt x="3314876" y="4200150"/>
                </a:cubicBezTo>
                <a:lnTo>
                  <a:pt x="3318317" y="4192062"/>
                </a:lnTo>
                <a:cubicBezTo>
                  <a:pt x="3312409" y="4191718"/>
                  <a:pt x="3307820" y="4191374"/>
                  <a:pt x="3304551" y="4191029"/>
                </a:cubicBezTo>
                <a:cubicBezTo>
                  <a:pt x="3301281" y="4190685"/>
                  <a:pt x="3298858" y="4190212"/>
                  <a:pt x="3297280" y="4189610"/>
                </a:cubicBezTo>
                <a:cubicBezTo>
                  <a:pt x="3295703" y="4189007"/>
                  <a:pt x="3294728" y="4188219"/>
                  <a:pt x="3294355" y="4187244"/>
                </a:cubicBezTo>
                <a:cubicBezTo>
                  <a:pt x="3293982" y="4186268"/>
                  <a:pt x="3293767" y="4185007"/>
                  <a:pt x="3293710" y="4183458"/>
                </a:cubicBezTo>
                <a:cubicBezTo>
                  <a:pt x="3293595" y="4182368"/>
                  <a:pt x="3293509" y="4181178"/>
                  <a:pt x="3293451" y="4179887"/>
                </a:cubicBezTo>
                <a:cubicBezTo>
                  <a:pt x="3293394" y="4178596"/>
                  <a:pt x="3293337" y="4177048"/>
                  <a:pt x="3293279" y="4175241"/>
                </a:cubicBezTo>
                <a:cubicBezTo>
                  <a:pt x="3293222" y="4173434"/>
                  <a:pt x="3293193" y="4171269"/>
                  <a:pt x="3293193" y="4168745"/>
                </a:cubicBezTo>
                <a:lnTo>
                  <a:pt x="3293193" y="4095265"/>
                </a:lnTo>
                <a:cubicBezTo>
                  <a:pt x="3293193" y="4090619"/>
                  <a:pt x="3293222" y="4086432"/>
                  <a:pt x="3293279" y="4082703"/>
                </a:cubicBezTo>
                <a:cubicBezTo>
                  <a:pt x="3293337" y="4078975"/>
                  <a:pt x="3293423" y="4075562"/>
                  <a:pt x="3293538" y="4072465"/>
                </a:cubicBezTo>
                <a:cubicBezTo>
                  <a:pt x="3296864" y="4072407"/>
                  <a:pt x="3299661" y="4072364"/>
                  <a:pt x="3301927" y="4072335"/>
                </a:cubicBezTo>
                <a:cubicBezTo>
                  <a:pt x="3304192" y="4072307"/>
                  <a:pt x="3306100" y="4072292"/>
                  <a:pt x="3307648" y="4072292"/>
                </a:cubicBezTo>
                <a:lnTo>
                  <a:pt x="3313843" y="4072292"/>
                </a:lnTo>
                <a:cubicBezTo>
                  <a:pt x="3317170" y="4072292"/>
                  <a:pt x="3320024" y="4072393"/>
                  <a:pt x="3322404" y="4072594"/>
                </a:cubicBezTo>
                <a:cubicBezTo>
                  <a:pt x="3324785" y="4072794"/>
                  <a:pt x="3326807" y="4073239"/>
                  <a:pt x="3328470" y="4073927"/>
                </a:cubicBezTo>
                <a:cubicBezTo>
                  <a:pt x="3330134" y="4074616"/>
                  <a:pt x="3331510" y="4075576"/>
                  <a:pt x="3332600" y="4076810"/>
                </a:cubicBezTo>
                <a:cubicBezTo>
                  <a:pt x="3333690" y="4078043"/>
                  <a:pt x="3334622" y="4079692"/>
                  <a:pt x="3335397" y="4081757"/>
                </a:cubicBezTo>
                <a:cubicBezTo>
                  <a:pt x="3336171" y="4083822"/>
                  <a:pt x="3336845" y="4086360"/>
                  <a:pt x="3337418" y="4089372"/>
                </a:cubicBezTo>
                <a:cubicBezTo>
                  <a:pt x="3337992" y="4092383"/>
                  <a:pt x="3338623" y="4095983"/>
                  <a:pt x="3339311" y="4100170"/>
                </a:cubicBezTo>
                <a:lnTo>
                  <a:pt x="3347227" y="4099482"/>
                </a:lnTo>
                <a:cubicBezTo>
                  <a:pt x="3347170" y="4097761"/>
                  <a:pt x="3347113" y="4095753"/>
                  <a:pt x="3347055" y="4093459"/>
                </a:cubicBezTo>
                <a:cubicBezTo>
                  <a:pt x="3346998" y="4091164"/>
                  <a:pt x="3346940" y="4088812"/>
                  <a:pt x="3346883" y="4086403"/>
                </a:cubicBezTo>
                <a:cubicBezTo>
                  <a:pt x="3346826" y="4083994"/>
                  <a:pt x="3346797" y="4081585"/>
                  <a:pt x="3346797" y="4079176"/>
                </a:cubicBezTo>
                <a:cubicBezTo>
                  <a:pt x="3346740" y="4076767"/>
                  <a:pt x="3346697" y="4074587"/>
                  <a:pt x="3346668" y="4072637"/>
                </a:cubicBezTo>
                <a:cubicBezTo>
                  <a:pt x="3346639" y="4070686"/>
                  <a:pt x="3346625" y="4069052"/>
                  <a:pt x="3346625" y="4067732"/>
                </a:cubicBezTo>
                <a:cubicBezTo>
                  <a:pt x="3346568" y="4066413"/>
                  <a:pt x="3346539" y="4065581"/>
                  <a:pt x="3346539" y="4065237"/>
                </a:cubicBezTo>
                <a:cubicBezTo>
                  <a:pt x="3346367" y="4063402"/>
                  <a:pt x="3345922" y="4062226"/>
                  <a:pt x="3345205" y="4061709"/>
                </a:cubicBezTo>
                <a:cubicBezTo>
                  <a:pt x="3344488" y="4061193"/>
                  <a:pt x="3343384" y="4060935"/>
                  <a:pt x="3341893" y="4060935"/>
                </a:cubicBezTo>
                <a:close/>
                <a:moveTo>
                  <a:pt x="8587355" y="4060763"/>
                </a:moveTo>
                <a:lnTo>
                  <a:pt x="8567049" y="4063860"/>
                </a:lnTo>
                <a:cubicBezTo>
                  <a:pt x="8566533" y="4065237"/>
                  <a:pt x="8566145" y="4066685"/>
                  <a:pt x="8565887" y="4068206"/>
                </a:cubicBezTo>
                <a:cubicBezTo>
                  <a:pt x="8565629" y="4069726"/>
                  <a:pt x="8565500" y="4071088"/>
                  <a:pt x="8565501" y="4072292"/>
                </a:cubicBezTo>
                <a:cubicBezTo>
                  <a:pt x="8565500" y="4074472"/>
                  <a:pt x="8565859" y="4076336"/>
                  <a:pt x="8566576" y="4077885"/>
                </a:cubicBezTo>
                <a:cubicBezTo>
                  <a:pt x="8567293" y="4079434"/>
                  <a:pt x="8568253" y="4080710"/>
                  <a:pt x="8569459" y="4081714"/>
                </a:cubicBezTo>
                <a:cubicBezTo>
                  <a:pt x="8570663" y="4082718"/>
                  <a:pt x="8572039" y="4083464"/>
                  <a:pt x="8573589" y="4083951"/>
                </a:cubicBezTo>
                <a:cubicBezTo>
                  <a:pt x="8575137" y="4084439"/>
                  <a:pt x="8576743" y="4084682"/>
                  <a:pt x="8578407" y="4084682"/>
                </a:cubicBezTo>
                <a:cubicBezTo>
                  <a:pt x="8581159" y="4084682"/>
                  <a:pt x="8583856" y="4084080"/>
                  <a:pt x="8586495" y="4082876"/>
                </a:cubicBezTo>
                <a:cubicBezTo>
                  <a:pt x="8589133" y="4081671"/>
                  <a:pt x="8591198" y="4079864"/>
                  <a:pt x="8592689" y="4077455"/>
                </a:cubicBezTo>
                <a:cubicBezTo>
                  <a:pt x="8590681" y="4075390"/>
                  <a:pt x="8589348" y="4073210"/>
                  <a:pt x="8588689" y="4070916"/>
                </a:cubicBezTo>
                <a:cubicBezTo>
                  <a:pt x="8588029" y="4068621"/>
                  <a:pt x="8587699" y="4066098"/>
                  <a:pt x="8587699" y="4063344"/>
                </a:cubicBezTo>
                <a:lnTo>
                  <a:pt x="8587699" y="4061279"/>
                </a:lnTo>
                <a:close/>
                <a:moveTo>
                  <a:pt x="7587230" y="4060763"/>
                </a:moveTo>
                <a:lnTo>
                  <a:pt x="7566925" y="4063860"/>
                </a:lnTo>
                <a:cubicBezTo>
                  <a:pt x="7566408" y="4065237"/>
                  <a:pt x="7566021" y="4066685"/>
                  <a:pt x="7565763" y="4068206"/>
                </a:cubicBezTo>
                <a:cubicBezTo>
                  <a:pt x="7565505" y="4069726"/>
                  <a:pt x="7565376" y="4071088"/>
                  <a:pt x="7565376" y="4072292"/>
                </a:cubicBezTo>
                <a:cubicBezTo>
                  <a:pt x="7565376" y="4074472"/>
                  <a:pt x="7565734" y="4076336"/>
                  <a:pt x="7566451" y="4077885"/>
                </a:cubicBezTo>
                <a:cubicBezTo>
                  <a:pt x="7567168" y="4079434"/>
                  <a:pt x="7568129" y="4080710"/>
                  <a:pt x="7569334" y="4081714"/>
                </a:cubicBezTo>
                <a:cubicBezTo>
                  <a:pt x="7570538" y="4082718"/>
                  <a:pt x="7571915" y="4083464"/>
                  <a:pt x="7573464" y="4083951"/>
                </a:cubicBezTo>
                <a:cubicBezTo>
                  <a:pt x="7575012" y="4084439"/>
                  <a:pt x="7576618" y="4084682"/>
                  <a:pt x="7578282" y="4084682"/>
                </a:cubicBezTo>
                <a:cubicBezTo>
                  <a:pt x="7581035" y="4084682"/>
                  <a:pt x="7583731" y="4084080"/>
                  <a:pt x="7586370" y="4082876"/>
                </a:cubicBezTo>
                <a:cubicBezTo>
                  <a:pt x="7589008" y="4081671"/>
                  <a:pt x="7591073" y="4079864"/>
                  <a:pt x="7592565" y="4077455"/>
                </a:cubicBezTo>
                <a:cubicBezTo>
                  <a:pt x="7590557" y="4075390"/>
                  <a:pt x="7589223" y="4073210"/>
                  <a:pt x="7588564" y="4070916"/>
                </a:cubicBezTo>
                <a:cubicBezTo>
                  <a:pt x="7587904" y="4068621"/>
                  <a:pt x="7587574" y="4066098"/>
                  <a:pt x="7587574" y="4063344"/>
                </a:cubicBezTo>
                <a:lnTo>
                  <a:pt x="7587574" y="4061279"/>
                </a:lnTo>
                <a:close/>
                <a:moveTo>
                  <a:pt x="7149081" y="4060763"/>
                </a:moveTo>
                <a:lnTo>
                  <a:pt x="7128775" y="4063860"/>
                </a:lnTo>
                <a:cubicBezTo>
                  <a:pt x="7128258" y="4065237"/>
                  <a:pt x="7127871" y="4066685"/>
                  <a:pt x="7127613" y="4068206"/>
                </a:cubicBezTo>
                <a:cubicBezTo>
                  <a:pt x="7127355" y="4069726"/>
                  <a:pt x="7127226" y="4071088"/>
                  <a:pt x="7127226" y="4072292"/>
                </a:cubicBezTo>
                <a:cubicBezTo>
                  <a:pt x="7127226" y="4074472"/>
                  <a:pt x="7127585" y="4076336"/>
                  <a:pt x="7128302" y="4077885"/>
                </a:cubicBezTo>
                <a:cubicBezTo>
                  <a:pt x="7129019" y="4079434"/>
                  <a:pt x="7129980" y="4080710"/>
                  <a:pt x="7131184" y="4081714"/>
                </a:cubicBezTo>
                <a:cubicBezTo>
                  <a:pt x="7132389" y="4082718"/>
                  <a:pt x="7133765" y="4083464"/>
                  <a:pt x="7135314" y="4083951"/>
                </a:cubicBezTo>
                <a:cubicBezTo>
                  <a:pt x="7136863" y="4084439"/>
                  <a:pt x="7138469" y="4084682"/>
                  <a:pt x="7140132" y="4084682"/>
                </a:cubicBezTo>
                <a:cubicBezTo>
                  <a:pt x="7142885" y="4084682"/>
                  <a:pt x="7145582" y="4084080"/>
                  <a:pt x="7148220" y="4082876"/>
                </a:cubicBezTo>
                <a:cubicBezTo>
                  <a:pt x="7150859" y="4081671"/>
                  <a:pt x="7152924" y="4079864"/>
                  <a:pt x="7154415" y="4077455"/>
                </a:cubicBezTo>
                <a:cubicBezTo>
                  <a:pt x="7152408" y="4075390"/>
                  <a:pt x="7151074" y="4073210"/>
                  <a:pt x="7150414" y="4070916"/>
                </a:cubicBezTo>
                <a:cubicBezTo>
                  <a:pt x="7149755" y="4068621"/>
                  <a:pt x="7149425" y="4066098"/>
                  <a:pt x="7149425" y="4063344"/>
                </a:cubicBezTo>
                <a:lnTo>
                  <a:pt x="7149425" y="4061279"/>
                </a:lnTo>
                <a:close/>
                <a:moveTo>
                  <a:pt x="5663182" y="4060763"/>
                </a:moveTo>
                <a:lnTo>
                  <a:pt x="5642875" y="4063860"/>
                </a:lnTo>
                <a:cubicBezTo>
                  <a:pt x="5642359" y="4065237"/>
                  <a:pt x="5641972" y="4066685"/>
                  <a:pt x="5641714" y="4068206"/>
                </a:cubicBezTo>
                <a:cubicBezTo>
                  <a:pt x="5641456" y="4069726"/>
                  <a:pt x="5641327" y="4071088"/>
                  <a:pt x="5641327" y="4072292"/>
                </a:cubicBezTo>
                <a:cubicBezTo>
                  <a:pt x="5641327" y="4074472"/>
                  <a:pt x="5641685" y="4076336"/>
                  <a:pt x="5642402" y="4077885"/>
                </a:cubicBezTo>
                <a:cubicBezTo>
                  <a:pt x="5643119" y="4079434"/>
                  <a:pt x="5644080" y="4080710"/>
                  <a:pt x="5645285" y="4081714"/>
                </a:cubicBezTo>
                <a:cubicBezTo>
                  <a:pt x="5646489" y="4082718"/>
                  <a:pt x="5647866" y="4083464"/>
                  <a:pt x="5649414" y="4083951"/>
                </a:cubicBezTo>
                <a:cubicBezTo>
                  <a:pt x="5650963" y="4084439"/>
                  <a:pt x="5652569" y="4084682"/>
                  <a:pt x="5654233" y="4084682"/>
                </a:cubicBezTo>
                <a:cubicBezTo>
                  <a:pt x="5656986" y="4084682"/>
                  <a:pt x="5659682" y="4084080"/>
                  <a:pt x="5662321" y="4082876"/>
                </a:cubicBezTo>
                <a:cubicBezTo>
                  <a:pt x="5664959" y="4081671"/>
                  <a:pt x="5667024" y="4079864"/>
                  <a:pt x="5668516" y="4077455"/>
                </a:cubicBezTo>
                <a:cubicBezTo>
                  <a:pt x="5666508" y="4075390"/>
                  <a:pt x="5665174" y="4073210"/>
                  <a:pt x="5664515" y="4070916"/>
                </a:cubicBezTo>
                <a:cubicBezTo>
                  <a:pt x="5663855" y="4068621"/>
                  <a:pt x="5663525" y="4066098"/>
                  <a:pt x="5663525" y="4063344"/>
                </a:cubicBezTo>
                <a:lnTo>
                  <a:pt x="5663525" y="4061279"/>
                </a:lnTo>
                <a:close/>
                <a:moveTo>
                  <a:pt x="8091666" y="4059214"/>
                </a:moveTo>
                <a:cubicBezTo>
                  <a:pt x="8090519" y="4059444"/>
                  <a:pt x="8089329" y="4059659"/>
                  <a:pt x="8088096" y="4059860"/>
                </a:cubicBezTo>
                <a:cubicBezTo>
                  <a:pt x="8086863" y="4060060"/>
                  <a:pt x="8085630" y="4060247"/>
                  <a:pt x="8084396" y="4060419"/>
                </a:cubicBezTo>
                <a:cubicBezTo>
                  <a:pt x="8083163" y="4060591"/>
                  <a:pt x="8081973" y="4060734"/>
                  <a:pt x="8080826" y="4060849"/>
                </a:cubicBezTo>
                <a:cubicBezTo>
                  <a:pt x="8079678" y="4060964"/>
                  <a:pt x="8078646" y="4061050"/>
                  <a:pt x="8077728" y="4061107"/>
                </a:cubicBezTo>
                <a:cubicBezTo>
                  <a:pt x="8076982" y="4063229"/>
                  <a:pt x="8076251" y="4065294"/>
                  <a:pt x="8075534" y="4067302"/>
                </a:cubicBezTo>
                <a:cubicBezTo>
                  <a:pt x="8074817" y="4069310"/>
                  <a:pt x="8073999" y="4071504"/>
                  <a:pt x="8073082" y="4073884"/>
                </a:cubicBezTo>
                <a:cubicBezTo>
                  <a:pt x="8072164" y="4076265"/>
                  <a:pt x="8071074" y="4078989"/>
                  <a:pt x="8069812" y="4082058"/>
                </a:cubicBezTo>
                <a:cubicBezTo>
                  <a:pt x="8068550" y="4085127"/>
                  <a:pt x="8067002" y="4088798"/>
                  <a:pt x="8065166" y="4093071"/>
                </a:cubicBezTo>
                <a:cubicBezTo>
                  <a:pt x="8063330" y="4097345"/>
                  <a:pt x="8061151" y="4102364"/>
                  <a:pt x="8058627" y="4108129"/>
                </a:cubicBezTo>
                <a:cubicBezTo>
                  <a:pt x="8056103" y="4113893"/>
                  <a:pt x="8053120" y="4120648"/>
                  <a:pt x="8049679" y="4128391"/>
                </a:cubicBezTo>
                <a:cubicBezTo>
                  <a:pt x="8046810" y="4134758"/>
                  <a:pt x="8044000" y="4140996"/>
                  <a:pt x="8041247" y="4147105"/>
                </a:cubicBezTo>
                <a:cubicBezTo>
                  <a:pt x="8038493" y="4153214"/>
                  <a:pt x="8035855" y="4158965"/>
                  <a:pt x="8033331" y="4164357"/>
                </a:cubicBezTo>
                <a:cubicBezTo>
                  <a:pt x="8030807" y="4169749"/>
                  <a:pt x="8028455" y="4174653"/>
                  <a:pt x="8026276" y="4179070"/>
                </a:cubicBezTo>
                <a:cubicBezTo>
                  <a:pt x="8024096" y="4183486"/>
                  <a:pt x="8022203" y="4187186"/>
                  <a:pt x="8020597" y="4190169"/>
                </a:cubicBezTo>
                <a:cubicBezTo>
                  <a:pt x="8016008" y="4190513"/>
                  <a:pt x="8012451" y="4191115"/>
                  <a:pt x="8009928" y="4191976"/>
                </a:cubicBezTo>
                <a:cubicBezTo>
                  <a:pt x="8007403" y="4192836"/>
                  <a:pt x="8005539" y="4193768"/>
                  <a:pt x="8004335" y="4194772"/>
                </a:cubicBezTo>
                <a:cubicBezTo>
                  <a:pt x="8003130" y="4195776"/>
                  <a:pt x="8002413" y="4196751"/>
                  <a:pt x="8002184" y="4197698"/>
                </a:cubicBezTo>
                <a:cubicBezTo>
                  <a:pt x="8001954" y="4198644"/>
                  <a:pt x="8001840" y="4199404"/>
                  <a:pt x="8001840" y="4199978"/>
                </a:cubicBezTo>
                <a:cubicBezTo>
                  <a:pt x="8002126" y="4199920"/>
                  <a:pt x="8003116" y="4199820"/>
                  <a:pt x="8004808" y="4199677"/>
                </a:cubicBezTo>
                <a:cubicBezTo>
                  <a:pt x="8006500" y="4199533"/>
                  <a:pt x="8008537" y="4199404"/>
                  <a:pt x="8010917" y="4199289"/>
                </a:cubicBezTo>
                <a:cubicBezTo>
                  <a:pt x="8013298" y="4199175"/>
                  <a:pt x="8015850" y="4199060"/>
                  <a:pt x="8018575" y="4198945"/>
                </a:cubicBezTo>
                <a:cubicBezTo>
                  <a:pt x="8021299" y="4198831"/>
                  <a:pt x="8023837" y="4198773"/>
                  <a:pt x="8026190" y="4198773"/>
                </a:cubicBezTo>
                <a:cubicBezTo>
                  <a:pt x="8028312" y="4198773"/>
                  <a:pt x="8030692" y="4198816"/>
                  <a:pt x="8033331" y="4198902"/>
                </a:cubicBezTo>
                <a:cubicBezTo>
                  <a:pt x="8035969" y="4198988"/>
                  <a:pt x="8038493" y="4199089"/>
                  <a:pt x="8040903" y="4199203"/>
                </a:cubicBezTo>
                <a:cubicBezTo>
                  <a:pt x="8043311" y="4199318"/>
                  <a:pt x="8045405" y="4199433"/>
                  <a:pt x="8047184" y="4199548"/>
                </a:cubicBezTo>
                <a:cubicBezTo>
                  <a:pt x="8048962" y="4199662"/>
                  <a:pt x="8050081" y="4199748"/>
                  <a:pt x="8050539" y="4199806"/>
                </a:cubicBezTo>
                <a:lnTo>
                  <a:pt x="8053981" y="4192062"/>
                </a:lnTo>
                <a:cubicBezTo>
                  <a:pt x="8050367" y="4191833"/>
                  <a:pt x="8047427" y="4191603"/>
                  <a:pt x="8045162" y="4191374"/>
                </a:cubicBezTo>
                <a:cubicBezTo>
                  <a:pt x="8042896" y="4191144"/>
                  <a:pt x="8041117" y="4190872"/>
                  <a:pt x="8039827" y="4190556"/>
                </a:cubicBezTo>
                <a:cubicBezTo>
                  <a:pt x="8038536" y="4190241"/>
                  <a:pt x="8037647" y="4189854"/>
                  <a:pt x="8037160" y="4189395"/>
                </a:cubicBezTo>
                <a:cubicBezTo>
                  <a:pt x="8036672" y="4188936"/>
                  <a:pt x="8036428" y="4188362"/>
                  <a:pt x="8036428" y="4187674"/>
                </a:cubicBezTo>
                <a:cubicBezTo>
                  <a:pt x="8036428" y="4187100"/>
                  <a:pt x="8036558" y="4186355"/>
                  <a:pt x="8036816" y="4185437"/>
                </a:cubicBezTo>
                <a:cubicBezTo>
                  <a:pt x="8037074" y="4184519"/>
                  <a:pt x="8037519" y="4183171"/>
                  <a:pt x="8038149" y="4181393"/>
                </a:cubicBezTo>
                <a:cubicBezTo>
                  <a:pt x="8038493" y="4180360"/>
                  <a:pt x="8038952" y="4179127"/>
                  <a:pt x="8039526" y="4177693"/>
                </a:cubicBezTo>
                <a:cubicBezTo>
                  <a:pt x="8040099" y="4176259"/>
                  <a:pt x="8040831" y="4174438"/>
                  <a:pt x="8041720" y="4172229"/>
                </a:cubicBezTo>
                <a:cubicBezTo>
                  <a:pt x="8042609" y="4170021"/>
                  <a:pt x="8043741" y="4167311"/>
                  <a:pt x="8045119" y="4164099"/>
                </a:cubicBezTo>
                <a:cubicBezTo>
                  <a:pt x="8046495" y="4160886"/>
                  <a:pt x="8048187" y="4156957"/>
                  <a:pt x="8050195" y="4152311"/>
                </a:cubicBezTo>
                <a:cubicBezTo>
                  <a:pt x="8057135" y="4152081"/>
                  <a:pt x="8064506" y="4151938"/>
                  <a:pt x="8072308" y="4151881"/>
                </a:cubicBezTo>
                <a:cubicBezTo>
                  <a:pt x="8080108" y="4151823"/>
                  <a:pt x="8088741" y="4151795"/>
                  <a:pt x="8098205" y="4151795"/>
                </a:cubicBezTo>
                <a:cubicBezTo>
                  <a:pt x="8101131" y="4159825"/>
                  <a:pt x="8103669" y="4167053"/>
                  <a:pt x="8105820" y="4173477"/>
                </a:cubicBezTo>
                <a:cubicBezTo>
                  <a:pt x="8107971" y="4179901"/>
                  <a:pt x="8109793" y="4185523"/>
                  <a:pt x="8111284" y="4190341"/>
                </a:cubicBezTo>
                <a:cubicBezTo>
                  <a:pt x="8107039" y="4190743"/>
                  <a:pt x="8103770" y="4191374"/>
                  <a:pt x="8101475" y="4192234"/>
                </a:cubicBezTo>
                <a:cubicBezTo>
                  <a:pt x="8099181" y="4193095"/>
                  <a:pt x="8097474" y="4194012"/>
                  <a:pt x="8096356" y="4194987"/>
                </a:cubicBezTo>
                <a:cubicBezTo>
                  <a:pt x="8095237" y="4195963"/>
                  <a:pt x="8094578" y="4196923"/>
                  <a:pt x="8094377" y="4197870"/>
                </a:cubicBezTo>
                <a:cubicBezTo>
                  <a:pt x="8094176" y="4198816"/>
                  <a:pt x="8094076" y="4199576"/>
                  <a:pt x="8094076" y="4200150"/>
                </a:cubicBezTo>
                <a:cubicBezTo>
                  <a:pt x="8094420" y="4200093"/>
                  <a:pt x="8095553" y="4199992"/>
                  <a:pt x="8097474" y="4199849"/>
                </a:cubicBezTo>
                <a:cubicBezTo>
                  <a:pt x="8099396" y="4199705"/>
                  <a:pt x="8101819" y="4199548"/>
                  <a:pt x="8104745" y="4199376"/>
                </a:cubicBezTo>
                <a:cubicBezTo>
                  <a:pt x="8107670" y="4199203"/>
                  <a:pt x="8110926" y="4199060"/>
                  <a:pt x="8114510" y="4198945"/>
                </a:cubicBezTo>
                <a:cubicBezTo>
                  <a:pt x="8118096" y="4198831"/>
                  <a:pt x="8121724" y="4198773"/>
                  <a:pt x="8125395" y="4198773"/>
                </a:cubicBezTo>
                <a:cubicBezTo>
                  <a:pt x="8128836" y="4198773"/>
                  <a:pt x="8132149" y="4198831"/>
                  <a:pt x="8135332" y="4198945"/>
                </a:cubicBezTo>
                <a:cubicBezTo>
                  <a:pt x="8138516" y="4199060"/>
                  <a:pt x="8141413" y="4199175"/>
                  <a:pt x="8144022" y="4199289"/>
                </a:cubicBezTo>
                <a:cubicBezTo>
                  <a:pt x="8146633" y="4199404"/>
                  <a:pt x="8148855" y="4199533"/>
                  <a:pt x="8150691" y="4199677"/>
                </a:cubicBezTo>
                <a:cubicBezTo>
                  <a:pt x="8152527" y="4199820"/>
                  <a:pt x="8153788" y="4199920"/>
                  <a:pt x="8154476" y="4199978"/>
                </a:cubicBezTo>
                <a:lnTo>
                  <a:pt x="8154653" y="4199580"/>
                </a:lnTo>
                <a:lnTo>
                  <a:pt x="8154609" y="4199978"/>
                </a:lnTo>
                <a:cubicBezTo>
                  <a:pt x="8154839" y="4199920"/>
                  <a:pt x="8155642" y="4199834"/>
                  <a:pt x="8157018" y="4199720"/>
                </a:cubicBezTo>
                <a:cubicBezTo>
                  <a:pt x="8158395" y="4199605"/>
                  <a:pt x="8160202" y="4199476"/>
                  <a:pt x="8162439" y="4199332"/>
                </a:cubicBezTo>
                <a:cubicBezTo>
                  <a:pt x="8164676" y="4199189"/>
                  <a:pt x="8167272" y="4199060"/>
                  <a:pt x="8170226" y="4198945"/>
                </a:cubicBezTo>
                <a:cubicBezTo>
                  <a:pt x="8173179" y="4198831"/>
                  <a:pt x="8176377" y="4198773"/>
                  <a:pt x="8179819" y="4198773"/>
                </a:cubicBezTo>
                <a:cubicBezTo>
                  <a:pt x="8182572" y="4198773"/>
                  <a:pt x="8185283" y="4198802"/>
                  <a:pt x="8187950" y="4198859"/>
                </a:cubicBezTo>
                <a:cubicBezTo>
                  <a:pt x="8190617" y="4198917"/>
                  <a:pt x="8193055" y="4198988"/>
                  <a:pt x="8195264" y="4199074"/>
                </a:cubicBezTo>
                <a:cubicBezTo>
                  <a:pt x="8197472" y="4199160"/>
                  <a:pt x="8199336" y="4199261"/>
                  <a:pt x="8200856" y="4199376"/>
                </a:cubicBezTo>
                <a:cubicBezTo>
                  <a:pt x="8202376" y="4199490"/>
                  <a:pt x="8203366" y="4199576"/>
                  <a:pt x="8203825" y="4199634"/>
                </a:cubicBezTo>
                <a:lnTo>
                  <a:pt x="8206922" y="4192406"/>
                </a:lnTo>
                <a:cubicBezTo>
                  <a:pt x="8203079" y="4192005"/>
                  <a:pt x="8200082" y="4191632"/>
                  <a:pt x="8197931" y="4191288"/>
                </a:cubicBezTo>
                <a:cubicBezTo>
                  <a:pt x="8195780" y="4190943"/>
                  <a:pt x="8194188" y="4190499"/>
                  <a:pt x="8193156" y="4189954"/>
                </a:cubicBezTo>
                <a:cubicBezTo>
                  <a:pt x="8192123" y="4189409"/>
                  <a:pt x="8191478" y="4188706"/>
                  <a:pt x="8191220" y="4187846"/>
                </a:cubicBezTo>
                <a:cubicBezTo>
                  <a:pt x="8190961" y="4186985"/>
                  <a:pt x="8190804" y="4185810"/>
                  <a:pt x="8190746" y="4184318"/>
                </a:cubicBezTo>
                <a:cubicBezTo>
                  <a:pt x="8190632" y="4182769"/>
                  <a:pt x="8190546" y="4181106"/>
                  <a:pt x="8190488" y="4179328"/>
                </a:cubicBezTo>
                <a:cubicBezTo>
                  <a:pt x="8190431" y="4177550"/>
                  <a:pt x="8190374" y="4175456"/>
                  <a:pt x="8190316" y="4173047"/>
                </a:cubicBezTo>
                <a:cubicBezTo>
                  <a:pt x="8190259" y="4170638"/>
                  <a:pt x="8190230" y="4167770"/>
                  <a:pt x="8190230" y="4164443"/>
                </a:cubicBezTo>
                <a:lnTo>
                  <a:pt x="8190230" y="4142416"/>
                </a:lnTo>
                <a:cubicBezTo>
                  <a:pt x="8190230" y="4140351"/>
                  <a:pt x="8190259" y="4138214"/>
                  <a:pt x="8190316" y="4136006"/>
                </a:cubicBezTo>
                <a:cubicBezTo>
                  <a:pt x="8190374" y="4133798"/>
                  <a:pt x="8190460" y="4131661"/>
                  <a:pt x="8190574" y="4129596"/>
                </a:cubicBezTo>
                <a:cubicBezTo>
                  <a:pt x="8192123" y="4128047"/>
                  <a:pt x="8193815" y="4126599"/>
                  <a:pt x="8195651" y="4125251"/>
                </a:cubicBezTo>
                <a:cubicBezTo>
                  <a:pt x="8197486" y="4123903"/>
                  <a:pt x="8199437" y="4122713"/>
                  <a:pt x="8201502" y="4121680"/>
                </a:cubicBezTo>
                <a:cubicBezTo>
                  <a:pt x="8203567" y="4120648"/>
                  <a:pt x="8205703" y="4119845"/>
                  <a:pt x="8207912" y="4119271"/>
                </a:cubicBezTo>
                <a:cubicBezTo>
                  <a:pt x="8210120" y="4118697"/>
                  <a:pt x="8212400" y="4118411"/>
                  <a:pt x="8214752" y="4118411"/>
                </a:cubicBezTo>
                <a:cubicBezTo>
                  <a:pt x="8218939" y="4118411"/>
                  <a:pt x="8222194" y="4119328"/>
                  <a:pt x="8224518" y="4121164"/>
                </a:cubicBezTo>
                <a:cubicBezTo>
                  <a:pt x="8226841" y="4122999"/>
                  <a:pt x="8228561" y="4125394"/>
                  <a:pt x="8229680" y="4128348"/>
                </a:cubicBezTo>
                <a:cubicBezTo>
                  <a:pt x="8230799" y="4131302"/>
                  <a:pt x="8231472" y="4134615"/>
                  <a:pt x="8231702" y="4138286"/>
                </a:cubicBezTo>
                <a:cubicBezTo>
                  <a:pt x="8231932" y="4141957"/>
                  <a:pt x="8232046" y="4145600"/>
                  <a:pt x="8232046" y="4149213"/>
                </a:cubicBezTo>
                <a:cubicBezTo>
                  <a:pt x="8232046" y="4153401"/>
                  <a:pt x="8232003" y="4157387"/>
                  <a:pt x="8231917" y="4161173"/>
                </a:cubicBezTo>
                <a:cubicBezTo>
                  <a:pt x="8231831" y="4164959"/>
                  <a:pt x="8231674" y="4168816"/>
                  <a:pt x="8231444" y="4172746"/>
                </a:cubicBezTo>
                <a:cubicBezTo>
                  <a:pt x="8231214" y="4176675"/>
                  <a:pt x="8230942" y="4180776"/>
                  <a:pt x="8230626" y="4185050"/>
                </a:cubicBezTo>
                <a:cubicBezTo>
                  <a:pt x="8230311" y="4189323"/>
                  <a:pt x="8229924" y="4194012"/>
                  <a:pt x="8229465" y="4199117"/>
                </a:cubicBezTo>
                <a:cubicBezTo>
                  <a:pt x="8231128" y="4199003"/>
                  <a:pt x="8232964" y="4198917"/>
                  <a:pt x="8234972" y="4198859"/>
                </a:cubicBezTo>
                <a:cubicBezTo>
                  <a:pt x="8236979" y="4198802"/>
                  <a:pt x="8239188" y="4198773"/>
                  <a:pt x="8241597" y="4198773"/>
                </a:cubicBezTo>
                <a:cubicBezTo>
                  <a:pt x="8244637" y="4198773"/>
                  <a:pt x="8247519" y="4198802"/>
                  <a:pt x="8250244" y="4198859"/>
                </a:cubicBezTo>
                <a:cubicBezTo>
                  <a:pt x="8252969" y="4198917"/>
                  <a:pt x="8255406" y="4198988"/>
                  <a:pt x="8257557" y="4199074"/>
                </a:cubicBezTo>
                <a:cubicBezTo>
                  <a:pt x="8259708" y="4199160"/>
                  <a:pt x="8261501" y="4199261"/>
                  <a:pt x="8262935" y="4199376"/>
                </a:cubicBezTo>
                <a:cubicBezTo>
                  <a:pt x="8264369" y="4199490"/>
                  <a:pt x="8265316" y="4199576"/>
                  <a:pt x="8265774" y="4199634"/>
                </a:cubicBezTo>
                <a:lnTo>
                  <a:pt x="8268872" y="4192406"/>
                </a:lnTo>
                <a:cubicBezTo>
                  <a:pt x="8265028" y="4192005"/>
                  <a:pt x="8261989" y="4191589"/>
                  <a:pt x="8259751" y="4191158"/>
                </a:cubicBezTo>
                <a:cubicBezTo>
                  <a:pt x="8257514" y="4190728"/>
                  <a:pt x="8255822" y="4190155"/>
                  <a:pt x="8254675" y="4189438"/>
                </a:cubicBezTo>
                <a:cubicBezTo>
                  <a:pt x="8253528" y="4188721"/>
                  <a:pt x="8252797" y="4187817"/>
                  <a:pt x="8252481" y="4186727"/>
                </a:cubicBezTo>
                <a:cubicBezTo>
                  <a:pt x="8252165" y="4185638"/>
                  <a:pt x="8252008" y="4184232"/>
                  <a:pt x="8252008" y="4182511"/>
                </a:cubicBezTo>
                <a:cubicBezTo>
                  <a:pt x="8252008" y="4180733"/>
                  <a:pt x="8252094" y="4178209"/>
                  <a:pt x="8252266" y="4174940"/>
                </a:cubicBezTo>
                <a:cubicBezTo>
                  <a:pt x="8252438" y="4171670"/>
                  <a:pt x="8252610" y="4168085"/>
                  <a:pt x="8252782" y="4164185"/>
                </a:cubicBezTo>
                <a:cubicBezTo>
                  <a:pt x="8252954" y="4160284"/>
                  <a:pt x="8253126" y="4156269"/>
                  <a:pt x="8253298" y="4152139"/>
                </a:cubicBezTo>
                <a:cubicBezTo>
                  <a:pt x="8253470" y="4148009"/>
                  <a:pt x="8253556" y="4144166"/>
                  <a:pt x="8253556" y="4140609"/>
                </a:cubicBezTo>
                <a:cubicBezTo>
                  <a:pt x="8253556" y="4138888"/>
                  <a:pt x="8253513" y="4137082"/>
                  <a:pt x="8253427" y="4135189"/>
                </a:cubicBezTo>
                <a:cubicBezTo>
                  <a:pt x="8253341" y="4133296"/>
                  <a:pt x="8253155" y="4131432"/>
                  <a:pt x="8252868" y="4129596"/>
                </a:cubicBezTo>
                <a:cubicBezTo>
                  <a:pt x="8254417" y="4128047"/>
                  <a:pt x="8256095" y="4126599"/>
                  <a:pt x="8257902" y="4125251"/>
                </a:cubicBezTo>
                <a:cubicBezTo>
                  <a:pt x="8259708" y="4123903"/>
                  <a:pt x="8261616" y="4122713"/>
                  <a:pt x="8263623" y="4121680"/>
                </a:cubicBezTo>
                <a:cubicBezTo>
                  <a:pt x="8265631" y="4120648"/>
                  <a:pt x="8267739" y="4119845"/>
                  <a:pt x="8269947" y="4119271"/>
                </a:cubicBezTo>
                <a:cubicBezTo>
                  <a:pt x="8272156" y="4118697"/>
                  <a:pt x="8274436" y="4118411"/>
                  <a:pt x="8276788" y="4118411"/>
                </a:cubicBezTo>
                <a:cubicBezTo>
                  <a:pt x="8280975" y="4118411"/>
                  <a:pt x="8284259" y="4119328"/>
                  <a:pt x="8286639" y="4121164"/>
                </a:cubicBezTo>
                <a:cubicBezTo>
                  <a:pt x="8289020" y="4122999"/>
                  <a:pt x="8290769" y="4125380"/>
                  <a:pt x="8291888" y="4128305"/>
                </a:cubicBezTo>
                <a:cubicBezTo>
                  <a:pt x="8293006" y="4131231"/>
                  <a:pt x="8293695" y="4134558"/>
                  <a:pt x="8293953" y="4138286"/>
                </a:cubicBezTo>
                <a:cubicBezTo>
                  <a:pt x="8294211" y="4142015"/>
                  <a:pt x="8294340" y="4145772"/>
                  <a:pt x="8294340" y="4149558"/>
                </a:cubicBezTo>
                <a:cubicBezTo>
                  <a:pt x="8294340" y="4153630"/>
                  <a:pt x="8294282" y="4157559"/>
                  <a:pt x="8294168" y="4161345"/>
                </a:cubicBezTo>
                <a:cubicBezTo>
                  <a:pt x="8294053" y="4165131"/>
                  <a:pt x="8293881" y="4168974"/>
                  <a:pt x="8293652" y="4172875"/>
                </a:cubicBezTo>
                <a:cubicBezTo>
                  <a:pt x="8293422" y="4176775"/>
                  <a:pt x="8293107" y="4180862"/>
                  <a:pt x="8292705" y="4185136"/>
                </a:cubicBezTo>
                <a:cubicBezTo>
                  <a:pt x="8292304" y="4189409"/>
                  <a:pt x="8291816" y="4194070"/>
                  <a:pt x="8291243" y="4199117"/>
                </a:cubicBezTo>
                <a:cubicBezTo>
                  <a:pt x="8292906" y="4199003"/>
                  <a:pt x="8294770" y="4198917"/>
                  <a:pt x="8296835" y="4198859"/>
                </a:cubicBezTo>
                <a:cubicBezTo>
                  <a:pt x="8298900" y="4198802"/>
                  <a:pt x="8301137" y="4198773"/>
                  <a:pt x="8303546" y="4198773"/>
                </a:cubicBezTo>
                <a:cubicBezTo>
                  <a:pt x="8306586" y="4198773"/>
                  <a:pt x="8309498" y="4198802"/>
                  <a:pt x="8312280" y="4198859"/>
                </a:cubicBezTo>
                <a:cubicBezTo>
                  <a:pt x="8315061" y="4198917"/>
                  <a:pt x="8317571" y="4198988"/>
                  <a:pt x="8319808" y="4199074"/>
                </a:cubicBezTo>
                <a:cubicBezTo>
                  <a:pt x="8322045" y="4199160"/>
                  <a:pt x="8323924" y="4199261"/>
                  <a:pt x="8325444" y="4199376"/>
                </a:cubicBezTo>
                <a:cubicBezTo>
                  <a:pt x="8326964" y="4199490"/>
                  <a:pt x="8327954" y="4199576"/>
                  <a:pt x="8328412" y="4199634"/>
                </a:cubicBezTo>
                <a:lnTo>
                  <a:pt x="8331510" y="4192406"/>
                </a:lnTo>
                <a:cubicBezTo>
                  <a:pt x="8327610" y="4192005"/>
                  <a:pt x="8324497" y="4191589"/>
                  <a:pt x="8322174" y="4191158"/>
                </a:cubicBezTo>
                <a:cubicBezTo>
                  <a:pt x="8319851" y="4190728"/>
                  <a:pt x="8318087" y="4190169"/>
                  <a:pt x="8316883" y="4189481"/>
                </a:cubicBezTo>
                <a:cubicBezTo>
                  <a:pt x="8315678" y="4188792"/>
                  <a:pt x="8314889" y="4187903"/>
                  <a:pt x="8314517" y="4186813"/>
                </a:cubicBezTo>
                <a:cubicBezTo>
                  <a:pt x="8314144" y="4185724"/>
                  <a:pt x="8313957" y="4184318"/>
                  <a:pt x="8313957" y="4182597"/>
                </a:cubicBezTo>
                <a:cubicBezTo>
                  <a:pt x="8313957" y="4180819"/>
                  <a:pt x="8314058" y="4178267"/>
                  <a:pt x="8314259" y="4174940"/>
                </a:cubicBezTo>
                <a:cubicBezTo>
                  <a:pt x="8314459" y="4171613"/>
                  <a:pt x="8314703" y="4167970"/>
                  <a:pt x="8314990" y="4164012"/>
                </a:cubicBezTo>
                <a:cubicBezTo>
                  <a:pt x="8315220" y="4160112"/>
                  <a:pt x="8315449" y="4156125"/>
                  <a:pt x="8315678" y="4152053"/>
                </a:cubicBezTo>
                <a:cubicBezTo>
                  <a:pt x="8315908" y="4147980"/>
                  <a:pt x="8316022" y="4144338"/>
                  <a:pt x="8316022" y="4141125"/>
                </a:cubicBezTo>
                <a:cubicBezTo>
                  <a:pt x="8316022" y="4135504"/>
                  <a:pt x="8315578" y="4130299"/>
                  <a:pt x="8314689" y="4125509"/>
                </a:cubicBezTo>
                <a:cubicBezTo>
                  <a:pt x="8313800" y="4120719"/>
                  <a:pt x="8312323" y="4116575"/>
                  <a:pt x="8310258" y="4113076"/>
                </a:cubicBezTo>
                <a:cubicBezTo>
                  <a:pt x="8308193" y="4109577"/>
                  <a:pt x="8305439" y="4106838"/>
                  <a:pt x="8301998" y="4104859"/>
                </a:cubicBezTo>
                <a:cubicBezTo>
                  <a:pt x="8298556" y="4102880"/>
                  <a:pt x="8294282" y="4101891"/>
                  <a:pt x="8289178" y="4101891"/>
                </a:cubicBezTo>
                <a:cubicBezTo>
                  <a:pt x="8285506" y="4101891"/>
                  <a:pt x="8281993" y="4102393"/>
                  <a:pt x="8278638" y="4103396"/>
                </a:cubicBezTo>
                <a:cubicBezTo>
                  <a:pt x="8275282" y="4104400"/>
                  <a:pt x="8272055" y="4105777"/>
                  <a:pt x="8268958" y="4107526"/>
                </a:cubicBezTo>
                <a:cubicBezTo>
                  <a:pt x="8265860" y="4109276"/>
                  <a:pt x="8262892" y="4111327"/>
                  <a:pt x="8260053" y="4113678"/>
                </a:cubicBezTo>
                <a:cubicBezTo>
                  <a:pt x="8257213" y="4116030"/>
                  <a:pt x="8254474" y="4118525"/>
                  <a:pt x="8251836" y="4121164"/>
                </a:cubicBezTo>
                <a:lnTo>
                  <a:pt x="8251147" y="4121164"/>
                </a:lnTo>
                <a:cubicBezTo>
                  <a:pt x="8250344" y="4118239"/>
                  <a:pt x="8249269" y="4115586"/>
                  <a:pt x="8247921" y="4113205"/>
                </a:cubicBezTo>
                <a:cubicBezTo>
                  <a:pt x="8246573" y="4110825"/>
                  <a:pt x="8244924" y="4108803"/>
                  <a:pt x="8242973" y="4107139"/>
                </a:cubicBezTo>
                <a:cubicBezTo>
                  <a:pt x="8241023" y="4105476"/>
                  <a:pt x="8238743" y="4104185"/>
                  <a:pt x="8236133" y="4103267"/>
                </a:cubicBezTo>
                <a:cubicBezTo>
                  <a:pt x="8233523" y="4102350"/>
                  <a:pt x="8230555" y="4101891"/>
                  <a:pt x="8227228" y="4101891"/>
                </a:cubicBezTo>
                <a:cubicBezTo>
                  <a:pt x="8223557" y="4101891"/>
                  <a:pt x="8220072" y="4102421"/>
                  <a:pt x="8216774" y="4103482"/>
                </a:cubicBezTo>
                <a:cubicBezTo>
                  <a:pt x="8213476" y="4104544"/>
                  <a:pt x="8210306" y="4105963"/>
                  <a:pt x="8207266" y="4107741"/>
                </a:cubicBezTo>
                <a:cubicBezTo>
                  <a:pt x="8204226" y="4109520"/>
                  <a:pt x="8201315" y="4111556"/>
                  <a:pt x="8198533" y="4113850"/>
                </a:cubicBezTo>
                <a:cubicBezTo>
                  <a:pt x="8195751" y="4116145"/>
                  <a:pt x="8193041" y="4118525"/>
                  <a:pt x="8190402" y="4120992"/>
                </a:cubicBezTo>
                <a:lnTo>
                  <a:pt x="8189886" y="4120820"/>
                </a:lnTo>
                <a:cubicBezTo>
                  <a:pt x="8189886" y="4116862"/>
                  <a:pt x="8189957" y="4113406"/>
                  <a:pt x="8190101" y="4110452"/>
                </a:cubicBezTo>
                <a:cubicBezTo>
                  <a:pt x="8190245" y="4107498"/>
                  <a:pt x="8190402" y="4104931"/>
                  <a:pt x="8190574" y="4102751"/>
                </a:cubicBezTo>
                <a:lnTo>
                  <a:pt x="8189026" y="4101891"/>
                </a:lnTo>
                <a:cubicBezTo>
                  <a:pt x="8187706" y="4102350"/>
                  <a:pt x="8185900" y="4102909"/>
                  <a:pt x="8183605" y="4103568"/>
                </a:cubicBezTo>
                <a:cubicBezTo>
                  <a:pt x="8181310" y="4104228"/>
                  <a:pt x="8178672" y="4104902"/>
                  <a:pt x="8175689" y="4105590"/>
                </a:cubicBezTo>
                <a:cubicBezTo>
                  <a:pt x="8172706" y="4106279"/>
                  <a:pt x="8169423" y="4106938"/>
                  <a:pt x="8165837" y="4107569"/>
                </a:cubicBezTo>
                <a:cubicBezTo>
                  <a:pt x="8162252" y="4108200"/>
                  <a:pt x="8158509" y="4108717"/>
                  <a:pt x="8154609" y="4109118"/>
                </a:cubicBezTo>
                <a:lnTo>
                  <a:pt x="8152888" y="4116174"/>
                </a:lnTo>
                <a:cubicBezTo>
                  <a:pt x="8156502" y="4116174"/>
                  <a:pt x="8159327" y="4116217"/>
                  <a:pt x="8161363" y="4116303"/>
                </a:cubicBezTo>
                <a:cubicBezTo>
                  <a:pt x="8163400" y="4116389"/>
                  <a:pt x="8164934" y="4116675"/>
                  <a:pt x="8165966" y="4117163"/>
                </a:cubicBezTo>
                <a:cubicBezTo>
                  <a:pt x="8166999" y="4117651"/>
                  <a:pt x="8167659" y="4118396"/>
                  <a:pt x="8167945" y="4119400"/>
                </a:cubicBezTo>
                <a:cubicBezTo>
                  <a:pt x="8168232" y="4120404"/>
                  <a:pt x="8168433" y="4121852"/>
                  <a:pt x="8168548" y="4123745"/>
                </a:cubicBezTo>
                <a:cubicBezTo>
                  <a:pt x="8168605" y="4124778"/>
                  <a:pt x="8168677" y="4126240"/>
                  <a:pt x="8168763" y="4128133"/>
                </a:cubicBezTo>
                <a:cubicBezTo>
                  <a:pt x="8168849" y="4130026"/>
                  <a:pt x="8168920" y="4132536"/>
                  <a:pt x="8168978" y="4135662"/>
                </a:cubicBezTo>
                <a:cubicBezTo>
                  <a:pt x="8169035" y="4138788"/>
                  <a:pt x="8169092" y="4142603"/>
                  <a:pt x="8169150" y="4147105"/>
                </a:cubicBezTo>
                <a:cubicBezTo>
                  <a:pt x="8169208" y="4151608"/>
                  <a:pt x="8169236" y="4156957"/>
                  <a:pt x="8169236" y="4163152"/>
                </a:cubicBezTo>
                <a:lnTo>
                  <a:pt x="8169236" y="4167798"/>
                </a:lnTo>
                <a:cubicBezTo>
                  <a:pt x="8169236" y="4169921"/>
                  <a:pt x="8169208" y="4172287"/>
                  <a:pt x="8169150" y="4174897"/>
                </a:cubicBezTo>
                <a:cubicBezTo>
                  <a:pt x="8169092" y="4177507"/>
                  <a:pt x="8169006" y="4180174"/>
                  <a:pt x="8168892" y="4182899"/>
                </a:cubicBezTo>
                <a:cubicBezTo>
                  <a:pt x="8168777" y="4185623"/>
                  <a:pt x="8168605" y="4188104"/>
                  <a:pt x="8168376" y="4190341"/>
                </a:cubicBezTo>
                <a:cubicBezTo>
                  <a:pt x="8164934" y="4190800"/>
                  <a:pt x="8162281" y="4191488"/>
                  <a:pt x="8160417" y="4192406"/>
                </a:cubicBezTo>
                <a:lnTo>
                  <a:pt x="8156691" y="4194994"/>
                </a:lnTo>
                <a:lnTo>
                  <a:pt x="8157918" y="4192234"/>
                </a:lnTo>
                <a:cubicBezTo>
                  <a:pt x="8152928" y="4191890"/>
                  <a:pt x="8149013" y="4191531"/>
                  <a:pt x="8146174" y="4191158"/>
                </a:cubicBezTo>
                <a:cubicBezTo>
                  <a:pt x="8143334" y="4190786"/>
                  <a:pt x="8141126" y="4190226"/>
                  <a:pt x="8139548" y="4189481"/>
                </a:cubicBezTo>
                <a:cubicBezTo>
                  <a:pt x="8137971" y="4188735"/>
                  <a:pt x="8136810" y="4187760"/>
                  <a:pt x="8136064" y="4186555"/>
                </a:cubicBezTo>
                <a:cubicBezTo>
                  <a:pt x="8135318" y="4185351"/>
                  <a:pt x="8134515" y="4183745"/>
                  <a:pt x="8133654" y="4181737"/>
                </a:cubicBezTo>
                <a:cubicBezTo>
                  <a:pt x="8132737" y="4179787"/>
                  <a:pt x="8131676" y="4177277"/>
                  <a:pt x="8130471" y="4174208"/>
                </a:cubicBezTo>
                <a:cubicBezTo>
                  <a:pt x="8129266" y="4171140"/>
                  <a:pt x="8127861" y="4167368"/>
                  <a:pt x="8126255" y="4162894"/>
                </a:cubicBezTo>
                <a:cubicBezTo>
                  <a:pt x="8124649" y="4158420"/>
                  <a:pt x="8122785" y="4153157"/>
                  <a:pt x="8120662" y="4147105"/>
                </a:cubicBezTo>
                <a:cubicBezTo>
                  <a:pt x="8118540" y="4141054"/>
                  <a:pt x="8116102" y="4134070"/>
                  <a:pt x="8113349" y="4126154"/>
                </a:cubicBezTo>
                <a:cubicBezTo>
                  <a:pt x="8110022" y="4116690"/>
                  <a:pt x="8107183" y="4108530"/>
                  <a:pt x="8104831" y="4101676"/>
                </a:cubicBezTo>
                <a:cubicBezTo>
                  <a:pt x="8102479" y="4094821"/>
                  <a:pt x="8100486" y="4088827"/>
                  <a:pt x="8098851" y="4083693"/>
                </a:cubicBezTo>
                <a:cubicBezTo>
                  <a:pt x="8097216" y="4078559"/>
                  <a:pt x="8095839" y="4074071"/>
                  <a:pt x="8094721" y="4070228"/>
                </a:cubicBezTo>
                <a:cubicBezTo>
                  <a:pt x="8093602" y="4066384"/>
                  <a:pt x="8092584" y="4062713"/>
                  <a:pt x="8091666" y="4059214"/>
                </a:cubicBezTo>
                <a:close/>
                <a:moveTo>
                  <a:pt x="7494689" y="4059042"/>
                </a:moveTo>
                <a:cubicBezTo>
                  <a:pt x="7483561" y="4059042"/>
                  <a:pt x="7473165" y="4060792"/>
                  <a:pt x="7463499" y="4064291"/>
                </a:cubicBezTo>
                <a:cubicBezTo>
                  <a:pt x="7453834" y="4067790"/>
                  <a:pt x="7445402" y="4072809"/>
                  <a:pt x="7438203" y="4079348"/>
                </a:cubicBezTo>
                <a:cubicBezTo>
                  <a:pt x="7431004" y="4085887"/>
                  <a:pt x="7425340" y="4093831"/>
                  <a:pt x="7421210" y="4103181"/>
                </a:cubicBezTo>
                <a:cubicBezTo>
                  <a:pt x="7417080" y="4112531"/>
                  <a:pt x="7415015" y="4123057"/>
                  <a:pt x="7415015" y="4134758"/>
                </a:cubicBezTo>
                <a:cubicBezTo>
                  <a:pt x="7415015" y="4145198"/>
                  <a:pt x="7416707" y="4154562"/>
                  <a:pt x="7420092" y="4162851"/>
                </a:cubicBezTo>
                <a:cubicBezTo>
                  <a:pt x="7423476" y="4171140"/>
                  <a:pt x="7428251" y="4178166"/>
                  <a:pt x="7434418" y="4183931"/>
                </a:cubicBezTo>
                <a:cubicBezTo>
                  <a:pt x="7440584" y="4189696"/>
                  <a:pt x="7447998" y="4194098"/>
                  <a:pt x="7456659" y="4197138"/>
                </a:cubicBezTo>
                <a:cubicBezTo>
                  <a:pt x="7465321" y="4200179"/>
                  <a:pt x="7474957" y="4201699"/>
                  <a:pt x="7485569" y="4201699"/>
                </a:cubicBezTo>
                <a:cubicBezTo>
                  <a:pt x="7489469" y="4201699"/>
                  <a:pt x="7493700" y="4201484"/>
                  <a:pt x="7498260" y="4201053"/>
                </a:cubicBezTo>
                <a:cubicBezTo>
                  <a:pt x="7502820" y="4200623"/>
                  <a:pt x="7507223" y="4200021"/>
                  <a:pt x="7511467" y="4199246"/>
                </a:cubicBezTo>
                <a:cubicBezTo>
                  <a:pt x="7515712" y="4198472"/>
                  <a:pt x="7519527" y="4197511"/>
                  <a:pt x="7522911" y="4196364"/>
                </a:cubicBezTo>
                <a:cubicBezTo>
                  <a:pt x="7526295" y="4195217"/>
                  <a:pt x="7528761" y="4193898"/>
                  <a:pt x="7530311" y="4192406"/>
                </a:cubicBezTo>
                <a:cubicBezTo>
                  <a:pt x="7531228" y="4191488"/>
                  <a:pt x="7532103" y="4190198"/>
                  <a:pt x="7532935" y="4188534"/>
                </a:cubicBezTo>
                <a:cubicBezTo>
                  <a:pt x="7533766" y="4186871"/>
                  <a:pt x="7534584" y="4184720"/>
                  <a:pt x="7535387" y="4182081"/>
                </a:cubicBezTo>
                <a:cubicBezTo>
                  <a:pt x="7536190" y="4179443"/>
                  <a:pt x="7537022" y="4176259"/>
                  <a:pt x="7537882" y="4172531"/>
                </a:cubicBezTo>
                <a:cubicBezTo>
                  <a:pt x="7538743" y="4168802"/>
                  <a:pt x="7539660" y="4164414"/>
                  <a:pt x="7540635" y="4159366"/>
                </a:cubicBezTo>
                <a:lnTo>
                  <a:pt x="7532892" y="4157645"/>
                </a:lnTo>
                <a:cubicBezTo>
                  <a:pt x="7531056" y="4162865"/>
                  <a:pt x="7529063" y="4167555"/>
                  <a:pt x="7526912" y="4171713"/>
                </a:cubicBezTo>
                <a:cubicBezTo>
                  <a:pt x="7524761" y="4175872"/>
                  <a:pt x="7522165" y="4179414"/>
                  <a:pt x="7519125" y="4182339"/>
                </a:cubicBezTo>
                <a:cubicBezTo>
                  <a:pt x="7516085" y="4185265"/>
                  <a:pt x="7512471" y="4187502"/>
                  <a:pt x="7508284" y="4189050"/>
                </a:cubicBezTo>
                <a:cubicBezTo>
                  <a:pt x="7504096" y="4190599"/>
                  <a:pt x="7499078" y="4191374"/>
                  <a:pt x="7493227" y="4191374"/>
                </a:cubicBezTo>
                <a:cubicBezTo>
                  <a:pt x="7487032" y="4191374"/>
                  <a:pt x="7481410" y="4190513"/>
                  <a:pt x="7476363" y="4188792"/>
                </a:cubicBezTo>
                <a:cubicBezTo>
                  <a:pt x="7471315" y="4187072"/>
                  <a:pt x="7466812" y="4184691"/>
                  <a:pt x="7462854" y="4181651"/>
                </a:cubicBezTo>
                <a:cubicBezTo>
                  <a:pt x="7458896" y="4178611"/>
                  <a:pt x="7455469" y="4174968"/>
                  <a:pt x="7452572" y="4170724"/>
                </a:cubicBezTo>
                <a:cubicBezTo>
                  <a:pt x="7449675" y="4166479"/>
                  <a:pt x="7447280" y="4161818"/>
                  <a:pt x="7445388" y="4156742"/>
                </a:cubicBezTo>
                <a:cubicBezTo>
                  <a:pt x="7443495" y="4151666"/>
                  <a:pt x="7442089" y="4146274"/>
                  <a:pt x="7441172" y="4140566"/>
                </a:cubicBezTo>
                <a:cubicBezTo>
                  <a:pt x="7440254" y="4134859"/>
                  <a:pt x="7439795" y="4128994"/>
                  <a:pt x="7439795" y="4122971"/>
                </a:cubicBezTo>
                <a:cubicBezTo>
                  <a:pt x="7439795" y="4105189"/>
                  <a:pt x="7443753" y="4091924"/>
                  <a:pt x="7451669" y="4083177"/>
                </a:cubicBezTo>
                <a:cubicBezTo>
                  <a:pt x="7459585" y="4074429"/>
                  <a:pt x="7471544" y="4070055"/>
                  <a:pt x="7487548" y="4070055"/>
                </a:cubicBezTo>
                <a:cubicBezTo>
                  <a:pt x="7493227" y="4070055"/>
                  <a:pt x="7498346" y="4070629"/>
                  <a:pt x="7502906" y="4071776"/>
                </a:cubicBezTo>
                <a:cubicBezTo>
                  <a:pt x="7507467" y="4072923"/>
                  <a:pt x="7511439" y="4074745"/>
                  <a:pt x="7514823" y="4077240"/>
                </a:cubicBezTo>
                <a:cubicBezTo>
                  <a:pt x="7518207" y="4079735"/>
                  <a:pt x="7520989" y="4082933"/>
                  <a:pt x="7523169" y="4086833"/>
                </a:cubicBezTo>
                <a:cubicBezTo>
                  <a:pt x="7525348" y="4090734"/>
                  <a:pt x="7526926" y="4095466"/>
                  <a:pt x="7527901" y="4101030"/>
                </a:cubicBezTo>
                <a:lnTo>
                  <a:pt x="7535473" y="4100342"/>
                </a:lnTo>
                <a:cubicBezTo>
                  <a:pt x="7535358" y="4097703"/>
                  <a:pt x="7535301" y="4094807"/>
                  <a:pt x="7535301" y="4091652"/>
                </a:cubicBezTo>
                <a:cubicBezTo>
                  <a:pt x="7535243" y="4088497"/>
                  <a:pt x="7535200" y="4085500"/>
                  <a:pt x="7535172" y="4082660"/>
                </a:cubicBezTo>
                <a:cubicBezTo>
                  <a:pt x="7535143" y="4079821"/>
                  <a:pt x="7535114" y="4077326"/>
                  <a:pt x="7535086" y="4075175"/>
                </a:cubicBezTo>
                <a:cubicBezTo>
                  <a:pt x="7535057" y="4073024"/>
                  <a:pt x="7535014" y="4071604"/>
                  <a:pt x="7534957" y="4070916"/>
                </a:cubicBezTo>
                <a:cubicBezTo>
                  <a:pt x="7534842" y="4069080"/>
                  <a:pt x="7534484" y="4067833"/>
                  <a:pt x="7533881" y="4067173"/>
                </a:cubicBezTo>
                <a:cubicBezTo>
                  <a:pt x="7533279" y="4066513"/>
                  <a:pt x="7532318" y="4065868"/>
                  <a:pt x="7530999" y="4065237"/>
                </a:cubicBezTo>
                <a:cubicBezTo>
                  <a:pt x="7529278" y="4064491"/>
                  <a:pt x="7527098" y="4063746"/>
                  <a:pt x="7524460" y="4063000"/>
                </a:cubicBezTo>
                <a:cubicBezTo>
                  <a:pt x="7521821" y="4062254"/>
                  <a:pt x="7518910" y="4061595"/>
                  <a:pt x="7515727" y="4061021"/>
                </a:cubicBezTo>
                <a:cubicBezTo>
                  <a:pt x="7512543" y="4060447"/>
                  <a:pt x="7509159" y="4059974"/>
                  <a:pt x="7505574" y="4059601"/>
                </a:cubicBezTo>
                <a:cubicBezTo>
                  <a:pt x="7501988" y="4059229"/>
                  <a:pt x="7498360" y="4059042"/>
                  <a:pt x="7494689" y="4059042"/>
                </a:cubicBezTo>
                <a:close/>
                <a:moveTo>
                  <a:pt x="4837216" y="4059042"/>
                </a:moveTo>
                <a:cubicBezTo>
                  <a:pt x="4826087" y="4059042"/>
                  <a:pt x="4815691" y="4060792"/>
                  <a:pt x="4806026" y="4064291"/>
                </a:cubicBezTo>
                <a:cubicBezTo>
                  <a:pt x="4796360" y="4067790"/>
                  <a:pt x="4787928" y="4072809"/>
                  <a:pt x="4780729" y="4079348"/>
                </a:cubicBezTo>
                <a:cubicBezTo>
                  <a:pt x="4773530" y="4085887"/>
                  <a:pt x="4767866" y="4093831"/>
                  <a:pt x="4763736" y="4103181"/>
                </a:cubicBezTo>
                <a:cubicBezTo>
                  <a:pt x="4759606" y="4112531"/>
                  <a:pt x="4757541" y="4123057"/>
                  <a:pt x="4757541" y="4134758"/>
                </a:cubicBezTo>
                <a:cubicBezTo>
                  <a:pt x="4757541" y="4145198"/>
                  <a:pt x="4759233" y="4154562"/>
                  <a:pt x="4762618" y="4162851"/>
                </a:cubicBezTo>
                <a:cubicBezTo>
                  <a:pt x="4766003" y="4171140"/>
                  <a:pt x="4770777" y="4178166"/>
                  <a:pt x="4776944" y="4183931"/>
                </a:cubicBezTo>
                <a:cubicBezTo>
                  <a:pt x="4783110" y="4189696"/>
                  <a:pt x="4790524" y="4194098"/>
                  <a:pt x="4799186" y="4197138"/>
                </a:cubicBezTo>
                <a:cubicBezTo>
                  <a:pt x="4807847" y="4200179"/>
                  <a:pt x="4817483" y="4201699"/>
                  <a:pt x="4828095" y="4201699"/>
                </a:cubicBezTo>
                <a:cubicBezTo>
                  <a:pt x="4831996" y="4201699"/>
                  <a:pt x="4836226" y="4201484"/>
                  <a:pt x="4840786" y="4201053"/>
                </a:cubicBezTo>
                <a:cubicBezTo>
                  <a:pt x="4845347" y="4200623"/>
                  <a:pt x="4849749" y="4200021"/>
                  <a:pt x="4853994" y="4199246"/>
                </a:cubicBezTo>
                <a:cubicBezTo>
                  <a:pt x="4858238" y="4198472"/>
                  <a:pt x="4862053" y="4197511"/>
                  <a:pt x="4865437" y="4196364"/>
                </a:cubicBezTo>
                <a:cubicBezTo>
                  <a:pt x="4868821" y="4195217"/>
                  <a:pt x="4871288" y="4193898"/>
                  <a:pt x="4872837" y="4192406"/>
                </a:cubicBezTo>
                <a:cubicBezTo>
                  <a:pt x="4873754" y="4191488"/>
                  <a:pt x="4874629" y="4190198"/>
                  <a:pt x="4875461" y="4188534"/>
                </a:cubicBezTo>
                <a:cubicBezTo>
                  <a:pt x="4876293" y="4186871"/>
                  <a:pt x="4877110" y="4184720"/>
                  <a:pt x="4877913" y="4182081"/>
                </a:cubicBezTo>
                <a:cubicBezTo>
                  <a:pt x="4878716" y="4179443"/>
                  <a:pt x="4879548" y="4176259"/>
                  <a:pt x="4880408" y="4172531"/>
                </a:cubicBezTo>
                <a:cubicBezTo>
                  <a:pt x="4881269" y="4168802"/>
                  <a:pt x="4882186" y="4164414"/>
                  <a:pt x="4883162" y="4159366"/>
                </a:cubicBezTo>
                <a:lnTo>
                  <a:pt x="4875418" y="4157645"/>
                </a:lnTo>
                <a:cubicBezTo>
                  <a:pt x="4873582" y="4162865"/>
                  <a:pt x="4871589" y="4167555"/>
                  <a:pt x="4869438" y="4171713"/>
                </a:cubicBezTo>
                <a:cubicBezTo>
                  <a:pt x="4867287" y="4175872"/>
                  <a:pt x="4864691" y="4179414"/>
                  <a:pt x="4861651" y="4182339"/>
                </a:cubicBezTo>
                <a:cubicBezTo>
                  <a:pt x="4858611" y="4185265"/>
                  <a:pt x="4854997" y="4187502"/>
                  <a:pt x="4850810" y="4189050"/>
                </a:cubicBezTo>
                <a:cubicBezTo>
                  <a:pt x="4846623" y="4190599"/>
                  <a:pt x="4841604" y="4191374"/>
                  <a:pt x="4835753" y="4191374"/>
                </a:cubicBezTo>
                <a:cubicBezTo>
                  <a:pt x="4829558" y="4191374"/>
                  <a:pt x="4823936" y="4190513"/>
                  <a:pt x="4818889" y="4188792"/>
                </a:cubicBezTo>
                <a:cubicBezTo>
                  <a:pt x="4813841" y="4187072"/>
                  <a:pt x="4809338" y="4184691"/>
                  <a:pt x="4805381" y="4181651"/>
                </a:cubicBezTo>
                <a:cubicBezTo>
                  <a:pt x="4801422" y="4178611"/>
                  <a:pt x="4797995" y="4174968"/>
                  <a:pt x="4795098" y="4170724"/>
                </a:cubicBezTo>
                <a:cubicBezTo>
                  <a:pt x="4792201" y="4166479"/>
                  <a:pt x="4789807" y="4161818"/>
                  <a:pt x="4787914" y="4156742"/>
                </a:cubicBezTo>
                <a:cubicBezTo>
                  <a:pt x="4786021" y="4151666"/>
                  <a:pt x="4784616" y="4146274"/>
                  <a:pt x="4783698" y="4140566"/>
                </a:cubicBezTo>
                <a:cubicBezTo>
                  <a:pt x="4782781" y="4134859"/>
                  <a:pt x="4782321" y="4128994"/>
                  <a:pt x="4782321" y="4122971"/>
                </a:cubicBezTo>
                <a:cubicBezTo>
                  <a:pt x="4782321" y="4105189"/>
                  <a:pt x="4786279" y="4091924"/>
                  <a:pt x="4794195" y="4083177"/>
                </a:cubicBezTo>
                <a:cubicBezTo>
                  <a:pt x="4802111" y="4074429"/>
                  <a:pt x="4814070" y="4070055"/>
                  <a:pt x="4830074" y="4070055"/>
                </a:cubicBezTo>
                <a:cubicBezTo>
                  <a:pt x="4835753" y="4070055"/>
                  <a:pt x="4840872" y="4070629"/>
                  <a:pt x="4845432" y="4071776"/>
                </a:cubicBezTo>
                <a:cubicBezTo>
                  <a:pt x="4849993" y="4072923"/>
                  <a:pt x="4853965" y="4074745"/>
                  <a:pt x="4857349" y="4077240"/>
                </a:cubicBezTo>
                <a:cubicBezTo>
                  <a:pt x="4860733" y="4079735"/>
                  <a:pt x="4863516" y="4082933"/>
                  <a:pt x="4865696" y="4086833"/>
                </a:cubicBezTo>
                <a:cubicBezTo>
                  <a:pt x="4867875" y="4090734"/>
                  <a:pt x="4869452" y="4095466"/>
                  <a:pt x="4870427" y="4101030"/>
                </a:cubicBezTo>
                <a:lnTo>
                  <a:pt x="4877999" y="4100342"/>
                </a:lnTo>
                <a:cubicBezTo>
                  <a:pt x="4877885" y="4097703"/>
                  <a:pt x="4877827" y="4094807"/>
                  <a:pt x="4877827" y="4091652"/>
                </a:cubicBezTo>
                <a:cubicBezTo>
                  <a:pt x="4877770" y="4088497"/>
                  <a:pt x="4877726" y="4085500"/>
                  <a:pt x="4877698" y="4082660"/>
                </a:cubicBezTo>
                <a:cubicBezTo>
                  <a:pt x="4877670" y="4079821"/>
                  <a:pt x="4877641" y="4077326"/>
                  <a:pt x="4877612" y="4075175"/>
                </a:cubicBezTo>
                <a:cubicBezTo>
                  <a:pt x="4877583" y="4073024"/>
                  <a:pt x="4877540" y="4071604"/>
                  <a:pt x="4877483" y="4070916"/>
                </a:cubicBezTo>
                <a:cubicBezTo>
                  <a:pt x="4877368" y="4069080"/>
                  <a:pt x="4877009" y="4067833"/>
                  <a:pt x="4876407" y="4067173"/>
                </a:cubicBezTo>
                <a:cubicBezTo>
                  <a:pt x="4875805" y="4066513"/>
                  <a:pt x="4874844" y="4065868"/>
                  <a:pt x="4873525" y="4065237"/>
                </a:cubicBezTo>
                <a:cubicBezTo>
                  <a:pt x="4871804" y="4064491"/>
                  <a:pt x="4869624" y="4063746"/>
                  <a:pt x="4866986" y="4063000"/>
                </a:cubicBezTo>
                <a:cubicBezTo>
                  <a:pt x="4864347" y="4062254"/>
                  <a:pt x="4861436" y="4061595"/>
                  <a:pt x="4858253" y="4061021"/>
                </a:cubicBezTo>
                <a:cubicBezTo>
                  <a:pt x="4855069" y="4060447"/>
                  <a:pt x="4851685" y="4059974"/>
                  <a:pt x="4848100" y="4059601"/>
                </a:cubicBezTo>
                <a:cubicBezTo>
                  <a:pt x="4844515" y="4059229"/>
                  <a:pt x="4840886" y="4059042"/>
                  <a:pt x="4837216" y="4059042"/>
                </a:cubicBezTo>
                <a:close/>
                <a:moveTo>
                  <a:pt x="8376686" y="4039425"/>
                </a:moveTo>
                <a:cubicBezTo>
                  <a:pt x="8375367" y="4039884"/>
                  <a:pt x="8373446" y="4040414"/>
                  <a:pt x="8370921" y="4041016"/>
                </a:cubicBezTo>
                <a:cubicBezTo>
                  <a:pt x="8368398" y="4041619"/>
                  <a:pt x="8365515" y="4042207"/>
                  <a:pt x="8362274" y="4042780"/>
                </a:cubicBezTo>
                <a:cubicBezTo>
                  <a:pt x="8359034" y="4043354"/>
                  <a:pt x="8355535" y="4043885"/>
                  <a:pt x="8351777" y="4044372"/>
                </a:cubicBezTo>
                <a:cubicBezTo>
                  <a:pt x="8348020" y="4044860"/>
                  <a:pt x="8344220" y="4045218"/>
                  <a:pt x="8340377" y="4045448"/>
                </a:cubicBezTo>
                <a:lnTo>
                  <a:pt x="8338656" y="4052503"/>
                </a:lnTo>
                <a:cubicBezTo>
                  <a:pt x="8342614" y="4052503"/>
                  <a:pt x="8345711" y="4052546"/>
                  <a:pt x="8347948" y="4052632"/>
                </a:cubicBezTo>
                <a:cubicBezTo>
                  <a:pt x="8350185" y="4052718"/>
                  <a:pt x="8351863" y="4052991"/>
                  <a:pt x="8352982" y="4053449"/>
                </a:cubicBezTo>
                <a:cubicBezTo>
                  <a:pt x="8354100" y="4053908"/>
                  <a:pt x="8354803" y="4054668"/>
                  <a:pt x="8355090" y="4055730"/>
                </a:cubicBezTo>
                <a:cubicBezTo>
                  <a:pt x="8355377" y="4056791"/>
                  <a:pt x="8355549" y="4058296"/>
                  <a:pt x="8355606" y="4060247"/>
                </a:cubicBezTo>
                <a:cubicBezTo>
                  <a:pt x="8355664" y="4062140"/>
                  <a:pt x="8355735" y="4065237"/>
                  <a:pt x="8355821" y="4069539"/>
                </a:cubicBezTo>
                <a:cubicBezTo>
                  <a:pt x="8355907" y="4073841"/>
                  <a:pt x="8355979" y="4078961"/>
                  <a:pt x="8356036" y="4084898"/>
                </a:cubicBezTo>
                <a:cubicBezTo>
                  <a:pt x="8356094" y="4090834"/>
                  <a:pt x="8356137" y="4097402"/>
                  <a:pt x="8356165" y="4104601"/>
                </a:cubicBezTo>
                <a:cubicBezTo>
                  <a:pt x="8356194" y="4111800"/>
                  <a:pt x="8356208" y="4119214"/>
                  <a:pt x="8356208" y="4126843"/>
                </a:cubicBezTo>
                <a:cubicBezTo>
                  <a:pt x="8356208" y="4133496"/>
                  <a:pt x="8356180" y="4140165"/>
                  <a:pt x="8356122" y="4146847"/>
                </a:cubicBezTo>
                <a:cubicBezTo>
                  <a:pt x="8356065" y="4153530"/>
                  <a:pt x="8355965" y="4160055"/>
                  <a:pt x="8355821" y="4166422"/>
                </a:cubicBezTo>
                <a:cubicBezTo>
                  <a:pt x="8355678" y="4172789"/>
                  <a:pt x="8355477" y="4178898"/>
                  <a:pt x="8355219" y="4184748"/>
                </a:cubicBezTo>
                <a:cubicBezTo>
                  <a:pt x="8354961" y="4190599"/>
                  <a:pt x="8354603" y="4196020"/>
                  <a:pt x="8354143" y="4201010"/>
                </a:cubicBezTo>
                <a:lnTo>
                  <a:pt x="8355520" y="4201699"/>
                </a:lnTo>
                <a:cubicBezTo>
                  <a:pt x="8357241" y="4200494"/>
                  <a:pt x="8359019" y="4199462"/>
                  <a:pt x="8360855" y="4198601"/>
                </a:cubicBezTo>
                <a:cubicBezTo>
                  <a:pt x="8362691" y="4197741"/>
                  <a:pt x="8364296" y="4197052"/>
                  <a:pt x="8365673" y="4196536"/>
                </a:cubicBezTo>
                <a:cubicBezTo>
                  <a:pt x="8368656" y="4197683"/>
                  <a:pt x="8371567" y="4198601"/>
                  <a:pt x="8374406" y="4199289"/>
                </a:cubicBezTo>
                <a:cubicBezTo>
                  <a:pt x="8377245" y="4199978"/>
                  <a:pt x="8379870" y="4200494"/>
                  <a:pt x="8382279" y="4200838"/>
                </a:cubicBezTo>
                <a:cubicBezTo>
                  <a:pt x="8384688" y="4201182"/>
                  <a:pt x="8386854" y="4201412"/>
                  <a:pt x="8388775" y="4201527"/>
                </a:cubicBezTo>
                <a:cubicBezTo>
                  <a:pt x="8390697" y="4201641"/>
                  <a:pt x="8392259" y="4201699"/>
                  <a:pt x="8393464" y="4201699"/>
                </a:cubicBezTo>
                <a:cubicBezTo>
                  <a:pt x="8399315" y="4201699"/>
                  <a:pt x="8404765" y="4200982"/>
                  <a:pt x="8409812" y="4199548"/>
                </a:cubicBezTo>
                <a:cubicBezTo>
                  <a:pt x="8414860" y="4198114"/>
                  <a:pt x="8419477" y="4196120"/>
                  <a:pt x="8423665" y="4193568"/>
                </a:cubicBezTo>
                <a:cubicBezTo>
                  <a:pt x="8427852" y="4191015"/>
                  <a:pt x="8431567" y="4187961"/>
                  <a:pt x="8434807" y="4184404"/>
                </a:cubicBezTo>
                <a:cubicBezTo>
                  <a:pt x="8438048" y="4180848"/>
                  <a:pt x="8440787" y="4176976"/>
                  <a:pt x="8443023" y="4172789"/>
                </a:cubicBezTo>
                <a:cubicBezTo>
                  <a:pt x="8445261" y="4168601"/>
                  <a:pt x="8446953" y="4164142"/>
                  <a:pt x="8448100" y="4159409"/>
                </a:cubicBezTo>
                <a:cubicBezTo>
                  <a:pt x="8449248" y="4154677"/>
                  <a:pt x="8449821" y="4149844"/>
                  <a:pt x="8449821" y="4144911"/>
                </a:cubicBezTo>
                <a:cubicBezTo>
                  <a:pt x="8449821" y="4138946"/>
                  <a:pt x="8448975" y="4133339"/>
                  <a:pt x="8447283" y="4128090"/>
                </a:cubicBezTo>
                <a:cubicBezTo>
                  <a:pt x="8445591" y="4122842"/>
                  <a:pt x="8443167" y="4118282"/>
                  <a:pt x="8440013" y="4114410"/>
                </a:cubicBezTo>
                <a:cubicBezTo>
                  <a:pt x="8436858" y="4110538"/>
                  <a:pt x="8433029" y="4107483"/>
                  <a:pt x="8428526" y="4105246"/>
                </a:cubicBezTo>
                <a:cubicBezTo>
                  <a:pt x="8424023" y="4103009"/>
                  <a:pt x="8418961" y="4101891"/>
                  <a:pt x="8413339" y="4101891"/>
                </a:cubicBezTo>
                <a:cubicBezTo>
                  <a:pt x="8409553" y="4101891"/>
                  <a:pt x="8405983" y="4102378"/>
                  <a:pt x="8402627" y="4103353"/>
                </a:cubicBezTo>
                <a:cubicBezTo>
                  <a:pt x="8399272" y="4104329"/>
                  <a:pt x="8396117" y="4105633"/>
                  <a:pt x="8393163" y="4107268"/>
                </a:cubicBezTo>
                <a:cubicBezTo>
                  <a:pt x="8390209" y="4108903"/>
                  <a:pt x="8387427" y="4110767"/>
                  <a:pt x="8384817" y="4112861"/>
                </a:cubicBezTo>
                <a:cubicBezTo>
                  <a:pt x="8382207" y="4114955"/>
                  <a:pt x="8379784" y="4117091"/>
                  <a:pt x="8377547" y="4119271"/>
                </a:cubicBezTo>
                <a:lnTo>
                  <a:pt x="8377030" y="4119099"/>
                </a:lnTo>
                <a:lnTo>
                  <a:pt x="8377030" y="4107139"/>
                </a:lnTo>
                <a:cubicBezTo>
                  <a:pt x="8377030" y="4102722"/>
                  <a:pt x="8377045" y="4098177"/>
                  <a:pt x="8377073" y="4093502"/>
                </a:cubicBezTo>
                <a:cubicBezTo>
                  <a:pt x="8377102" y="4088827"/>
                  <a:pt x="8377145" y="4084066"/>
                  <a:pt x="8377202" y="4079219"/>
                </a:cubicBezTo>
                <a:cubicBezTo>
                  <a:pt x="8377260" y="4074372"/>
                  <a:pt x="8377346" y="4069654"/>
                  <a:pt x="8377461" y="4065065"/>
                </a:cubicBezTo>
                <a:cubicBezTo>
                  <a:pt x="8377576" y="4060476"/>
                  <a:pt x="8377705" y="4056102"/>
                  <a:pt x="8377848" y="4051944"/>
                </a:cubicBezTo>
                <a:cubicBezTo>
                  <a:pt x="8377991" y="4047785"/>
                  <a:pt x="8378178" y="4044014"/>
                  <a:pt x="8378407" y="4040629"/>
                </a:cubicBezTo>
                <a:close/>
                <a:moveTo>
                  <a:pt x="7837873" y="4039425"/>
                </a:moveTo>
                <a:cubicBezTo>
                  <a:pt x="7836554" y="4039884"/>
                  <a:pt x="7834632" y="4040414"/>
                  <a:pt x="7832108" y="4041016"/>
                </a:cubicBezTo>
                <a:cubicBezTo>
                  <a:pt x="7829584" y="4041619"/>
                  <a:pt x="7826616" y="4042207"/>
                  <a:pt x="7823203" y="4042780"/>
                </a:cubicBezTo>
                <a:cubicBezTo>
                  <a:pt x="7819790" y="4043354"/>
                  <a:pt x="7816033" y="4043885"/>
                  <a:pt x="7811932" y="4044372"/>
                </a:cubicBezTo>
                <a:cubicBezTo>
                  <a:pt x="7807830" y="4044860"/>
                  <a:pt x="7803571" y="4045218"/>
                  <a:pt x="7799155" y="4045448"/>
                </a:cubicBezTo>
                <a:lnTo>
                  <a:pt x="7797434" y="4052503"/>
                </a:lnTo>
                <a:cubicBezTo>
                  <a:pt x="7802080" y="4052503"/>
                  <a:pt x="7805708" y="4052546"/>
                  <a:pt x="7808318" y="4052632"/>
                </a:cubicBezTo>
                <a:cubicBezTo>
                  <a:pt x="7810928" y="4052718"/>
                  <a:pt x="7812849" y="4053019"/>
                  <a:pt x="7814083" y="4053535"/>
                </a:cubicBezTo>
                <a:cubicBezTo>
                  <a:pt x="7815315" y="4054052"/>
                  <a:pt x="7816076" y="4054855"/>
                  <a:pt x="7816363" y="4055945"/>
                </a:cubicBezTo>
                <a:cubicBezTo>
                  <a:pt x="7816649" y="4057035"/>
                  <a:pt x="7816822" y="4058555"/>
                  <a:pt x="7816879" y="4060505"/>
                </a:cubicBezTo>
                <a:cubicBezTo>
                  <a:pt x="7816936" y="4063086"/>
                  <a:pt x="7816979" y="4065739"/>
                  <a:pt x="7817008" y="4068464"/>
                </a:cubicBezTo>
                <a:cubicBezTo>
                  <a:pt x="7817037" y="4071188"/>
                  <a:pt x="7817065" y="4074228"/>
                  <a:pt x="7817094" y="4077584"/>
                </a:cubicBezTo>
                <a:cubicBezTo>
                  <a:pt x="7817123" y="4080940"/>
                  <a:pt x="7817166" y="4084740"/>
                  <a:pt x="7817223" y="4088984"/>
                </a:cubicBezTo>
                <a:cubicBezTo>
                  <a:pt x="7817223" y="4093287"/>
                  <a:pt x="7817280" y="4098277"/>
                  <a:pt x="7817395" y="4103956"/>
                </a:cubicBezTo>
                <a:cubicBezTo>
                  <a:pt x="7811774" y="4102579"/>
                  <a:pt x="7806181" y="4101891"/>
                  <a:pt x="7800617" y="4101891"/>
                </a:cubicBezTo>
                <a:cubicBezTo>
                  <a:pt x="7793275" y="4101891"/>
                  <a:pt x="7786263" y="4103095"/>
                  <a:pt x="7779580" y="4105504"/>
                </a:cubicBezTo>
                <a:cubicBezTo>
                  <a:pt x="7772897" y="4107914"/>
                  <a:pt x="7767032" y="4111470"/>
                  <a:pt x="7761985" y="4116174"/>
                </a:cubicBezTo>
                <a:cubicBezTo>
                  <a:pt x="7756937" y="4120877"/>
                  <a:pt x="7752922" y="4126671"/>
                  <a:pt x="7749939" y="4133554"/>
                </a:cubicBezTo>
                <a:cubicBezTo>
                  <a:pt x="7746956" y="4140437"/>
                  <a:pt x="7745465" y="4148353"/>
                  <a:pt x="7745465" y="4157301"/>
                </a:cubicBezTo>
                <a:cubicBezTo>
                  <a:pt x="7745465" y="4163783"/>
                  <a:pt x="7746296" y="4169749"/>
                  <a:pt x="7747960" y="4175198"/>
                </a:cubicBezTo>
                <a:cubicBezTo>
                  <a:pt x="7749623" y="4180647"/>
                  <a:pt x="7752047" y="4185336"/>
                  <a:pt x="7755231" y="4189266"/>
                </a:cubicBezTo>
                <a:cubicBezTo>
                  <a:pt x="7758414" y="4193195"/>
                  <a:pt x="7762314" y="4196249"/>
                  <a:pt x="7766932" y="4198429"/>
                </a:cubicBezTo>
                <a:cubicBezTo>
                  <a:pt x="7771550" y="4200609"/>
                  <a:pt x="7776841" y="4201699"/>
                  <a:pt x="7782807" y="4201699"/>
                </a:cubicBezTo>
                <a:cubicBezTo>
                  <a:pt x="7786134" y="4201699"/>
                  <a:pt x="7789260" y="4201326"/>
                  <a:pt x="7792185" y="4200580"/>
                </a:cubicBezTo>
                <a:cubicBezTo>
                  <a:pt x="7795110" y="4199834"/>
                  <a:pt x="7797935" y="4198745"/>
                  <a:pt x="7800660" y="4197311"/>
                </a:cubicBezTo>
                <a:cubicBezTo>
                  <a:pt x="7803385" y="4195877"/>
                  <a:pt x="7806081" y="4194084"/>
                  <a:pt x="7808748" y="4191933"/>
                </a:cubicBezTo>
                <a:cubicBezTo>
                  <a:pt x="7811415" y="4189782"/>
                  <a:pt x="7814183" y="4187301"/>
                  <a:pt x="7817051" y="4184490"/>
                </a:cubicBezTo>
                <a:lnTo>
                  <a:pt x="7817912" y="4184662"/>
                </a:lnTo>
                <a:lnTo>
                  <a:pt x="7817912" y="4187760"/>
                </a:lnTo>
                <a:cubicBezTo>
                  <a:pt x="7817912" y="4192062"/>
                  <a:pt x="7818858" y="4195461"/>
                  <a:pt x="7820751" y="4197956"/>
                </a:cubicBezTo>
                <a:cubicBezTo>
                  <a:pt x="7822644" y="4200451"/>
                  <a:pt x="7825741" y="4201699"/>
                  <a:pt x="7830043" y="4201699"/>
                </a:cubicBezTo>
                <a:cubicBezTo>
                  <a:pt x="7831821" y="4201699"/>
                  <a:pt x="7833943" y="4201469"/>
                  <a:pt x="7836410" y="4201010"/>
                </a:cubicBezTo>
                <a:cubicBezTo>
                  <a:pt x="7838877" y="4200551"/>
                  <a:pt x="7841444" y="4199935"/>
                  <a:pt x="7844111" y="4199160"/>
                </a:cubicBezTo>
                <a:cubicBezTo>
                  <a:pt x="7846778" y="4198386"/>
                  <a:pt x="7849431" y="4197468"/>
                  <a:pt x="7852070" y="4196407"/>
                </a:cubicBezTo>
                <a:cubicBezTo>
                  <a:pt x="7854708" y="4195346"/>
                  <a:pt x="7857089" y="4194184"/>
                  <a:pt x="7859211" y="4192922"/>
                </a:cubicBezTo>
                <a:lnTo>
                  <a:pt x="7857146" y="4187416"/>
                </a:lnTo>
                <a:cubicBezTo>
                  <a:pt x="7852844" y="4189137"/>
                  <a:pt x="7849058" y="4189997"/>
                  <a:pt x="7845789" y="4189997"/>
                </a:cubicBezTo>
                <a:cubicBezTo>
                  <a:pt x="7844642" y="4189997"/>
                  <a:pt x="7843652" y="4189868"/>
                  <a:pt x="7842821" y="4189610"/>
                </a:cubicBezTo>
                <a:cubicBezTo>
                  <a:pt x="7841989" y="4189352"/>
                  <a:pt x="7841286" y="4188878"/>
                  <a:pt x="7840712" y="4188190"/>
                </a:cubicBezTo>
                <a:cubicBezTo>
                  <a:pt x="7840139" y="4187502"/>
                  <a:pt x="7839694" y="4186555"/>
                  <a:pt x="7839379" y="4185351"/>
                </a:cubicBezTo>
                <a:cubicBezTo>
                  <a:pt x="7839063" y="4184146"/>
                  <a:pt x="7838848" y="4182597"/>
                  <a:pt x="7838734" y="4180704"/>
                </a:cubicBezTo>
                <a:cubicBezTo>
                  <a:pt x="7838676" y="4179901"/>
                  <a:pt x="7838619" y="4178740"/>
                  <a:pt x="7838561" y="4177220"/>
                </a:cubicBezTo>
                <a:cubicBezTo>
                  <a:pt x="7838504" y="4175700"/>
                  <a:pt x="7838461" y="4173463"/>
                  <a:pt x="7838432" y="4170509"/>
                </a:cubicBezTo>
                <a:cubicBezTo>
                  <a:pt x="7838404" y="4167555"/>
                  <a:pt x="7838389" y="4163754"/>
                  <a:pt x="7838389" y="4159108"/>
                </a:cubicBezTo>
                <a:lnTo>
                  <a:pt x="7838389" y="4117464"/>
                </a:lnTo>
                <a:cubicBezTo>
                  <a:pt x="7838389" y="4109491"/>
                  <a:pt x="7838404" y="4101633"/>
                  <a:pt x="7838432" y="4093889"/>
                </a:cubicBezTo>
                <a:cubicBezTo>
                  <a:pt x="7838461" y="4086145"/>
                  <a:pt x="7838518" y="4078903"/>
                  <a:pt x="7838604" y="4072163"/>
                </a:cubicBezTo>
                <a:cubicBezTo>
                  <a:pt x="7838691" y="4065424"/>
                  <a:pt x="7838805" y="4059329"/>
                  <a:pt x="7838949" y="4053880"/>
                </a:cubicBezTo>
                <a:cubicBezTo>
                  <a:pt x="7839092" y="4048430"/>
                  <a:pt x="7839307" y="4044014"/>
                  <a:pt x="7839594" y="4040629"/>
                </a:cubicBezTo>
                <a:close/>
                <a:moveTo>
                  <a:pt x="6235714" y="4039425"/>
                </a:moveTo>
                <a:cubicBezTo>
                  <a:pt x="6234394" y="4039884"/>
                  <a:pt x="6232515" y="4040400"/>
                  <a:pt x="6230078" y="4040973"/>
                </a:cubicBezTo>
                <a:cubicBezTo>
                  <a:pt x="6227640" y="4041547"/>
                  <a:pt x="6224815" y="4042121"/>
                  <a:pt x="6221603" y="4042694"/>
                </a:cubicBezTo>
                <a:cubicBezTo>
                  <a:pt x="6218390" y="4043268"/>
                  <a:pt x="6214892" y="4043798"/>
                  <a:pt x="6211106" y="4044286"/>
                </a:cubicBezTo>
                <a:cubicBezTo>
                  <a:pt x="6207320" y="4044774"/>
                  <a:pt x="6203419" y="4045161"/>
                  <a:pt x="6199404" y="4045448"/>
                </a:cubicBezTo>
                <a:lnTo>
                  <a:pt x="6197683" y="4052503"/>
                </a:lnTo>
                <a:cubicBezTo>
                  <a:pt x="6201641" y="4052503"/>
                  <a:pt x="6204739" y="4052546"/>
                  <a:pt x="6206976" y="4052632"/>
                </a:cubicBezTo>
                <a:cubicBezTo>
                  <a:pt x="6209213" y="4052718"/>
                  <a:pt x="6210891" y="4053005"/>
                  <a:pt x="6212009" y="4053492"/>
                </a:cubicBezTo>
                <a:cubicBezTo>
                  <a:pt x="6213128" y="4053980"/>
                  <a:pt x="6213830" y="4054740"/>
                  <a:pt x="6214117" y="4055773"/>
                </a:cubicBezTo>
                <a:cubicBezTo>
                  <a:pt x="6214404" y="4056805"/>
                  <a:pt x="6214604" y="4058296"/>
                  <a:pt x="6214719" y="4060247"/>
                </a:cubicBezTo>
                <a:cubicBezTo>
                  <a:pt x="6214776" y="4062771"/>
                  <a:pt x="6214834" y="4066198"/>
                  <a:pt x="6214892" y="4070529"/>
                </a:cubicBezTo>
                <a:cubicBezTo>
                  <a:pt x="6214949" y="4074859"/>
                  <a:pt x="6215006" y="4079749"/>
                  <a:pt x="6215064" y="4085199"/>
                </a:cubicBezTo>
                <a:cubicBezTo>
                  <a:pt x="6215121" y="4090648"/>
                  <a:pt x="6215164" y="4096499"/>
                  <a:pt x="6215193" y="4102751"/>
                </a:cubicBezTo>
                <a:cubicBezTo>
                  <a:pt x="6215221" y="4109003"/>
                  <a:pt x="6215236" y="4115313"/>
                  <a:pt x="6215236" y="4121680"/>
                </a:cubicBezTo>
                <a:lnTo>
                  <a:pt x="6215236" y="4132952"/>
                </a:lnTo>
                <a:cubicBezTo>
                  <a:pt x="6215236" y="4137024"/>
                  <a:pt x="6215221" y="4141212"/>
                  <a:pt x="6215193" y="4145514"/>
                </a:cubicBezTo>
                <a:cubicBezTo>
                  <a:pt x="6215164" y="4149816"/>
                  <a:pt x="6215121" y="4154118"/>
                  <a:pt x="6215064" y="4158420"/>
                </a:cubicBezTo>
                <a:cubicBezTo>
                  <a:pt x="6215006" y="4162722"/>
                  <a:pt x="6214949" y="4166837"/>
                  <a:pt x="6214892" y="4170767"/>
                </a:cubicBezTo>
                <a:cubicBezTo>
                  <a:pt x="6214834" y="4174696"/>
                  <a:pt x="6214762" y="4178353"/>
                  <a:pt x="6214676" y="4181737"/>
                </a:cubicBezTo>
                <a:cubicBezTo>
                  <a:pt x="6214590" y="4185121"/>
                  <a:pt x="6214490" y="4187989"/>
                  <a:pt x="6214375" y="4190341"/>
                </a:cubicBezTo>
                <a:cubicBezTo>
                  <a:pt x="6210876" y="4190800"/>
                  <a:pt x="6208180" y="4191488"/>
                  <a:pt x="6206287" y="4192406"/>
                </a:cubicBezTo>
                <a:cubicBezTo>
                  <a:pt x="6204395" y="4193324"/>
                  <a:pt x="6203003" y="4194285"/>
                  <a:pt x="6202114" y="4195289"/>
                </a:cubicBezTo>
                <a:cubicBezTo>
                  <a:pt x="6201225" y="4196292"/>
                  <a:pt x="6200695" y="4197239"/>
                  <a:pt x="6200523" y="4198128"/>
                </a:cubicBezTo>
                <a:cubicBezTo>
                  <a:pt x="6200351" y="4199017"/>
                  <a:pt x="6200265" y="4199634"/>
                  <a:pt x="6200265" y="4199978"/>
                </a:cubicBezTo>
                <a:cubicBezTo>
                  <a:pt x="6200494" y="4199920"/>
                  <a:pt x="6201369" y="4199820"/>
                  <a:pt x="6202889" y="4199677"/>
                </a:cubicBezTo>
                <a:cubicBezTo>
                  <a:pt x="6204408" y="4199533"/>
                  <a:pt x="6206359" y="4199404"/>
                  <a:pt x="6208740" y="4199289"/>
                </a:cubicBezTo>
                <a:cubicBezTo>
                  <a:pt x="6211120" y="4199175"/>
                  <a:pt x="6213801" y="4199060"/>
                  <a:pt x="6216784" y="4198945"/>
                </a:cubicBezTo>
                <a:cubicBezTo>
                  <a:pt x="6219767" y="4198831"/>
                  <a:pt x="6222864" y="4198773"/>
                  <a:pt x="6226077" y="4198773"/>
                </a:cubicBezTo>
                <a:lnTo>
                  <a:pt x="6231756" y="4198773"/>
                </a:lnTo>
                <a:cubicBezTo>
                  <a:pt x="6233591" y="4198773"/>
                  <a:pt x="6235369" y="4198831"/>
                  <a:pt x="6237090" y="4198945"/>
                </a:cubicBezTo>
                <a:cubicBezTo>
                  <a:pt x="6236861" y="4196077"/>
                  <a:pt x="6236688" y="4192994"/>
                  <a:pt x="6236574" y="4189696"/>
                </a:cubicBezTo>
                <a:cubicBezTo>
                  <a:pt x="6236459" y="4186398"/>
                  <a:pt x="6236373" y="4182698"/>
                  <a:pt x="6236316" y="4178596"/>
                </a:cubicBezTo>
                <a:cubicBezTo>
                  <a:pt x="6236258" y="4174495"/>
                  <a:pt x="6236230" y="4169892"/>
                  <a:pt x="6236230" y="4164787"/>
                </a:cubicBezTo>
                <a:lnTo>
                  <a:pt x="6236230" y="4114195"/>
                </a:lnTo>
                <a:cubicBezTo>
                  <a:pt x="6236230" y="4103468"/>
                  <a:pt x="6236258" y="4093459"/>
                  <a:pt x="6236316" y="4084166"/>
                </a:cubicBezTo>
                <a:cubicBezTo>
                  <a:pt x="6236373" y="4074874"/>
                  <a:pt x="6236488" y="4066499"/>
                  <a:pt x="6236660" y="4059042"/>
                </a:cubicBezTo>
                <a:cubicBezTo>
                  <a:pt x="6236832" y="4051585"/>
                  <a:pt x="6237090" y="4045448"/>
                  <a:pt x="6237434" y="4040629"/>
                </a:cubicBezTo>
                <a:close/>
                <a:moveTo>
                  <a:pt x="4299988" y="4039425"/>
                </a:moveTo>
                <a:cubicBezTo>
                  <a:pt x="4298668" y="4039884"/>
                  <a:pt x="4296747" y="4040414"/>
                  <a:pt x="4294223" y="4041016"/>
                </a:cubicBezTo>
                <a:cubicBezTo>
                  <a:pt x="4291700" y="4041619"/>
                  <a:pt x="4288817" y="4042207"/>
                  <a:pt x="4285576" y="4042780"/>
                </a:cubicBezTo>
                <a:cubicBezTo>
                  <a:pt x="4282335" y="4043354"/>
                  <a:pt x="4278836" y="4043885"/>
                  <a:pt x="4275079" y="4044372"/>
                </a:cubicBezTo>
                <a:cubicBezTo>
                  <a:pt x="4271322" y="4044860"/>
                  <a:pt x="4267521" y="4045218"/>
                  <a:pt x="4263678" y="4045448"/>
                </a:cubicBezTo>
                <a:lnTo>
                  <a:pt x="4261957" y="4052503"/>
                </a:lnTo>
                <a:cubicBezTo>
                  <a:pt x="4265915" y="4052503"/>
                  <a:pt x="4269013" y="4052546"/>
                  <a:pt x="4271250" y="4052632"/>
                </a:cubicBezTo>
                <a:cubicBezTo>
                  <a:pt x="4273487" y="4052718"/>
                  <a:pt x="4275165" y="4052991"/>
                  <a:pt x="4276283" y="4053449"/>
                </a:cubicBezTo>
                <a:cubicBezTo>
                  <a:pt x="4277402" y="4053908"/>
                  <a:pt x="4278104" y="4054668"/>
                  <a:pt x="4278391" y="4055730"/>
                </a:cubicBezTo>
                <a:cubicBezTo>
                  <a:pt x="4278678" y="4056791"/>
                  <a:pt x="4278850" y="4058296"/>
                  <a:pt x="4278908" y="4060247"/>
                </a:cubicBezTo>
                <a:cubicBezTo>
                  <a:pt x="4278965" y="4062140"/>
                  <a:pt x="4279037" y="4065237"/>
                  <a:pt x="4279123" y="4069539"/>
                </a:cubicBezTo>
                <a:cubicBezTo>
                  <a:pt x="4279209" y="4073841"/>
                  <a:pt x="4279280" y="4078961"/>
                  <a:pt x="4279338" y="4084898"/>
                </a:cubicBezTo>
                <a:cubicBezTo>
                  <a:pt x="4279395" y="4090834"/>
                  <a:pt x="4279438" y="4097402"/>
                  <a:pt x="4279467" y="4104601"/>
                </a:cubicBezTo>
                <a:cubicBezTo>
                  <a:pt x="4279496" y="4111800"/>
                  <a:pt x="4279510" y="4119214"/>
                  <a:pt x="4279510" y="4126843"/>
                </a:cubicBezTo>
                <a:cubicBezTo>
                  <a:pt x="4279510" y="4133496"/>
                  <a:pt x="4279481" y="4140165"/>
                  <a:pt x="4279424" y="4146847"/>
                </a:cubicBezTo>
                <a:cubicBezTo>
                  <a:pt x="4279366" y="4153530"/>
                  <a:pt x="4279266" y="4160055"/>
                  <a:pt x="4279123" y="4166422"/>
                </a:cubicBezTo>
                <a:cubicBezTo>
                  <a:pt x="4278979" y="4172789"/>
                  <a:pt x="4278779" y="4178898"/>
                  <a:pt x="4278520" y="4184748"/>
                </a:cubicBezTo>
                <a:cubicBezTo>
                  <a:pt x="4278262" y="4190599"/>
                  <a:pt x="4277904" y="4196020"/>
                  <a:pt x="4277445" y="4201010"/>
                </a:cubicBezTo>
                <a:lnTo>
                  <a:pt x="4278822" y="4201699"/>
                </a:lnTo>
                <a:cubicBezTo>
                  <a:pt x="4280543" y="4200494"/>
                  <a:pt x="4282320" y="4199462"/>
                  <a:pt x="4284156" y="4198601"/>
                </a:cubicBezTo>
                <a:cubicBezTo>
                  <a:pt x="4285992" y="4197741"/>
                  <a:pt x="4287598" y="4197052"/>
                  <a:pt x="4288975" y="4196536"/>
                </a:cubicBezTo>
                <a:cubicBezTo>
                  <a:pt x="4291957" y="4197683"/>
                  <a:pt x="4294868" y="4198601"/>
                  <a:pt x="4297708" y="4199289"/>
                </a:cubicBezTo>
                <a:cubicBezTo>
                  <a:pt x="4300547" y="4199978"/>
                  <a:pt x="4303171" y="4200494"/>
                  <a:pt x="4305580" y="4200838"/>
                </a:cubicBezTo>
                <a:cubicBezTo>
                  <a:pt x="4307990" y="4201182"/>
                  <a:pt x="4310155" y="4201412"/>
                  <a:pt x="4312077" y="4201527"/>
                </a:cubicBezTo>
                <a:cubicBezTo>
                  <a:pt x="4313998" y="4201641"/>
                  <a:pt x="4315561" y="4201699"/>
                  <a:pt x="4316766" y="4201699"/>
                </a:cubicBezTo>
                <a:cubicBezTo>
                  <a:pt x="4322616" y="4201699"/>
                  <a:pt x="4328066" y="4200982"/>
                  <a:pt x="4333114" y="4199548"/>
                </a:cubicBezTo>
                <a:cubicBezTo>
                  <a:pt x="4338161" y="4198114"/>
                  <a:pt x="4342779" y="4196120"/>
                  <a:pt x="4346966" y="4193568"/>
                </a:cubicBezTo>
                <a:cubicBezTo>
                  <a:pt x="4351153" y="4191015"/>
                  <a:pt x="4354868" y="4187961"/>
                  <a:pt x="4358109" y="4184404"/>
                </a:cubicBezTo>
                <a:cubicBezTo>
                  <a:pt x="4361349" y="4180848"/>
                  <a:pt x="4364088" y="4176976"/>
                  <a:pt x="4366326" y="4172789"/>
                </a:cubicBezTo>
                <a:cubicBezTo>
                  <a:pt x="4368563" y="4168601"/>
                  <a:pt x="4370255" y="4164142"/>
                  <a:pt x="4371402" y="4159409"/>
                </a:cubicBezTo>
                <a:cubicBezTo>
                  <a:pt x="4372549" y="4154677"/>
                  <a:pt x="4373123" y="4149844"/>
                  <a:pt x="4373123" y="4144911"/>
                </a:cubicBezTo>
                <a:cubicBezTo>
                  <a:pt x="4373123" y="4138946"/>
                  <a:pt x="4372277" y="4133339"/>
                  <a:pt x="4370585" y="4128090"/>
                </a:cubicBezTo>
                <a:cubicBezTo>
                  <a:pt x="4368892" y="4122842"/>
                  <a:pt x="4366469" y="4118282"/>
                  <a:pt x="4363314" y="4114410"/>
                </a:cubicBezTo>
                <a:cubicBezTo>
                  <a:pt x="4360159" y="4110538"/>
                  <a:pt x="4356330" y="4107483"/>
                  <a:pt x="4351828" y="4105246"/>
                </a:cubicBezTo>
                <a:cubicBezTo>
                  <a:pt x="4347325" y="4103009"/>
                  <a:pt x="4342263" y="4101891"/>
                  <a:pt x="4336642" y="4101891"/>
                </a:cubicBezTo>
                <a:cubicBezTo>
                  <a:pt x="4332855" y="4101891"/>
                  <a:pt x="4329285" y="4102378"/>
                  <a:pt x="4325929" y="4103353"/>
                </a:cubicBezTo>
                <a:cubicBezTo>
                  <a:pt x="4322574" y="4104329"/>
                  <a:pt x="4319419" y="4105633"/>
                  <a:pt x="4316465" y="4107268"/>
                </a:cubicBezTo>
                <a:cubicBezTo>
                  <a:pt x="4313511" y="4108903"/>
                  <a:pt x="4310728" y="4110767"/>
                  <a:pt x="4308119" y="4112861"/>
                </a:cubicBezTo>
                <a:cubicBezTo>
                  <a:pt x="4305509" y="4114955"/>
                  <a:pt x="4303086" y="4117091"/>
                  <a:pt x="4300848" y="4119271"/>
                </a:cubicBezTo>
                <a:lnTo>
                  <a:pt x="4300332" y="4119099"/>
                </a:lnTo>
                <a:lnTo>
                  <a:pt x="4300332" y="4107139"/>
                </a:lnTo>
                <a:cubicBezTo>
                  <a:pt x="4300332" y="4102722"/>
                  <a:pt x="4300346" y="4098177"/>
                  <a:pt x="4300375" y="4093502"/>
                </a:cubicBezTo>
                <a:cubicBezTo>
                  <a:pt x="4300404" y="4088827"/>
                  <a:pt x="4300447" y="4084066"/>
                  <a:pt x="4300504" y="4079219"/>
                </a:cubicBezTo>
                <a:cubicBezTo>
                  <a:pt x="4300561" y="4074372"/>
                  <a:pt x="4300647" y="4069654"/>
                  <a:pt x="4300762" y="4065065"/>
                </a:cubicBezTo>
                <a:cubicBezTo>
                  <a:pt x="4300877" y="4060476"/>
                  <a:pt x="4301006" y="4056102"/>
                  <a:pt x="4301149" y="4051944"/>
                </a:cubicBezTo>
                <a:cubicBezTo>
                  <a:pt x="4301293" y="4047785"/>
                  <a:pt x="4301480" y="4044014"/>
                  <a:pt x="4301709" y="4040629"/>
                </a:cubicBezTo>
                <a:close/>
                <a:moveTo>
                  <a:pt x="6338529" y="3012806"/>
                </a:moveTo>
                <a:lnTo>
                  <a:pt x="6476299" y="3300537"/>
                </a:lnTo>
                <a:lnTo>
                  <a:pt x="6211732" y="3300537"/>
                </a:lnTo>
                <a:close/>
                <a:moveTo>
                  <a:pt x="6253185" y="2910393"/>
                </a:moveTo>
                <a:lnTo>
                  <a:pt x="6253185" y="2925023"/>
                </a:lnTo>
                <a:cubicBezTo>
                  <a:pt x="6267816" y="2925023"/>
                  <a:pt x="6275131" y="2929900"/>
                  <a:pt x="6275131" y="2939654"/>
                </a:cubicBezTo>
                <a:cubicBezTo>
                  <a:pt x="6275131" y="2943718"/>
                  <a:pt x="6273505" y="2949204"/>
                  <a:pt x="6270254" y="2956113"/>
                </a:cubicBezTo>
                <a:cubicBezTo>
                  <a:pt x="6267003" y="2963022"/>
                  <a:pt x="6262126" y="2973385"/>
                  <a:pt x="6255624" y="2987203"/>
                </a:cubicBezTo>
                <a:lnTo>
                  <a:pt x="6034949" y="3479759"/>
                </a:lnTo>
                <a:cubicBezTo>
                  <a:pt x="6028446" y="3492764"/>
                  <a:pt x="6023163" y="3503127"/>
                  <a:pt x="6019100" y="3510849"/>
                </a:cubicBezTo>
                <a:cubicBezTo>
                  <a:pt x="6015035" y="3518571"/>
                  <a:pt x="6011377" y="3524463"/>
                  <a:pt x="6008126" y="3528527"/>
                </a:cubicBezTo>
                <a:cubicBezTo>
                  <a:pt x="6004875" y="3532591"/>
                  <a:pt x="6001421" y="3535030"/>
                  <a:pt x="5997763" y="3535843"/>
                </a:cubicBezTo>
                <a:cubicBezTo>
                  <a:pt x="5994105" y="3536655"/>
                  <a:pt x="5989838" y="3537062"/>
                  <a:pt x="5984962" y="3537062"/>
                </a:cubicBezTo>
                <a:lnTo>
                  <a:pt x="5984962" y="3551692"/>
                </a:lnTo>
                <a:lnTo>
                  <a:pt x="6134923" y="3551692"/>
                </a:lnTo>
                <a:lnTo>
                  <a:pt x="6134923" y="3537062"/>
                </a:lnTo>
                <a:cubicBezTo>
                  <a:pt x="6121105" y="3537062"/>
                  <a:pt x="6114197" y="3532591"/>
                  <a:pt x="6114197" y="3523651"/>
                </a:cubicBezTo>
                <a:cubicBezTo>
                  <a:pt x="6114197" y="3518774"/>
                  <a:pt x="6116228" y="3511865"/>
                  <a:pt x="6120292" y="3502924"/>
                </a:cubicBezTo>
                <a:cubicBezTo>
                  <a:pt x="6124356" y="3493983"/>
                  <a:pt x="6128014" y="3485855"/>
                  <a:pt x="6131265" y="3478540"/>
                </a:cubicBezTo>
                <a:lnTo>
                  <a:pt x="6172718" y="3381004"/>
                </a:lnTo>
                <a:lnTo>
                  <a:pt x="6517752" y="3381004"/>
                </a:lnTo>
                <a:lnTo>
                  <a:pt x="6564081" y="3478540"/>
                </a:lnTo>
                <a:cubicBezTo>
                  <a:pt x="6570584" y="3493171"/>
                  <a:pt x="6574851" y="3502721"/>
                  <a:pt x="6576883" y="3507191"/>
                </a:cubicBezTo>
                <a:cubicBezTo>
                  <a:pt x="6578915" y="3511662"/>
                  <a:pt x="6579931" y="3515929"/>
                  <a:pt x="6579931" y="3519993"/>
                </a:cubicBezTo>
                <a:cubicBezTo>
                  <a:pt x="6579931" y="3525683"/>
                  <a:pt x="6578305" y="3529950"/>
                  <a:pt x="6575054" y="3532795"/>
                </a:cubicBezTo>
                <a:cubicBezTo>
                  <a:pt x="6571803" y="3535639"/>
                  <a:pt x="6565300" y="3537062"/>
                  <a:pt x="6555547" y="3537062"/>
                </a:cubicBezTo>
                <a:lnTo>
                  <a:pt x="6555547" y="3551692"/>
                </a:lnTo>
                <a:lnTo>
                  <a:pt x="6725016" y="3551692"/>
                </a:lnTo>
                <a:lnTo>
                  <a:pt x="6725016" y="3537062"/>
                </a:lnTo>
                <a:cubicBezTo>
                  <a:pt x="6717700" y="3537062"/>
                  <a:pt x="6712011" y="3536655"/>
                  <a:pt x="6707947" y="3535843"/>
                </a:cubicBezTo>
                <a:cubicBezTo>
                  <a:pt x="6703883" y="3535030"/>
                  <a:pt x="6700022" y="3532591"/>
                  <a:pt x="6696365" y="3528527"/>
                </a:cubicBezTo>
                <a:cubicBezTo>
                  <a:pt x="6692707" y="3524463"/>
                  <a:pt x="6688846" y="3518367"/>
                  <a:pt x="6684782" y="3510239"/>
                </a:cubicBezTo>
                <a:cubicBezTo>
                  <a:pt x="6680718" y="3502111"/>
                  <a:pt x="6675029" y="3490732"/>
                  <a:pt x="6667713" y="3476102"/>
                </a:cubicBezTo>
                <a:lnTo>
                  <a:pt x="6433627" y="2990860"/>
                </a:lnTo>
                <a:cubicBezTo>
                  <a:pt x="6427124" y="2977043"/>
                  <a:pt x="6421841" y="2966273"/>
                  <a:pt x="6417777" y="2958551"/>
                </a:cubicBezTo>
                <a:cubicBezTo>
                  <a:pt x="6413713" y="2950830"/>
                  <a:pt x="6411681" y="2944531"/>
                  <a:pt x="6411681" y="2939654"/>
                </a:cubicBezTo>
                <a:cubicBezTo>
                  <a:pt x="6411681" y="2929900"/>
                  <a:pt x="6418184" y="2925023"/>
                  <a:pt x="6431189" y="2925023"/>
                </a:cubicBezTo>
                <a:lnTo>
                  <a:pt x="6431189" y="2910393"/>
                </a:lnTo>
                <a:close/>
                <a:moveTo>
                  <a:pt x="3279861" y="2910393"/>
                </a:moveTo>
                <a:lnTo>
                  <a:pt x="3279861" y="2925023"/>
                </a:lnTo>
                <a:cubicBezTo>
                  <a:pt x="3291241" y="2925023"/>
                  <a:pt x="3299775" y="2928478"/>
                  <a:pt x="3305464" y="2935387"/>
                </a:cubicBezTo>
                <a:cubicBezTo>
                  <a:pt x="3311154" y="2942295"/>
                  <a:pt x="3316437" y="2952659"/>
                  <a:pt x="3321314" y="2966476"/>
                </a:cubicBezTo>
                <a:lnTo>
                  <a:pt x="3516386" y="3485855"/>
                </a:lnTo>
                <a:cubicBezTo>
                  <a:pt x="3518012" y="3491545"/>
                  <a:pt x="3520044" y="3497844"/>
                  <a:pt x="3522482" y="3504753"/>
                </a:cubicBezTo>
                <a:cubicBezTo>
                  <a:pt x="3524921" y="3511662"/>
                  <a:pt x="3526140" y="3517961"/>
                  <a:pt x="3526140" y="3523651"/>
                </a:cubicBezTo>
                <a:cubicBezTo>
                  <a:pt x="3526140" y="3528527"/>
                  <a:pt x="3524921" y="3531982"/>
                  <a:pt x="3522482" y="3534014"/>
                </a:cubicBezTo>
                <a:cubicBezTo>
                  <a:pt x="3520044" y="3536046"/>
                  <a:pt x="3513135" y="3537062"/>
                  <a:pt x="3501756" y="3537062"/>
                </a:cubicBezTo>
                <a:lnTo>
                  <a:pt x="3501756" y="3551692"/>
                </a:lnTo>
                <a:lnTo>
                  <a:pt x="3674882" y="3551692"/>
                </a:lnTo>
                <a:lnTo>
                  <a:pt x="3674882" y="3537062"/>
                </a:lnTo>
                <a:cubicBezTo>
                  <a:pt x="3658626" y="3537062"/>
                  <a:pt x="3650498" y="3532998"/>
                  <a:pt x="3650498" y="3524870"/>
                </a:cubicBezTo>
                <a:cubicBezTo>
                  <a:pt x="3650498" y="3519180"/>
                  <a:pt x="3651311" y="3514100"/>
                  <a:pt x="3652936" y="3509630"/>
                </a:cubicBezTo>
                <a:cubicBezTo>
                  <a:pt x="3654562" y="3505159"/>
                  <a:pt x="3656188" y="3500486"/>
                  <a:pt x="3657813" y="3495609"/>
                </a:cubicBezTo>
                <a:lnTo>
                  <a:pt x="3821186" y="3039628"/>
                </a:lnTo>
                <a:lnTo>
                  <a:pt x="3823625" y="3039628"/>
                </a:lnTo>
                <a:lnTo>
                  <a:pt x="3986997" y="3483417"/>
                </a:lnTo>
                <a:cubicBezTo>
                  <a:pt x="3989436" y="3489919"/>
                  <a:pt x="3992281" y="3497031"/>
                  <a:pt x="3995532" y="3504753"/>
                </a:cubicBezTo>
                <a:cubicBezTo>
                  <a:pt x="3998783" y="3512475"/>
                  <a:pt x="4000409" y="3519180"/>
                  <a:pt x="4000409" y="3524870"/>
                </a:cubicBezTo>
                <a:cubicBezTo>
                  <a:pt x="4000409" y="3528934"/>
                  <a:pt x="3998986" y="3531982"/>
                  <a:pt x="3996141" y="3534014"/>
                </a:cubicBezTo>
                <a:cubicBezTo>
                  <a:pt x="3993297" y="3536046"/>
                  <a:pt x="3986591" y="3537062"/>
                  <a:pt x="3976025" y="3537062"/>
                </a:cubicBezTo>
                <a:lnTo>
                  <a:pt x="3976025" y="3551692"/>
                </a:lnTo>
                <a:lnTo>
                  <a:pt x="4136959" y="3551692"/>
                </a:lnTo>
                <a:lnTo>
                  <a:pt x="4136959" y="3537062"/>
                </a:lnTo>
                <a:cubicBezTo>
                  <a:pt x="4120703" y="3537062"/>
                  <a:pt x="4112575" y="3533404"/>
                  <a:pt x="4112575" y="3526089"/>
                </a:cubicBezTo>
                <a:cubicBezTo>
                  <a:pt x="4112575" y="3519587"/>
                  <a:pt x="4113794" y="3513491"/>
                  <a:pt x="4116233" y="3507801"/>
                </a:cubicBezTo>
                <a:cubicBezTo>
                  <a:pt x="4118671" y="3502111"/>
                  <a:pt x="4121922" y="3493983"/>
                  <a:pt x="4125986" y="3483417"/>
                </a:cubicBezTo>
                <a:lnTo>
                  <a:pt x="4317400" y="2966476"/>
                </a:lnTo>
                <a:cubicBezTo>
                  <a:pt x="4323903" y="2950220"/>
                  <a:pt x="4329592" y="2939247"/>
                  <a:pt x="4334469" y="2933558"/>
                </a:cubicBezTo>
                <a:cubicBezTo>
                  <a:pt x="4339346" y="2927868"/>
                  <a:pt x="4347068" y="2925023"/>
                  <a:pt x="4357634" y="2925023"/>
                </a:cubicBezTo>
                <a:lnTo>
                  <a:pt x="4357634" y="2910393"/>
                </a:lnTo>
                <a:lnTo>
                  <a:pt x="4204015" y="2910393"/>
                </a:lnTo>
                <a:lnTo>
                  <a:pt x="4204015" y="2925023"/>
                </a:lnTo>
                <a:cubicBezTo>
                  <a:pt x="4221896" y="2925023"/>
                  <a:pt x="4230837" y="2930713"/>
                  <a:pt x="4230837" y="2942092"/>
                </a:cubicBezTo>
                <a:cubicBezTo>
                  <a:pt x="4230837" y="2946969"/>
                  <a:pt x="4230024" y="2951236"/>
                  <a:pt x="4228400" y="2954894"/>
                </a:cubicBezTo>
                <a:cubicBezTo>
                  <a:pt x="4226773" y="2958551"/>
                  <a:pt x="4225148" y="2963225"/>
                  <a:pt x="4223522" y="2968915"/>
                </a:cubicBezTo>
                <a:lnTo>
                  <a:pt x="4061368" y="3407827"/>
                </a:lnTo>
                <a:lnTo>
                  <a:pt x="4058930" y="3407827"/>
                </a:lnTo>
                <a:lnTo>
                  <a:pt x="3900434" y="2975011"/>
                </a:lnTo>
                <a:cubicBezTo>
                  <a:pt x="3897996" y="2968508"/>
                  <a:pt x="3895557" y="2962209"/>
                  <a:pt x="3893119" y="2956113"/>
                </a:cubicBezTo>
                <a:cubicBezTo>
                  <a:pt x="3890681" y="2950017"/>
                  <a:pt x="3889461" y="2944937"/>
                  <a:pt x="3889461" y="2940873"/>
                </a:cubicBezTo>
                <a:cubicBezTo>
                  <a:pt x="3889461" y="2930307"/>
                  <a:pt x="3896777" y="2925023"/>
                  <a:pt x="3911407" y="2925023"/>
                </a:cubicBezTo>
                <a:lnTo>
                  <a:pt x="3911407" y="2910393"/>
                </a:lnTo>
                <a:lnTo>
                  <a:pt x="3741938" y="2910393"/>
                </a:lnTo>
                <a:lnTo>
                  <a:pt x="3741938" y="2925023"/>
                </a:lnTo>
                <a:cubicBezTo>
                  <a:pt x="3754130" y="2925023"/>
                  <a:pt x="3760226" y="2929900"/>
                  <a:pt x="3760226" y="2939654"/>
                </a:cubicBezTo>
                <a:cubicBezTo>
                  <a:pt x="3760226" y="2944531"/>
                  <a:pt x="3759007" y="2950627"/>
                  <a:pt x="3756569" y="2957942"/>
                </a:cubicBezTo>
                <a:lnTo>
                  <a:pt x="3593196" y="3422457"/>
                </a:lnTo>
                <a:lnTo>
                  <a:pt x="3590757" y="3422457"/>
                </a:lnTo>
                <a:lnTo>
                  <a:pt x="3426165" y="2981107"/>
                </a:lnTo>
                <a:cubicBezTo>
                  <a:pt x="3422914" y="2972979"/>
                  <a:pt x="3419866" y="2965867"/>
                  <a:pt x="3417021" y="2959770"/>
                </a:cubicBezTo>
                <a:cubicBezTo>
                  <a:pt x="3414177" y="2953674"/>
                  <a:pt x="3412754" y="2948188"/>
                  <a:pt x="3412754" y="2943311"/>
                </a:cubicBezTo>
                <a:cubicBezTo>
                  <a:pt x="3412754" y="2937622"/>
                  <a:pt x="3414583" y="2933152"/>
                  <a:pt x="3418240" y="2929900"/>
                </a:cubicBezTo>
                <a:cubicBezTo>
                  <a:pt x="3421898" y="2926649"/>
                  <a:pt x="3429010" y="2925023"/>
                  <a:pt x="3439577" y="2925023"/>
                </a:cubicBezTo>
                <a:lnTo>
                  <a:pt x="3439577" y="2910393"/>
                </a:lnTo>
                <a:close/>
                <a:moveTo>
                  <a:pt x="4818873" y="2903078"/>
                </a:moveTo>
                <a:cubicBezTo>
                  <a:pt x="4774169" y="2903078"/>
                  <a:pt x="4732716" y="2907955"/>
                  <a:pt x="4694514" y="2917708"/>
                </a:cubicBezTo>
                <a:cubicBezTo>
                  <a:pt x="4656313" y="2927462"/>
                  <a:pt x="4623191" y="2940873"/>
                  <a:pt x="4595150" y="2957942"/>
                </a:cubicBezTo>
                <a:cubicBezTo>
                  <a:pt x="4567108" y="2975011"/>
                  <a:pt x="4544959" y="2995534"/>
                  <a:pt x="4528703" y="3019511"/>
                </a:cubicBezTo>
                <a:cubicBezTo>
                  <a:pt x="4512447" y="3043489"/>
                  <a:pt x="4504319" y="3070108"/>
                  <a:pt x="4504319" y="3099369"/>
                </a:cubicBezTo>
                <a:cubicBezTo>
                  <a:pt x="4504319" y="3145699"/>
                  <a:pt x="4515698" y="3180649"/>
                  <a:pt x="4538457" y="3204220"/>
                </a:cubicBezTo>
                <a:cubicBezTo>
                  <a:pt x="4561215" y="3227792"/>
                  <a:pt x="4590069" y="3244657"/>
                  <a:pt x="4625020" y="3254817"/>
                </a:cubicBezTo>
                <a:cubicBezTo>
                  <a:pt x="4659970" y="3264977"/>
                  <a:pt x="4698375" y="3270260"/>
                  <a:pt x="4740234" y="3270667"/>
                </a:cubicBezTo>
                <a:cubicBezTo>
                  <a:pt x="4782093" y="3271073"/>
                  <a:pt x="4821717" y="3271276"/>
                  <a:pt x="4859106" y="3271276"/>
                </a:cubicBezTo>
                <a:cubicBezTo>
                  <a:pt x="4881865" y="3271276"/>
                  <a:pt x="4903201" y="3272495"/>
                  <a:pt x="4923114" y="3274934"/>
                </a:cubicBezTo>
                <a:cubicBezTo>
                  <a:pt x="4943028" y="3277372"/>
                  <a:pt x="4960503" y="3281639"/>
                  <a:pt x="4975540" y="3287735"/>
                </a:cubicBezTo>
                <a:cubicBezTo>
                  <a:pt x="4990576" y="3293831"/>
                  <a:pt x="5002362" y="3302569"/>
                  <a:pt x="5010897" y="3313948"/>
                </a:cubicBezTo>
                <a:cubicBezTo>
                  <a:pt x="5019431" y="3325327"/>
                  <a:pt x="5023698" y="3339551"/>
                  <a:pt x="5023698" y="3356620"/>
                </a:cubicBezTo>
                <a:cubicBezTo>
                  <a:pt x="5023698" y="3392383"/>
                  <a:pt x="5006426" y="3421644"/>
                  <a:pt x="4971882" y="3444403"/>
                </a:cubicBezTo>
                <a:cubicBezTo>
                  <a:pt x="4937338" y="3467161"/>
                  <a:pt x="4881458" y="3478540"/>
                  <a:pt x="4804242" y="3478540"/>
                </a:cubicBezTo>
                <a:cubicBezTo>
                  <a:pt x="4774169" y="3478540"/>
                  <a:pt x="4744501" y="3475289"/>
                  <a:pt x="4715241" y="3468787"/>
                </a:cubicBezTo>
                <a:cubicBezTo>
                  <a:pt x="4685980" y="3462284"/>
                  <a:pt x="4659767" y="3453953"/>
                  <a:pt x="4636602" y="3443793"/>
                </a:cubicBezTo>
                <a:cubicBezTo>
                  <a:pt x="4613438" y="3433633"/>
                  <a:pt x="4594743" y="3422457"/>
                  <a:pt x="4580520" y="3410265"/>
                </a:cubicBezTo>
                <a:cubicBezTo>
                  <a:pt x="4566295" y="3398073"/>
                  <a:pt x="4559183" y="3386287"/>
                  <a:pt x="4559183" y="3374908"/>
                </a:cubicBezTo>
                <a:cubicBezTo>
                  <a:pt x="4559183" y="3370031"/>
                  <a:pt x="4560402" y="3364748"/>
                  <a:pt x="4562841" y="3359059"/>
                </a:cubicBezTo>
                <a:lnTo>
                  <a:pt x="4546991" y="3350524"/>
                </a:lnTo>
                <a:lnTo>
                  <a:pt x="4481154" y="3490732"/>
                </a:lnTo>
                <a:lnTo>
                  <a:pt x="4493346" y="3498047"/>
                </a:lnTo>
                <a:cubicBezTo>
                  <a:pt x="4502287" y="3488294"/>
                  <a:pt x="4510821" y="3483417"/>
                  <a:pt x="4518950" y="3483417"/>
                </a:cubicBezTo>
                <a:cubicBezTo>
                  <a:pt x="4527890" y="3483417"/>
                  <a:pt x="4539676" y="3487278"/>
                  <a:pt x="4554306" y="3494999"/>
                </a:cubicBezTo>
                <a:cubicBezTo>
                  <a:pt x="4568937" y="3502721"/>
                  <a:pt x="4587631" y="3511255"/>
                  <a:pt x="4610389" y="3520603"/>
                </a:cubicBezTo>
                <a:cubicBezTo>
                  <a:pt x="4633148" y="3529950"/>
                  <a:pt x="4660580" y="3538078"/>
                  <a:pt x="4692686" y="3544987"/>
                </a:cubicBezTo>
                <a:cubicBezTo>
                  <a:pt x="4724792" y="3551895"/>
                  <a:pt x="4762790" y="3555350"/>
                  <a:pt x="4806681" y="3555350"/>
                </a:cubicBezTo>
                <a:cubicBezTo>
                  <a:pt x="4858700" y="3555350"/>
                  <a:pt x="4904420" y="3550067"/>
                  <a:pt x="4943841" y="3539500"/>
                </a:cubicBezTo>
                <a:cubicBezTo>
                  <a:pt x="4983261" y="3528934"/>
                  <a:pt x="5016384" y="3514303"/>
                  <a:pt x="5043206" y="3495609"/>
                </a:cubicBezTo>
                <a:cubicBezTo>
                  <a:pt x="5070028" y="3476915"/>
                  <a:pt x="5090145" y="3455579"/>
                  <a:pt x="5103556" y="3431601"/>
                </a:cubicBezTo>
                <a:cubicBezTo>
                  <a:pt x="5116967" y="3407623"/>
                  <a:pt x="5123673" y="3382630"/>
                  <a:pt x="5123673" y="3356620"/>
                </a:cubicBezTo>
                <a:cubicBezTo>
                  <a:pt x="5123673" y="3307852"/>
                  <a:pt x="5112293" y="3270870"/>
                  <a:pt x="5089535" y="3245673"/>
                </a:cubicBezTo>
                <a:cubicBezTo>
                  <a:pt x="5066777" y="3220476"/>
                  <a:pt x="5037922" y="3202188"/>
                  <a:pt x="5002972" y="3190809"/>
                </a:cubicBezTo>
                <a:cubicBezTo>
                  <a:pt x="4968021" y="3179430"/>
                  <a:pt x="4929821" y="3173131"/>
                  <a:pt x="4888367" y="3171912"/>
                </a:cubicBezTo>
                <a:cubicBezTo>
                  <a:pt x="4846914" y="3170692"/>
                  <a:pt x="4807087" y="3170083"/>
                  <a:pt x="4768886" y="3170083"/>
                </a:cubicBezTo>
                <a:cubicBezTo>
                  <a:pt x="4746127" y="3170083"/>
                  <a:pt x="4724792" y="3169270"/>
                  <a:pt x="4704878" y="3167644"/>
                </a:cubicBezTo>
                <a:cubicBezTo>
                  <a:pt x="4684964" y="3166019"/>
                  <a:pt x="4667489" y="3162564"/>
                  <a:pt x="4652452" y="3157281"/>
                </a:cubicBezTo>
                <a:cubicBezTo>
                  <a:pt x="4637416" y="3151998"/>
                  <a:pt x="4625630" y="3144683"/>
                  <a:pt x="4617095" y="3135335"/>
                </a:cubicBezTo>
                <a:cubicBezTo>
                  <a:pt x="4608561" y="3125988"/>
                  <a:pt x="4604294" y="3113593"/>
                  <a:pt x="4604294" y="3098150"/>
                </a:cubicBezTo>
                <a:cubicBezTo>
                  <a:pt x="4604294" y="3064012"/>
                  <a:pt x="4623598" y="3036377"/>
                  <a:pt x="4662205" y="3015244"/>
                </a:cubicBezTo>
                <a:cubicBezTo>
                  <a:pt x="4700814" y="2994111"/>
                  <a:pt x="4753036" y="2983545"/>
                  <a:pt x="4818873" y="2983545"/>
                </a:cubicBezTo>
                <a:cubicBezTo>
                  <a:pt x="4848133" y="2983545"/>
                  <a:pt x="4875159" y="2986187"/>
                  <a:pt x="4899949" y="2991470"/>
                </a:cubicBezTo>
                <a:cubicBezTo>
                  <a:pt x="4924740" y="2996753"/>
                  <a:pt x="4946076" y="3003256"/>
                  <a:pt x="4963958" y="3010977"/>
                </a:cubicBezTo>
                <a:cubicBezTo>
                  <a:pt x="4981839" y="3018699"/>
                  <a:pt x="4995657" y="3026623"/>
                  <a:pt x="5005410" y="3034751"/>
                </a:cubicBezTo>
                <a:cubicBezTo>
                  <a:pt x="5015164" y="3042879"/>
                  <a:pt x="5020042" y="3049788"/>
                  <a:pt x="5020042" y="3055478"/>
                </a:cubicBezTo>
                <a:cubicBezTo>
                  <a:pt x="5020042" y="3063606"/>
                  <a:pt x="5019634" y="3068889"/>
                  <a:pt x="5018822" y="3071327"/>
                </a:cubicBezTo>
                <a:lnTo>
                  <a:pt x="5032233" y="3079862"/>
                </a:lnTo>
                <a:lnTo>
                  <a:pt x="5099289" y="2939654"/>
                </a:lnTo>
                <a:lnTo>
                  <a:pt x="5084658" y="2933558"/>
                </a:lnTo>
                <a:cubicBezTo>
                  <a:pt x="5080594" y="2937622"/>
                  <a:pt x="5076530" y="2941280"/>
                  <a:pt x="5072467" y="2944531"/>
                </a:cubicBezTo>
                <a:cubicBezTo>
                  <a:pt x="5068402" y="2947782"/>
                  <a:pt x="5061900" y="2949407"/>
                  <a:pt x="5052959" y="2949407"/>
                </a:cubicBezTo>
                <a:cubicBezTo>
                  <a:pt x="5044832" y="2949407"/>
                  <a:pt x="5034671" y="2946969"/>
                  <a:pt x="5022479" y="2942092"/>
                </a:cubicBezTo>
                <a:cubicBezTo>
                  <a:pt x="5010287" y="2937215"/>
                  <a:pt x="4994844" y="2931932"/>
                  <a:pt x="4976149" y="2926243"/>
                </a:cubicBezTo>
                <a:cubicBezTo>
                  <a:pt x="4957456" y="2920553"/>
                  <a:pt x="4935306" y="2915270"/>
                  <a:pt x="4909703" y="2910393"/>
                </a:cubicBezTo>
                <a:cubicBezTo>
                  <a:pt x="4884100" y="2905516"/>
                  <a:pt x="4853823" y="2903078"/>
                  <a:pt x="4818873" y="2903078"/>
                </a:cubicBezTo>
                <a:close/>
                <a:moveTo>
                  <a:pt x="7569007" y="2878694"/>
                </a:moveTo>
                <a:lnTo>
                  <a:pt x="7569007" y="3022559"/>
                </a:lnTo>
                <a:lnTo>
                  <a:pt x="7583638" y="3022559"/>
                </a:lnTo>
                <a:cubicBezTo>
                  <a:pt x="7583638" y="3010368"/>
                  <a:pt x="7586888" y="3002036"/>
                  <a:pt x="7593391" y="2997566"/>
                </a:cubicBezTo>
                <a:cubicBezTo>
                  <a:pt x="7599893" y="2993095"/>
                  <a:pt x="7610866" y="2990860"/>
                  <a:pt x="7626309" y="2990860"/>
                </a:cubicBezTo>
                <a:lnTo>
                  <a:pt x="7831135" y="2990860"/>
                </a:lnTo>
                <a:lnTo>
                  <a:pt x="7831135" y="3507801"/>
                </a:lnTo>
                <a:cubicBezTo>
                  <a:pt x="7831135" y="3516742"/>
                  <a:pt x="7829103" y="3523854"/>
                  <a:pt x="7825039" y="3529137"/>
                </a:cubicBezTo>
                <a:cubicBezTo>
                  <a:pt x="7820975" y="3534420"/>
                  <a:pt x="7813253" y="3537062"/>
                  <a:pt x="7801874" y="3537062"/>
                </a:cubicBezTo>
                <a:lnTo>
                  <a:pt x="7801874" y="3551692"/>
                </a:lnTo>
                <a:lnTo>
                  <a:pt x="7962809" y="3551692"/>
                </a:lnTo>
                <a:lnTo>
                  <a:pt x="7962809" y="3537062"/>
                </a:lnTo>
                <a:cubicBezTo>
                  <a:pt x="7951429" y="3537062"/>
                  <a:pt x="7943707" y="3534420"/>
                  <a:pt x="7939644" y="3529137"/>
                </a:cubicBezTo>
                <a:cubicBezTo>
                  <a:pt x="7935579" y="3523854"/>
                  <a:pt x="7933548" y="3516742"/>
                  <a:pt x="7933548" y="3507801"/>
                </a:cubicBezTo>
                <a:lnTo>
                  <a:pt x="7933548" y="2990860"/>
                </a:lnTo>
                <a:lnTo>
                  <a:pt x="8138373" y="2990860"/>
                </a:lnTo>
                <a:cubicBezTo>
                  <a:pt x="8153816" y="2990860"/>
                  <a:pt x="8164789" y="2993095"/>
                  <a:pt x="8171292" y="2997566"/>
                </a:cubicBezTo>
                <a:cubicBezTo>
                  <a:pt x="8177794" y="3002036"/>
                  <a:pt x="8181045" y="3010368"/>
                  <a:pt x="8181045" y="3022559"/>
                </a:cubicBezTo>
                <a:lnTo>
                  <a:pt x="8195676" y="3022559"/>
                </a:lnTo>
                <a:lnTo>
                  <a:pt x="8195676" y="2878694"/>
                </a:lnTo>
                <a:lnTo>
                  <a:pt x="8181045" y="2878694"/>
                </a:lnTo>
                <a:cubicBezTo>
                  <a:pt x="8181045" y="2899827"/>
                  <a:pt x="8166821" y="2910393"/>
                  <a:pt x="8138373" y="2910393"/>
                </a:cubicBezTo>
                <a:lnTo>
                  <a:pt x="7626309" y="2910393"/>
                </a:lnTo>
                <a:cubicBezTo>
                  <a:pt x="7597861" y="2910393"/>
                  <a:pt x="7583638" y="2899827"/>
                  <a:pt x="7583638" y="2878694"/>
                </a:cubicBezTo>
                <a:close/>
                <a:moveTo>
                  <a:pt x="6826057" y="2878694"/>
                </a:moveTo>
                <a:lnTo>
                  <a:pt x="6826057" y="3022559"/>
                </a:lnTo>
                <a:lnTo>
                  <a:pt x="6840688" y="3022559"/>
                </a:lnTo>
                <a:cubicBezTo>
                  <a:pt x="6840688" y="3010368"/>
                  <a:pt x="6843938" y="3002036"/>
                  <a:pt x="6850441" y="2997566"/>
                </a:cubicBezTo>
                <a:cubicBezTo>
                  <a:pt x="6856944" y="2993095"/>
                  <a:pt x="6867916" y="2990860"/>
                  <a:pt x="6883359" y="2990860"/>
                </a:cubicBezTo>
                <a:lnTo>
                  <a:pt x="7088185" y="2990860"/>
                </a:lnTo>
                <a:lnTo>
                  <a:pt x="7088185" y="3507801"/>
                </a:lnTo>
                <a:cubicBezTo>
                  <a:pt x="7088185" y="3516742"/>
                  <a:pt x="7086153" y="3523854"/>
                  <a:pt x="7082089" y="3529137"/>
                </a:cubicBezTo>
                <a:cubicBezTo>
                  <a:pt x="7078025" y="3534420"/>
                  <a:pt x="7070303" y="3537062"/>
                  <a:pt x="7058924" y="3537062"/>
                </a:cubicBezTo>
                <a:lnTo>
                  <a:pt x="7058924" y="3551692"/>
                </a:lnTo>
                <a:lnTo>
                  <a:pt x="7219859" y="3551692"/>
                </a:lnTo>
                <a:lnTo>
                  <a:pt x="7219859" y="3537062"/>
                </a:lnTo>
                <a:cubicBezTo>
                  <a:pt x="7208479" y="3537062"/>
                  <a:pt x="7200758" y="3534420"/>
                  <a:pt x="7196694" y="3529137"/>
                </a:cubicBezTo>
                <a:cubicBezTo>
                  <a:pt x="7192630" y="3523854"/>
                  <a:pt x="7190598" y="3516742"/>
                  <a:pt x="7190598" y="3507801"/>
                </a:cubicBezTo>
                <a:lnTo>
                  <a:pt x="7190598" y="2990860"/>
                </a:lnTo>
                <a:lnTo>
                  <a:pt x="7395423" y="2990860"/>
                </a:lnTo>
                <a:cubicBezTo>
                  <a:pt x="7410866" y="2990860"/>
                  <a:pt x="7421839" y="2993095"/>
                  <a:pt x="7428342" y="2997566"/>
                </a:cubicBezTo>
                <a:cubicBezTo>
                  <a:pt x="7434844" y="3002036"/>
                  <a:pt x="7438095" y="3010368"/>
                  <a:pt x="7438096" y="3022559"/>
                </a:cubicBezTo>
                <a:lnTo>
                  <a:pt x="7452726" y="3022559"/>
                </a:lnTo>
                <a:lnTo>
                  <a:pt x="7452726" y="2878694"/>
                </a:lnTo>
                <a:lnTo>
                  <a:pt x="7438096" y="2878694"/>
                </a:lnTo>
                <a:cubicBezTo>
                  <a:pt x="7438095" y="2899827"/>
                  <a:pt x="7423871" y="2910393"/>
                  <a:pt x="7395423" y="2910393"/>
                </a:cubicBezTo>
                <a:lnTo>
                  <a:pt x="6883359" y="2910393"/>
                </a:lnTo>
                <a:cubicBezTo>
                  <a:pt x="6854911" y="2910393"/>
                  <a:pt x="6840688" y="2899827"/>
                  <a:pt x="6840688" y="2878694"/>
                </a:cubicBezTo>
                <a:close/>
                <a:moveTo>
                  <a:pt x="5263957" y="2878694"/>
                </a:moveTo>
                <a:lnTo>
                  <a:pt x="5263957" y="3022559"/>
                </a:lnTo>
                <a:lnTo>
                  <a:pt x="5278587" y="3022559"/>
                </a:lnTo>
                <a:cubicBezTo>
                  <a:pt x="5278587" y="3010368"/>
                  <a:pt x="5281838" y="3002036"/>
                  <a:pt x="5288341" y="2997566"/>
                </a:cubicBezTo>
                <a:cubicBezTo>
                  <a:pt x="5294843" y="2993095"/>
                  <a:pt x="5305816" y="2990860"/>
                  <a:pt x="5321260" y="2990860"/>
                </a:cubicBezTo>
                <a:lnTo>
                  <a:pt x="5526085" y="2990860"/>
                </a:lnTo>
                <a:lnTo>
                  <a:pt x="5526085" y="3507801"/>
                </a:lnTo>
                <a:cubicBezTo>
                  <a:pt x="5526085" y="3516742"/>
                  <a:pt x="5524053" y="3523854"/>
                  <a:pt x="5519989" y="3529137"/>
                </a:cubicBezTo>
                <a:cubicBezTo>
                  <a:pt x="5515925" y="3534420"/>
                  <a:pt x="5508203" y="3537062"/>
                  <a:pt x="5496824" y="3537062"/>
                </a:cubicBezTo>
                <a:lnTo>
                  <a:pt x="5496824" y="3551692"/>
                </a:lnTo>
                <a:lnTo>
                  <a:pt x="5657758" y="3551692"/>
                </a:lnTo>
                <a:lnTo>
                  <a:pt x="5657758" y="3537062"/>
                </a:lnTo>
                <a:cubicBezTo>
                  <a:pt x="5646379" y="3537062"/>
                  <a:pt x="5638658" y="3534420"/>
                  <a:pt x="5634594" y="3529137"/>
                </a:cubicBezTo>
                <a:cubicBezTo>
                  <a:pt x="5630530" y="3523854"/>
                  <a:pt x="5628498" y="3516742"/>
                  <a:pt x="5628498" y="3507801"/>
                </a:cubicBezTo>
                <a:lnTo>
                  <a:pt x="5628498" y="2990860"/>
                </a:lnTo>
                <a:lnTo>
                  <a:pt x="5833323" y="2990860"/>
                </a:lnTo>
                <a:cubicBezTo>
                  <a:pt x="5848766" y="2990860"/>
                  <a:pt x="5859739" y="2993095"/>
                  <a:pt x="5866242" y="2997566"/>
                </a:cubicBezTo>
                <a:cubicBezTo>
                  <a:pt x="5872744" y="3002036"/>
                  <a:pt x="5875996" y="3010368"/>
                  <a:pt x="5875996" y="3022559"/>
                </a:cubicBezTo>
                <a:lnTo>
                  <a:pt x="5890626" y="3022559"/>
                </a:lnTo>
                <a:lnTo>
                  <a:pt x="5890626" y="2878694"/>
                </a:lnTo>
                <a:lnTo>
                  <a:pt x="5875996" y="2878694"/>
                </a:lnTo>
                <a:cubicBezTo>
                  <a:pt x="5875996" y="2899827"/>
                  <a:pt x="5861771" y="2910393"/>
                  <a:pt x="5833323" y="2910393"/>
                </a:cubicBezTo>
                <a:lnTo>
                  <a:pt x="5321260" y="2910393"/>
                </a:lnTo>
                <a:cubicBezTo>
                  <a:pt x="5292812" y="2910393"/>
                  <a:pt x="5278587" y="2899827"/>
                  <a:pt x="5278587" y="2878694"/>
                </a:cubicBezTo>
                <a:close/>
                <a:moveTo>
                  <a:pt x="0" y="0"/>
                </a:moveTo>
                <a:lnTo>
                  <a:pt x="12186422" y="0"/>
                </a:lnTo>
                <a:lnTo>
                  <a:pt x="12186422" y="6892601"/>
                </a:lnTo>
                <a:lnTo>
                  <a:pt x="0" y="6892601"/>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9600">
              <a:latin typeface="Baloo Bhaijaan" panose="03080902040302020200" pitchFamily="66" charset="-78"/>
              <a:cs typeface="Baloo Bhaijaan" panose="03080902040302020200" pitchFamily="66" charset="-78"/>
            </a:endParaRPr>
          </a:p>
        </p:txBody>
      </p:sp>
      <p:sp>
        <p:nvSpPr>
          <p:cNvPr id="6" name="灯片编号占位符 5">
            <a:extLst>
              <a:ext uri="{FF2B5EF4-FFF2-40B4-BE49-F238E27FC236}">
                <a16:creationId xmlns:a16="http://schemas.microsoft.com/office/drawing/2014/main" id="{18EF6ADA-D971-10AE-8955-A9210F28685F}"/>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1</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896746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9" name="Imagen 18">
            <a:extLst>
              <a:ext uri="{FF2B5EF4-FFF2-40B4-BE49-F238E27FC236}">
                <a16:creationId xmlns:a16="http://schemas.microsoft.com/office/drawing/2014/main" id="{3E86106E-B9B2-AFE5-E6F9-9EB913CA85AE}"/>
              </a:ext>
              <a:ext uri="{C183D7F6-B498-43B3-948B-1728B52AA6E4}">
                <adec:decorative xmlns:adec="http://schemas.microsoft.com/office/drawing/2017/decorative" val="1"/>
              </a:ext>
            </a:extLst>
          </p:cNvPr>
          <p:cNvPicPr>
            <a:picLocks noChangeAspect="1"/>
          </p:cNvPicPr>
          <p:nvPr/>
        </p:nvPicPr>
        <p:blipFill>
          <a:blip r:embed="rId3">
            <a:alphaModFix amt="50000"/>
          </a:blip>
          <a:srcRect l="26834" t="15746" b="1236"/>
          <a:stretch>
            <a:fillRect/>
          </a:stretch>
        </p:blipFill>
        <p:spPr>
          <a:xfrm>
            <a:off x="3271570" y="1283"/>
            <a:ext cx="8920430" cy="6756127"/>
          </a:xfrm>
          <a:custGeom>
            <a:avLst/>
            <a:gdLst>
              <a:gd name="csX0" fmla="*/ 8920430 w 8920430"/>
              <a:gd name="csY0" fmla="*/ 4691894 h 6756127"/>
              <a:gd name="csX1" fmla="*/ 8920430 w 8920430"/>
              <a:gd name="csY1" fmla="*/ 6052848 h 6756127"/>
              <a:gd name="csX2" fmla="*/ 8339993 w 8920430"/>
              <a:gd name="csY2" fmla="*/ 6617912 h 6756127"/>
              <a:gd name="csX3" fmla="*/ 7650508 w 8920430"/>
              <a:gd name="csY3" fmla="*/ 6608660 h 6756127"/>
              <a:gd name="csX4" fmla="*/ 7650509 w 8920430"/>
              <a:gd name="csY4" fmla="*/ 6608660 h 6756127"/>
              <a:gd name="csX5" fmla="*/ 7659762 w 8920430"/>
              <a:gd name="csY5" fmla="*/ 5919174 h 6756127"/>
              <a:gd name="csX6" fmla="*/ 6591349 w 8920430"/>
              <a:gd name="csY6" fmla="*/ 4617094 h 6756127"/>
              <a:gd name="csX7" fmla="*/ 7300115 w 8920430"/>
              <a:gd name="csY7" fmla="*/ 5367628 h 6756127"/>
              <a:gd name="csX8" fmla="*/ 6591349 w 8920430"/>
              <a:gd name="csY8" fmla="*/ 6118164 h 6756127"/>
              <a:gd name="csX9" fmla="*/ 5882583 w 8920430"/>
              <a:gd name="csY9" fmla="*/ 5367629 h 6756127"/>
              <a:gd name="csX10" fmla="*/ 6591349 w 8920430"/>
              <a:gd name="csY10" fmla="*/ 4617094 h 6756127"/>
              <a:gd name="csX11" fmla="*/ 8920430 w 8920430"/>
              <a:gd name="csY11" fmla="*/ 2229310 h 6756127"/>
              <a:gd name="csX12" fmla="*/ 8920430 w 8920430"/>
              <a:gd name="csY12" fmla="*/ 4357450 h 6756127"/>
              <a:gd name="csX13" fmla="*/ 8356038 w 8920430"/>
              <a:gd name="csY13" fmla="*/ 4906895 h 6756127"/>
              <a:gd name="csX14" fmla="*/ 7277882 w 8920430"/>
              <a:gd name="csY14" fmla="*/ 4892426 h 6756127"/>
              <a:gd name="csX15" fmla="*/ 7277883 w 8920430"/>
              <a:gd name="csY15" fmla="*/ 4892425 h 6756127"/>
              <a:gd name="csX16" fmla="*/ 7292352 w 8920430"/>
              <a:gd name="csY16" fmla="*/ 3814270 h 6756127"/>
              <a:gd name="csX17" fmla="*/ 1298706 w 8920430"/>
              <a:gd name="csY17" fmla="*/ 1097807 h 6756127"/>
              <a:gd name="csX18" fmla="*/ 1703410 w 8920430"/>
              <a:gd name="csY18" fmla="*/ 1271840 h 6756127"/>
              <a:gd name="csX19" fmla="*/ 1692487 w 8920430"/>
              <a:gd name="csY19" fmla="*/ 2085774 h 6756127"/>
              <a:gd name="csX20" fmla="*/ 977096 w 8920430"/>
              <a:gd name="csY20" fmla="*/ 2782219 h 6756127"/>
              <a:gd name="csX21" fmla="*/ 163162 w 8920430"/>
              <a:gd name="csY21" fmla="*/ 2771297 h 6756127"/>
              <a:gd name="csX22" fmla="*/ 174086 w 8920430"/>
              <a:gd name="csY22" fmla="*/ 1957362 h 6756127"/>
              <a:gd name="csX23" fmla="*/ 889476 w 8920430"/>
              <a:gd name="csY23" fmla="*/ 1260918 h 6756127"/>
              <a:gd name="csX24" fmla="*/ 1298706 w 8920430"/>
              <a:gd name="csY24" fmla="*/ 1097807 h 6756127"/>
              <a:gd name="csX25" fmla="*/ 8238782 w 8920430"/>
              <a:gd name="csY25" fmla="*/ 0 h 6756127"/>
              <a:gd name="csX26" fmla="*/ 8920430 w 8920430"/>
              <a:gd name="csY26" fmla="*/ 0 h 6756127"/>
              <a:gd name="csX27" fmla="*/ 8920430 w 8920430"/>
              <a:gd name="csY27" fmla="*/ 1957836 h 6756127"/>
              <a:gd name="csX28" fmla="*/ 5054308 w 8920430"/>
              <a:gd name="csY28" fmla="*/ 5721566 h 6756127"/>
              <a:gd name="csX29" fmla="*/ 3726241 w 8920430"/>
              <a:gd name="csY29" fmla="*/ 5703745 h 6756127"/>
              <a:gd name="csX30" fmla="*/ 3726244 w 8920430"/>
              <a:gd name="csY30" fmla="*/ 5703745 h 6756127"/>
              <a:gd name="csX31" fmla="*/ 3744065 w 8920430"/>
              <a:gd name="csY31" fmla="*/ 4375679 h 6756127"/>
              <a:gd name="csX32" fmla="*/ 4786151 w 8920430"/>
              <a:gd name="csY32" fmla="*/ 0 h 6756127"/>
              <a:gd name="csX33" fmla="*/ 7478897 w 8920430"/>
              <a:gd name="csY33" fmla="*/ 0 h 6756127"/>
              <a:gd name="csX34" fmla="*/ 3601680 w 8920430"/>
              <a:gd name="csY34" fmla="*/ 3774532 h 6756127"/>
              <a:gd name="csX35" fmla="*/ 2273615 w 8920430"/>
              <a:gd name="csY35" fmla="*/ 3756709 h 6756127"/>
              <a:gd name="csX36" fmla="*/ 2273615 w 8920430"/>
              <a:gd name="csY36" fmla="*/ 3756710 h 6756127"/>
              <a:gd name="csX37" fmla="*/ 2291437 w 8920430"/>
              <a:gd name="csY37" fmla="*/ 2428644 h 6756127"/>
              <a:gd name="csX38" fmla="*/ 2346092 w 8920430"/>
              <a:gd name="csY38" fmla="*/ 0 h 6756127"/>
              <a:gd name="csX39" fmla="*/ 4180669 w 8920430"/>
              <a:gd name="csY39" fmla="*/ 0 h 6756127"/>
              <a:gd name="csX40" fmla="*/ 2841915 w 8920430"/>
              <a:gd name="csY40" fmla="*/ 1303299 h 6756127"/>
              <a:gd name="csX41" fmla="*/ 1937097 w 8920430"/>
              <a:gd name="csY41" fmla="*/ 1291157 h 6756127"/>
              <a:gd name="csX42" fmla="*/ 1937099 w 8920430"/>
              <a:gd name="csY42" fmla="*/ 1291157 h 6756127"/>
              <a:gd name="csX43" fmla="*/ 1949242 w 8920430"/>
              <a:gd name="csY43" fmla="*/ 386340 h 67561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8920430" h="6756127">
                <a:moveTo>
                  <a:pt x="8920430" y="4691894"/>
                </a:moveTo>
                <a:lnTo>
                  <a:pt x="8920430" y="6052848"/>
                </a:lnTo>
                <a:lnTo>
                  <a:pt x="8339993" y="6617912"/>
                </a:lnTo>
                <a:cubicBezTo>
                  <a:pt x="8147043" y="6805753"/>
                  <a:pt x="7838349" y="6801611"/>
                  <a:pt x="7650508" y="6608660"/>
                </a:cubicBezTo>
                <a:lnTo>
                  <a:pt x="7650509" y="6608660"/>
                </a:lnTo>
                <a:cubicBezTo>
                  <a:pt x="7462668" y="6415709"/>
                  <a:pt x="7466810" y="6107015"/>
                  <a:pt x="7659762" y="5919174"/>
                </a:cubicBezTo>
                <a:close/>
                <a:moveTo>
                  <a:pt x="6591349" y="4617094"/>
                </a:moveTo>
                <a:cubicBezTo>
                  <a:pt x="6982790" y="4617094"/>
                  <a:pt x="7300115" y="4953120"/>
                  <a:pt x="7300115" y="5367628"/>
                </a:cubicBezTo>
                <a:cubicBezTo>
                  <a:pt x="7300115" y="5782138"/>
                  <a:pt x="6982790" y="6118164"/>
                  <a:pt x="6591349" y="6118164"/>
                </a:cubicBezTo>
                <a:cubicBezTo>
                  <a:pt x="6199908" y="6118164"/>
                  <a:pt x="5882583" y="5782138"/>
                  <a:pt x="5882583" y="5367629"/>
                </a:cubicBezTo>
                <a:cubicBezTo>
                  <a:pt x="5882583" y="4953120"/>
                  <a:pt x="6199908" y="4617094"/>
                  <a:pt x="6591349" y="4617094"/>
                </a:cubicBezTo>
                <a:close/>
                <a:moveTo>
                  <a:pt x="8920430" y="2229310"/>
                </a:moveTo>
                <a:lnTo>
                  <a:pt x="8920430" y="4357450"/>
                </a:lnTo>
                <a:lnTo>
                  <a:pt x="8356038" y="4906895"/>
                </a:lnTo>
                <a:cubicBezTo>
                  <a:pt x="8054318" y="5200624"/>
                  <a:pt x="7571611" y="5194146"/>
                  <a:pt x="7277882" y="4892426"/>
                </a:cubicBezTo>
                <a:lnTo>
                  <a:pt x="7277883" y="4892425"/>
                </a:lnTo>
                <a:cubicBezTo>
                  <a:pt x="6984154" y="4590706"/>
                  <a:pt x="6990631" y="4107999"/>
                  <a:pt x="7292352" y="3814270"/>
                </a:cubicBezTo>
                <a:close/>
                <a:moveTo>
                  <a:pt x="1298706" y="1097807"/>
                </a:moveTo>
                <a:cubicBezTo>
                  <a:pt x="1445998" y="1099784"/>
                  <a:pt x="1592537" y="1157951"/>
                  <a:pt x="1703410" y="1271840"/>
                </a:cubicBezTo>
                <a:cubicBezTo>
                  <a:pt x="1925156" y="1499619"/>
                  <a:pt x="1920266" y="1864029"/>
                  <a:pt x="1692487" y="2085774"/>
                </a:cubicBezTo>
                <a:lnTo>
                  <a:pt x="977096" y="2782219"/>
                </a:lnTo>
                <a:cubicBezTo>
                  <a:pt x="749318" y="3003965"/>
                  <a:pt x="384908" y="2999075"/>
                  <a:pt x="163162" y="2771297"/>
                </a:cubicBezTo>
                <a:cubicBezTo>
                  <a:pt x="-58583" y="2543518"/>
                  <a:pt x="-53693" y="2179108"/>
                  <a:pt x="174086" y="1957362"/>
                </a:cubicBezTo>
                <a:lnTo>
                  <a:pt x="889476" y="1260918"/>
                </a:lnTo>
                <a:cubicBezTo>
                  <a:pt x="1003365" y="1150044"/>
                  <a:pt x="1151413" y="1095831"/>
                  <a:pt x="1298706" y="1097807"/>
                </a:cubicBezTo>
                <a:close/>
                <a:moveTo>
                  <a:pt x="8238782" y="0"/>
                </a:moveTo>
                <a:lnTo>
                  <a:pt x="8920430" y="0"/>
                </a:lnTo>
                <a:lnTo>
                  <a:pt x="8920430" y="1957836"/>
                </a:lnTo>
                <a:lnTo>
                  <a:pt x="5054308" y="5721566"/>
                </a:lnTo>
                <a:cubicBezTo>
                  <a:pt x="4682650" y="6083381"/>
                  <a:pt x="4088056" y="6075403"/>
                  <a:pt x="3726241" y="5703745"/>
                </a:cubicBezTo>
                <a:lnTo>
                  <a:pt x="3726244" y="5703745"/>
                </a:lnTo>
                <a:cubicBezTo>
                  <a:pt x="3364430" y="5332088"/>
                  <a:pt x="3372408" y="4737493"/>
                  <a:pt x="3744065" y="4375679"/>
                </a:cubicBezTo>
                <a:close/>
                <a:moveTo>
                  <a:pt x="4786151" y="0"/>
                </a:moveTo>
                <a:lnTo>
                  <a:pt x="7478897" y="0"/>
                </a:lnTo>
                <a:lnTo>
                  <a:pt x="3601680" y="3774532"/>
                </a:lnTo>
                <a:cubicBezTo>
                  <a:pt x="3230023" y="4136346"/>
                  <a:pt x="2635429" y="4128366"/>
                  <a:pt x="2273615" y="3756709"/>
                </a:cubicBezTo>
                <a:lnTo>
                  <a:pt x="2273615" y="3756710"/>
                </a:lnTo>
                <a:cubicBezTo>
                  <a:pt x="1911801" y="3385053"/>
                  <a:pt x="1919781" y="2790458"/>
                  <a:pt x="2291437" y="2428644"/>
                </a:cubicBezTo>
                <a:close/>
                <a:moveTo>
                  <a:pt x="2346092" y="0"/>
                </a:moveTo>
                <a:lnTo>
                  <a:pt x="4180669" y="0"/>
                </a:lnTo>
                <a:lnTo>
                  <a:pt x="2841915" y="1303299"/>
                </a:lnTo>
                <a:cubicBezTo>
                  <a:pt x="2588703" y="1549804"/>
                  <a:pt x="2183603" y="1544368"/>
                  <a:pt x="1937097" y="1291157"/>
                </a:cubicBezTo>
                <a:lnTo>
                  <a:pt x="1937099" y="1291157"/>
                </a:lnTo>
                <a:cubicBezTo>
                  <a:pt x="1690595" y="1037945"/>
                  <a:pt x="1696031" y="632846"/>
                  <a:pt x="1949242" y="386340"/>
                </a:cubicBezTo>
                <a:close/>
              </a:path>
            </a:pathLst>
          </a:custGeom>
          <a:effectLst>
            <a:innerShdw blurRad="603587" dist="50800" dir="13500000">
              <a:prstClr val="black">
                <a:alpha val="50000"/>
              </a:prstClr>
            </a:innerShdw>
          </a:effectLst>
        </p:spPr>
      </p:pic>
      <p:sp>
        <p:nvSpPr>
          <p:cNvPr id="20" name="Title 1">
            <a:extLst>
              <a:ext uri="{FF2B5EF4-FFF2-40B4-BE49-F238E27FC236}">
                <a16:creationId xmlns:a16="http://schemas.microsoft.com/office/drawing/2014/main" id="{F7D0CEDA-37AB-C827-3CA5-F50699CA7FB3}"/>
              </a:ext>
            </a:extLst>
          </p:cNvPr>
          <p:cNvSpPr txBox="1">
            <a:spLocks/>
          </p:cNvSpPr>
          <p:nvPr/>
        </p:nvSpPr>
        <p:spPr>
          <a:xfrm>
            <a:off x="761803" y="350196"/>
            <a:ext cx="4646904" cy="1624520"/>
          </a:xfrm>
          <a:prstGeom prst="rect">
            <a:avLst/>
          </a:prstGeom>
          <a:effectLst>
            <a:glow rad="127000">
              <a:schemeClr val="tx1"/>
            </a:glow>
            <a:innerShdw blurRad="63500" dist="50800" dir="10800000">
              <a:schemeClr val="tx1">
                <a:alpha val="9000"/>
              </a:schemeClr>
            </a:innerShdw>
          </a:effectLst>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rPr>
              <a:t>Group Intro</a:t>
            </a:r>
          </a:p>
        </p:txBody>
      </p:sp>
      <p:sp>
        <p:nvSpPr>
          <p:cNvPr id="21" name="Content Placeholder 2">
            <a:extLst>
              <a:ext uri="{FF2B5EF4-FFF2-40B4-BE49-F238E27FC236}">
                <a16:creationId xmlns:a16="http://schemas.microsoft.com/office/drawing/2014/main" id="{803F01F0-F651-84F2-7ED9-8BF518DBD231}"/>
              </a:ext>
            </a:extLst>
          </p:cNvPr>
          <p:cNvSpPr txBox="1">
            <a:spLocks/>
          </p:cNvSpPr>
          <p:nvPr/>
        </p:nvSpPr>
        <p:spPr>
          <a:xfrm>
            <a:off x="764851" y="1523055"/>
            <a:ext cx="5205705" cy="4984749"/>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a:latin typeface="Aldhabi"/>
                <a:cs typeface="Aldhabi"/>
              </a:rPr>
              <a:t>Carson, </a:t>
            </a:r>
            <a:r>
              <a:rPr lang="en-US" sz="2200" b="1" i="1">
                <a:latin typeface="Aldhabi"/>
                <a:cs typeface="Aldhabi"/>
              </a:rPr>
              <a:t>University of Minnesota Twin Cities, 2029</a:t>
            </a:r>
            <a:endParaRPr lang="en-US" sz="2200" b="1">
              <a:latin typeface="Aldhabi"/>
              <a:cs typeface="Aldhabi"/>
            </a:endParaRPr>
          </a:p>
          <a:p>
            <a:pPr marL="457200" indent="-457200">
              <a:buFont typeface="Wingdings" panose="020B0604020202020204" pitchFamily="34" charset="0"/>
              <a:buChar char="v"/>
            </a:pPr>
            <a:r>
              <a:rPr lang="en-US" sz="2000">
                <a:latin typeface="Aldhabi" pitchFamily="2" charset="-78"/>
                <a:cs typeface="Aldhabi" pitchFamily="2" charset="-78"/>
              </a:rPr>
              <a:t>From North Dakota, where farming and Ag play major roles</a:t>
            </a:r>
          </a:p>
          <a:p>
            <a:pPr marL="457200" indent="-457200">
              <a:buFont typeface="Wingdings" panose="020B0604020202020204" pitchFamily="34" charset="0"/>
              <a:buChar char="v"/>
            </a:pPr>
            <a:r>
              <a:rPr lang="en-US" sz="2000">
                <a:latin typeface="Aldhabi" pitchFamily="2" charset="-78"/>
                <a:cs typeface="Aldhabi" pitchFamily="2" charset="-78"/>
              </a:rPr>
              <a:t>Interested in seeing how ML is applied in those fields</a:t>
            </a:r>
            <a:br>
              <a:rPr lang="en-US" sz="2000">
                <a:latin typeface="Aldhabi"/>
                <a:cs typeface="Aldhabi"/>
              </a:rPr>
            </a:br>
            <a:endParaRPr lang="en-US" sz="2000">
              <a:latin typeface="Aldhabi"/>
              <a:cs typeface="Aldhabi"/>
            </a:endParaRPr>
          </a:p>
          <a:p>
            <a:pPr marL="0" indent="0">
              <a:buNone/>
            </a:pPr>
            <a:r>
              <a:rPr lang="en-US" sz="2200" b="1">
                <a:latin typeface="Aldhabi"/>
                <a:cs typeface="Aldhabi"/>
              </a:rPr>
              <a:t>Jerry,  </a:t>
            </a:r>
            <a:r>
              <a:rPr lang="en-US" sz="2200" b="1" i="1">
                <a:latin typeface="Aldhabi"/>
                <a:cs typeface="Aldhabi"/>
              </a:rPr>
              <a:t>University of Minnesota Twin Cities, 2028</a:t>
            </a:r>
          </a:p>
          <a:p>
            <a:pPr marL="457200" indent="-457200">
              <a:buFont typeface="Wingdings" panose="020B0604020202020204" pitchFamily="34" charset="0"/>
              <a:buChar char="v"/>
            </a:pPr>
            <a:r>
              <a:rPr lang="en-US" sz="2000">
                <a:latin typeface="Aldhabi" pitchFamily="2" charset="-78"/>
                <a:cs typeface="Aldhabi" pitchFamily="2" charset="-78"/>
              </a:rPr>
              <a:t>Previous experience preparing datasets for similar remote sensing projects.</a:t>
            </a:r>
          </a:p>
          <a:p>
            <a:pPr marL="457200" indent="-457200">
              <a:buFont typeface="Wingdings" panose="020B0604020202020204" pitchFamily="34" charset="0"/>
              <a:buChar char="v"/>
            </a:pPr>
            <a:r>
              <a:rPr lang="en-US" sz="2000">
                <a:latin typeface="Aldhabi" pitchFamily="2" charset="-78"/>
                <a:cs typeface="Aldhabi" pitchFamily="2" charset="-78"/>
              </a:rPr>
              <a:t>Familiar with preprocessing but newer to model development</a:t>
            </a:r>
          </a:p>
          <a:p>
            <a:pPr marL="0" indent="0">
              <a:buFont typeface="Arial" panose="020B0604020202020204" pitchFamily="34" charset="0"/>
              <a:buNone/>
            </a:pPr>
            <a:endParaRPr lang="en-US" sz="2000">
              <a:latin typeface="Aldhabi"/>
              <a:cs typeface="Aldhabi"/>
            </a:endParaRPr>
          </a:p>
          <a:p>
            <a:pPr marL="0" indent="0">
              <a:buFont typeface="Arial" panose="020B0604020202020204" pitchFamily="34" charset="0"/>
              <a:buNone/>
            </a:pPr>
            <a:r>
              <a:rPr lang="en-US" sz="2200" b="1">
                <a:latin typeface="Aldhabi"/>
                <a:cs typeface="Aldhabi"/>
              </a:rPr>
              <a:t>Cindy, </a:t>
            </a:r>
            <a:r>
              <a:rPr lang="en-US" sz="2200" b="1" i="1">
                <a:latin typeface="Aldhabi"/>
                <a:cs typeface="Aldhabi"/>
              </a:rPr>
              <a:t>Illinois Institute of Technology, 2027</a:t>
            </a:r>
            <a:endParaRPr lang="en-US" sz="2200" b="1">
              <a:latin typeface="Aldhabi"/>
              <a:cs typeface="Aldhabi"/>
            </a:endParaRPr>
          </a:p>
          <a:p>
            <a:pPr marL="457200" indent="-457200">
              <a:buFont typeface="Wingdings" panose="020B0604020202020204" pitchFamily="34" charset="0"/>
              <a:buChar char="v"/>
            </a:pPr>
            <a:r>
              <a:rPr lang="en-US" sz="2000">
                <a:latin typeface="Aldhabi"/>
                <a:cs typeface="Aldhabi"/>
              </a:rPr>
              <a:t>No prior experience in agriculture</a:t>
            </a:r>
          </a:p>
          <a:p>
            <a:pPr marL="457200" indent="-457200">
              <a:buFont typeface="Wingdings" panose="020B0604020202020204" pitchFamily="34" charset="0"/>
              <a:buChar char="v"/>
            </a:pPr>
            <a:r>
              <a:rPr lang="en-US" sz="2000">
                <a:latin typeface="Aldhabi"/>
                <a:cs typeface="Aldhabi"/>
              </a:rPr>
              <a:t>Interested in learning how AI models can combine multiple data sources for environmental applications. ​</a:t>
            </a:r>
            <a:endParaRPr lang="en-US" sz="2000"/>
          </a:p>
        </p:txBody>
      </p:sp>
      <p:sp>
        <p:nvSpPr>
          <p:cNvPr id="23" name="Content Placeholder 2">
            <a:extLst>
              <a:ext uri="{FF2B5EF4-FFF2-40B4-BE49-F238E27FC236}">
                <a16:creationId xmlns:a16="http://schemas.microsoft.com/office/drawing/2014/main" id="{4EDC06BC-6B40-2A5A-0040-385FCBCFE8C7}"/>
              </a:ext>
            </a:extLst>
          </p:cNvPr>
          <p:cNvSpPr txBox="1">
            <a:spLocks/>
          </p:cNvSpPr>
          <p:nvPr/>
        </p:nvSpPr>
        <p:spPr>
          <a:xfrm>
            <a:off x="764851" y="1906195"/>
            <a:ext cx="2866841" cy="117021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b="1" u="sng">
              <a:solidFill>
                <a:schemeClr val="accent6">
                  <a:lumMod val="50000"/>
                </a:schemeClr>
              </a:solidFill>
              <a:latin typeface="Aldhabi"/>
              <a:cs typeface="Aldhabi"/>
            </a:endParaRPr>
          </a:p>
        </p:txBody>
      </p:sp>
      <p:sp>
        <p:nvSpPr>
          <p:cNvPr id="25" name="Content Placeholder 2">
            <a:extLst>
              <a:ext uri="{FF2B5EF4-FFF2-40B4-BE49-F238E27FC236}">
                <a16:creationId xmlns:a16="http://schemas.microsoft.com/office/drawing/2014/main" id="{F4C45CB0-B2D5-1F82-8A71-AC04459F5F78}"/>
              </a:ext>
            </a:extLst>
          </p:cNvPr>
          <p:cNvSpPr txBox="1">
            <a:spLocks/>
          </p:cNvSpPr>
          <p:nvPr/>
        </p:nvSpPr>
        <p:spPr>
          <a:xfrm>
            <a:off x="764851" y="3016417"/>
            <a:ext cx="2866841" cy="117021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b="1" u="sng">
              <a:solidFill>
                <a:schemeClr val="accent6">
                  <a:lumMod val="50000"/>
                </a:schemeClr>
              </a:solidFill>
              <a:latin typeface="Aldhabi"/>
              <a:cs typeface="Aldhabi"/>
            </a:endParaRPr>
          </a:p>
          <a:p>
            <a:pPr marL="0" indent="0">
              <a:buNone/>
            </a:pPr>
            <a:r>
              <a:rPr lang="en-US" sz="2000">
                <a:solidFill>
                  <a:schemeClr val="accent6">
                    <a:lumMod val="50000"/>
                  </a:schemeClr>
                </a:solidFill>
              </a:rPr>
              <a:t> </a:t>
            </a:r>
          </a:p>
        </p:txBody>
      </p:sp>
      <p:sp>
        <p:nvSpPr>
          <p:cNvPr id="26" name="Content Placeholder 2">
            <a:extLst>
              <a:ext uri="{FF2B5EF4-FFF2-40B4-BE49-F238E27FC236}">
                <a16:creationId xmlns:a16="http://schemas.microsoft.com/office/drawing/2014/main" id="{85F3A2E1-AA89-B696-0628-0BDE069B42DA}"/>
              </a:ext>
            </a:extLst>
          </p:cNvPr>
          <p:cNvSpPr txBox="1">
            <a:spLocks/>
          </p:cNvSpPr>
          <p:nvPr/>
        </p:nvSpPr>
        <p:spPr>
          <a:xfrm>
            <a:off x="757231" y="3692134"/>
            <a:ext cx="2866841" cy="117021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b="1" u="sng">
              <a:solidFill>
                <a:schemeClr val="accent6">
                  <a:lumMod val="50000"/>
                </a:schemeClr>
              </a:solidFill>
              <a:latin typeface="Aldhabi"/>
              <a:cs typeface="Aldhabi"/>
            </a:endParaRPr>
          </a:p>
        </p:txBody>
      </p:sp>
      <p:sp>
        <p:nvSpPr>
          <p:cNvPr id="2" name="灯片编号占位符 1">
            <a:extLst>
              <a:ext uri="{FF2B5EF4-FFF2-40B4-BE49-F238E27FC236}">
                <a16:creationId xmlns:a16="http://schemas.microsoft.com/office/drawing/2014/main" id="{6A6D2746-F20B-1094-5FDD-BDA822BD1D74}"/>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28922943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3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The Classification of Field Crops">
            <a:extLst>
              <a:ext uri="{FF2B5EF4-FFF2-40B4-BE49-F238E27FC236}">
                <a16:creationId xmlns:a16="http://schemas.microsoft.com/office/drawing/2014/main" id="{7C93B7DE-4DA0-B300-FEFC-C900BD8345B5}"/>
              </a:ext>
            </a:extLst>
          </p:cNvPr>
          <p:cNvPicPr>
            <a:picLocks noChangeAspect="1"/>
          </p:cNvPicPr>
          <p:nvPr/>
        </p:nvPicPr>
        <p:blipFill>
          <a:blip r:embed="rId3">
            <a:alphaModFix amt="50000"/>
          </a:blip>
          <a:srcRect t="10017"/>
          <a:stretch>
            <a:fillRect/>
          </a:stretch>
        </p:blipFill>
        <p:spPr>
          <a:xfrm>
            <a:off x="20" y="1282"/>
            <a:ext cx="12191980" cy="6856718"/>
          </a:xfrm>
          <a:prstGeom prst="rect">
            <a:avLst/>
          </a:prstGeom>
          <a:noFill/>
        </p:spPr>
      </p:pic>
      <p:sp>
        <p:nvSpPr>
          <p:cNvPr id="3" name="Title 1">
            <a:extLst>
              <a:ext uri="{FF2B5EF4-FFF2-40B4-BE49-F238E27FC236}">
                <a16:creationId xmlns:a16="http://schemas.microsoft.com/office/drawing/2014/main" id="{D24B65E4-AF04-A6F7-FCFA-1698768C9143}"/>
              </a:ext>
            </a:extLst>
          </p:cNvPr>
          <p:cNvSpPr txBox="1">
            <a:spLocks/>
          </p:cNvSpPr>
          <p:nvPr/>
        </p:nvSpPr>
        <p:spPr>
          <a:xfrm>
            <a:off x="396510" y="307251"/>
            <a:ext cx="5448414" cy="134007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000">
                <a:latin typeface="Copperplate Gothic Light"/>
                <a:cs typeface="Times New Roman"/>
              </a:rPr>
              <a:t>Project</a:t>
            </a:r>
            <a:endParaRPr lang="en-US" sz="7200">
              <a:latin typeface="Copperplate Gothic Light"/>
              <a:cs typeface="Times New Roman"/>
            </a:endParaRPr>
          </a:p>
        </p:txBody>
      </p:sp>
      <p:sp>
        <p:nvSpPr>
          <p:cNvPr id="5" name="CuadroTexto 4">
            <a:extLst>
              <a:ext uri="{FF2B5EF4-FFF2-40B4-BE49-F238E27FC236}">
                <a16:creationId xmlns:a16="http://schemas.microsoft.com/office/drawing/2014/main" id="{7D3246F8-BD69-46F9-1661-23ECF12CD4AB}"/>
              </a:ext>
            </a:extLst>
          </p:cNvPr>
          <p:cNvSpPr txBox="1"/>
          <p:nvPr/>
        </p:nvSpPr>
        <p:spPr>
          <a:xfrm>
            <a:off x="1513388" y="1263482"/>
            <a:ext cx="2531161" cy="400110"/>
          </a:xfrm>
          <a:prstGeom prst="rect">
            <a:avLst/>
          </a:prstGeom>
          <a:noFill/>
          <a:ln>
            <a:noFill/>
          </a:ln>
        </p:spPr>
        <p:txBody>
          <a:bodyPr wrap="square">
            <a:spAutoFit/>
          </a:bodyPr>
          <a:lstStyle/>
          <a:p>
            <a:r>
              <a:rPr lang="en-US" sz="2000">
                <a:latin typeface="Copperplate Gothic Light"/>
                <a:cs typeface="Times New Roman"/>
              </a:rPr>
              <a:t>Background</a:t>
            </a:r>
            <a:endParaRPr lang="en-US">
              <a:latin typeface="Copperplate Gothic Light"/>
              <a:cs typeface="Times New Roman"/>
            </a:endParaRPr>
          </a:p>
        </p:txBody>
      </p:sp>
      <p:sp>
        <p:nvSpPr>
          <p:cNvPr id="8" name="CuadroTexto 7">
            <a:extLst>
              <a:ext uri="{FF2B5EF4-FFF2-40B4-BE49-F238E27FC236}">
                <a16:creationId xmlns:a16="http://schemas.microsoft.com/office/drawing/2014/main" id="{2F77E647-C336-DCD1-227C-542B2FD9E05A}"/>
              </a:ext>
            </a:extLst>
          </p:cNvPr>
          <p:cNvSpPr txBox="1"/>
          <p:nvPr/>
        </p:nvSpPr>
        <p:spPr>
          <a:xfrm>
            <a:off x="8161867" y="2905780"/>
            <a:ext cx="3335867" cy="523220"/>
          </a:xfrm>
          <a:prstGeom prst="rect">
            <a:avLst/>
          </a:prstGeom>
          <a:noFill/>
        </p:spPr>
        <p:txBody>
          <a:bodyPr wrap="square">
            <a:spAutoFit/>
          </a:bodyPr>
          <a:lstStyle/>
          <a:p>
            <a:pPr marL="0" indent="0">
              <a:buNone/>
            </a:pPr>
            <a:r>
              <a:rPr lang="en-US" sz="2800" b="1">
                <a:latin typeface="Aldhabi"/>
                <a:cs typeface="Aldhabi"/>
              </a:rPr>
              <a:t>Why is crop mapping important?</a:t>
            </a:r>
          </a:p>
        </p:txBody>
      </p:sp>
      <p:sp>
        <p:nvSpPr>
          <p:cNvPr id="4" name="灯片编号占位符 3">
            <a:extLst>
              <a:ext uri="{FF2B5EF4-FFF2-40B4-BE49-F238E27FC236}">
                <a16:creationId xmlns:a16="http://schemas.microsoft.com/office/drawing/2014/main" id="{11B8F41B-BADF-BF18-2D61-D38FE0D2C8BD}"/>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3</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1623166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2AAA-699D-41FE-416F-E515ED67F6F8}"/>
            </a:ext>
          </a:extLst>
        </p:cNvPr>
        <p:cNvGrpSpPr/>
        <p:nvPr/>
      </p:nvGrpSpPr>
      <p:grpSpPr>
        <a:xfrm>
          <a:off x="0" y="0"/>
          <a:ext cx="0" cy="0"/>
          <a:chOff x="0" y="0"/>
          <a:chExt cx="0" cy="0"/>
        </a:xfrm>
      </p:grpSpPr>
      <p:pic>
        <p:nvPicPr>
          <p:cNvPr id="2" name="Imagen 1" descr="The Classification of Field Crops">
            <a:extLst>
              <a:ext uri="{FF2B5EF4-FFF2-40B4-BE49-F238E27FC236}">
                <a16:creationId xmlns:a16="http://schemas.microsoft.com/office/drawing/2014/main" id="{B879CF68-B673-D896-D012-5B19ADFC6312}"/>
              </a:ext>
            </a:extLst>
          </p:cNvPr>
          <p:cNvPicPr>
            <a:picLocks noChangeAspect="1"/>
          </p:cNvPicPr>
          <p:nvPr/>
        </p:nvPicPr>
        <p:blipFill>
          <a:blip r:embed="rId3">
            <a:alphaModFix amt="50000"/>
          </a:blip>
          <a:srcRect l="-29952" t="-11490" r="-19760" b="17598"/>
          <a:stretch>
            <a:fillRect/>
          </a:stretch>
        </p:blipFill>
        <p:spPr>
          <a:xfrm>
            <a:off x="-4928535" y="6812823"/>
            <a:ext cx="22328349" cy="8751988"/>
          </a:xfrm>
          <a:prstGeom prst="rect">
            <a:avLst/>
          </a:prstGeom>
          <a:ln>
            <a:noFill/>
          </a:ln>
        </p:spPr>
      </p:pic>
      <p:sp>
        <p:nvSpPr>
          <p:cNvPr id="3" name="Title 1">
            <a:extLst>
              <a:ext uri="{FF2B5EF4-FFF2-40B4-BE49-F238E27FC236}">
                <a16:creationId xmlns:a16="http://schemas.microsoft.com/office/drawing/2014/main" id="{C798F108-A8DC-456C-4D40-B1CC62C0EAE4}"/>
              </a:ext>
            </a:extLst>
          </p:cNvPr>
          <p:cNvSpPr txBox="1">
            <a:spLocks/>
          </p:cNvSpPr>
          <p:nvPr/>
        </p:nvSpPr>
        <p:spPr>
          <a:xfrm>
            <a:off x="147388" y="-129743"/>
            <a:ext cx="4795271"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000">
                <a:latin typeface="Copperplate Gothic Light"/>
                <a:cs typeface="Times New Roman"/>
              </a:rPr>
              <a:t>Project</a:t>
            </a:r>
            <a:endParaRPr lang="en-US" sz="7200">
              <a:latin typeface="Copperplate Gothic Light"/>
              <a:cs typeface="Times New Roman"/>
            </a:endParaRPr>
          </a:p>
        </p:txBody>
      </p:sp>
      <p:sp>
        <p:nvSpPr>
          <p:cNvPr id="5" name="CuadroTexto 4">
            <a:extLst>
              <a:ext uri="{FF2B5EF4-FFF2-40B4-BE49-F238E27FC236}">
                <a16:creationId xmlns:a16="http://schemas.microsoft.com/office/drawing/2014/main" id="{4EBDBC34-B735-4916-D99A-A119094F368D}"/>
              </a:ext>
            </a:extLst>
          </p:cNvPr>
          <p:cNvSpPr txBox="1"/>
          <p:nvPr/>
        </p:nvSpPr>
        <p:spPr>
          <a:xfrm>
            <a:off x="241009" y="797318"/>
            <a:ext cx="2059447" cy="400110"/>
          </a:xfrm>
          <a:prstGeom prst="rect">
            <a:avLst/>
          </a:prstGeom>
          <a:noFill/>
          <a:ln>
            <a:noFill/>
          </a:ln>
        </p:spPr>
        <p:txBody>
          <a:bodyPr wrap="square">
            <a:spAutoFit/>
          </a:bodyPr>
          <a:lstStyle/>
          <a:p>
            <a:r>
              <a:rPr lang="en-US" sz="2000">
                <a:latin typeface="Copperplate Gothic Light"/>
                <a:cs typeface="Times New Roman"/>
              </a:rPr>
              <a:t>Background</a:t>
            </a:r>
            <a:endParaRPr lang="en-US" sz="1800">
              <a:latin typeface="Copperplate Gothic Light"/>
              <a:cs typeface="Times New Roman"/>
            </a:endParaRPr>
          </a:p>
        </p:txBody>
      </p:sp>
      <p:sp>
        <p:nvSpPr>
          <p:cNvPr id="4" name="Elipse 3">
            <a:extLst>
              <a:ext uri="{FF2B5EF4-FFF2-40B4-BE49-F238E27FC236}">
                <a16:creationId xmlns:a16="http://schemas.microsoft.com/office/drawing/2014/main" id="{CC7E3415-7CDE-E113-080D-DEF9C9AA2C2C}"/>
              </a:ext>
            </a:extLst>
          </p:cNvPr>
          <p:cNvSpPr/>
          <p:nvPr/>
        </p:nvSpPr>
        <p:spPr>
          <a:xfrm>
            <a:off x="409377" y="1384934"/>
            <a:ext cx="2964426" cy="2905432"/>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6" name="Elipse 5">
            <a:extLst>
              <a:ext uri="{FF2B5EF4-FFF2-40B4-BE49-F238E27FC236}">
                <a16:creationId xmlns:a16="http://schemas.microsoft.com/office/drawing/2014/main" id="{7AC29A54-B534-A40B-8FCF-0BBD70C2DEED}"/>
              </a:ext>
            </a:extLst>
          </p:cNvPr>
          <p:cNvSpPr/>
          <p:nvPr/>
        </p:nvSpPr>
        <p:spPr>
          <a:xfrm>
            <a:off x="4613788" y="1468043"/>
            <a:ext cx="2964426" cy="2905432"/>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8" name="Elipse 7">
            <a:extLst>
              <a:ext uri="{FF2B5EF4-FFF2-40B4-BE49-F238E27FC236}">
                <a16:creationId xmlns:a16="http://schemas.microsoft.com/office/drawing/2014/main" id="{DE22B005-35E8-CBA8-5229-105B7822D248}"/>
              </a:ext>
            </a:extLst>
          </p:cNvPr>
          <p:cNvSpPr/>
          <p:nvPr/>
        </p:nvSpPr>
        <p:spPr>
          <a:xfrm>
            <a:off x="8818199" y="1448926"/>
            <a:ext cx="2964426" cy="2905432"/>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pic>
        <p:nvPicPr>
          <p:cNvPr id="13" name="Gráfico 12" descr="Corn contorno">
            <a:extLst>
              <a:ext uri="{FF2B5EF4-FFF2-40B4-BE49-F238E27FC236}">
                <a16:creationId xmlns:a16="http://schemas.microsoft.com/office/drawing/2014/main" id="{FA40FB4F-5B67-44CB-A37F-2A63884C8E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251170">
            <a:off x="1002755" y="1948814"/>
            <a:ext cx="1777671" cy="1777671"/>
          </a:xfrm>
          <a:prstGeom prst="rect">
            <a:avLst/>
          </a:prstGeom>
        </p:spPr>
      </p:pic>
      <p:pic>
        <p:nvPicPr>
          <p:cNvPr id="15" name="Gráfico 14" descr="Partial sun contorno">
            <a:extLst>
              <a:ext uri="{FF2B5EF4-FFF2-40B4-BE49-F238E27FC236}">
                <a16:creationId xmlns:a16="http://schemas.microsoft.com/office/drawing/2014/main" id="{30D8AAA5-8B46-E265-9A9E-8249C4CA4B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42815" y="1884464"/>
            <a:ext cx="1906371" cy="1906371"/>
          </a:xfrm>
          <a:prstGeom prst="rect">
            <a:avLst/>
          </a:prstGeom>
        </p:spPr>
      </p:pic>
      <p:pic>
        <p:nvPicPr>
          <p:cNvPr id="17" name="Gráfico 16" descr="Germ contorno">
            <a:extLst>
              <a:ext uri="{FF2B5EF4-FFF2-40B4-BE49-F238E27FC236}">
                <a16:creationId xmlns:a16="http://schemas.microsoft.com/office/drawing/2014/main" id="{6179142C-AA54-7334-F6C4-C03D473380A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50179" y="2051409"/>
            <a:ext cx="1700465" cy="1700465"/>
          </a:xfrm>
          <a:prstGeom prst="rect">
            <a:avLst/>
          </a:prstGeom>
        </p:spPr>
      </p:pic>
      <p:sp>
        <p:nvSpPr>
          <p:cNvPr id="18" name="CuadroTexto 17">
            <a:extLst>
              <a:ext uri="{FF2B5EF4-FFF2-40B4-BE49-F238E27FC236}">
                <a16:creationId xmlns:a16="http://schemas.microsoft.com/office/drawing/2014/main" id="{F6EA800D-35B4-45AA-0C27-FD7CAF32A11C}"/>
              </a:ext>
            </a:extLst>
          </p:cNvPr>
          <p:cNvSpPr txBox="1"/>
          <p:nvPr/>
        </p:nvSpPr>
        <p:spPr>
          <a:xfrm>
            <a:off x="1260494" y="4366874"/>
            <a:ext cx="1247061" cy="523220"/>
          </a:xfrm>
          <a:prstGeom prst="rect">
            <a:avLst/>
          </a:prstGeom>
          <a:solidFill>
            <a:schemeClr val="accent6">
              <a:lumMod val="50000"/>
            </a:schemeClr>
          </a:solidFill>
        </p:spPr>
        <p:txBody>
          <a:bodyPr wrap="square">
            <a:spAutoFit/>
          </a:bodyPr>
          <a:lstStyle/>
          <a:p>
            <a:pPr marL="0" indent="0" algn="ctr">
              <a:buNone/>
            </a:pPr>
            <a:r>
              <a:rPr lang="en-US" sz="2800" b="1">
                <a:latin typeface="Aldhabi"/>
                <a:cs typeface="Aldhabi"/>
              </a:rPr>
              <a:t>Production</a:t>
            </a:r>
          </a:p>
        </p:txBody>
      </p:sp>
      <p:sp>
        <p:nvSpPr>
          <p:cNvPr id="19" name="CuadroTexto 18">
            <a:extLst>
              <a:ext uri="{FF2B5EF4-FFF2-40B4-BE49-F238E27FC236}">
                <a16:creationId xmlns:a16="http://schemas.microsoft.com/office/drawing/2014/main" id="{68831835-0A91-929E-0C0B-A93CC329C7C4}"/>
              </a:ext>
            </a:extLst>
          </p:cNvPr>
          <p:cNvSpPr txBox="1"/>
          <p:nvPr/>
        </p:nvSpPr>
        <p:spPr>
          <a:xfrm>
            <a:off x="4988272" y="4438648"/>
            <a:ext cx="2494737" cy="523220"/>
          </a:xfrm>
          <a:prstGeom prst="rect">
            <a:avLst/>
          </a:prstGeom>
          <a:solidFill>
            <a:schemeClr val="accent6">
              <a:lumMod val="50000"/>
            </a:schemeClr>
          </a:solidFill>
        </p:spPr>
        <p:txBody>
          <a:bodyPr wrap="square">
            <a:spAutoFit/>
          </a:bodyPr>
          <a:lstStyle/>
          <a:p>
            <a:pPr algn="ctr"/>
            <a:r>
              <a:rPr lang="en-US" sz="2800" b="1">
                <a:latin typeface="Aldhabi"/>
                <a:cs typeface="Aldhabi"/>
              </a:rPr>
              <a:t>Precipitation Conditions</a:t>
            </a:r>
          </a:p>
        </p:txBody>
      </p:sp>
      <p:sp>
        <p:nvSpPr>
          <p:cNvPr id="20" name="CuadroTexto 19">
            <a:extLst>
              <a:ext uri="{FF2B5EF4-FFF2-40B4-BE49-F238E27FC236}">
                <a16:creationId xmlns:a16="http://schemas.microsoft.com/office/drawing/2014/main" id="{9E3FBF3E-2561-B16D-9645-8376ECFC1400}"/>
              </a:ext>
            </a:extLst>
          </p:cNvPr>
          <p:cNvSpPr txBox="1"/>
          <p:nvPr/>
        </p:nvSpPr>
        <p:spPr>
          <a:xfrm>
            <a:off x="9548912" y="4433621"/>
            <a:ext cx="1502997" cy="523220"/>
          </a:xfrm>
          <a:prstGeom prst="rect">
            <a:avLst/>
          </a:prstGeom>
          <a:solidFill>
            <a:schemeClr val="accent6">
              <a:lumMod val="50000"/>
            </a:schemeClr>
          </a:solidFill>
        </p:spPr>
        <p:txBody>
          <a:bodyPr wrap="square">
            <a:spAutoFit/>
          </a:bodyPr>
          <a:lstStyle/>
          <a:p>
            <a:pPr algn="ctr"/>
            <a:r>
              <a:rPr lang="en-US" sz="2800" b="1">
                <a:latin typeface="Aldhabi"/>
                <a:cs typeface="Aldhabi"/>
              </a:rPr>
              <a:t>Plant Health</a:t>
            </a:r>
          </a:p>
        </p:txBody>
      </p:sp>
      <p:sp>
        <p:nvSpPr>
          <p:cNvPr id="26" name="Recortar rectángulo de una esquina 25">
            <a:extLst>
              <a:ext uri="{FF2B5EF4-FFF2-40B4-BE49-F238E27FC236}">
                <a16:creationId xmlns:a16="http://schemas.microsoft.com/office/drawing/2014/main" id="{1C0DAD8F-14A4-1C72-5D7D-BE86FC271025}"/>
              </a:ext>
            </a:extLst>
          </p:cNvPr>
          <p:cNvSpPr/>
          <p:nvPr/>
        </p:nvSpPr>
        <p:spPr>
          <a:xfrm>
            <a:off x="34964" y="4802783"/>
            <a:ext cx="5537154" cy="1880892"/>
          </a:xfrm>
          <a:prstGeom prst="snip1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just">
              <a:buFont typeface="Wingdings" panose="020B0604020202020204" pitchFamily="34" charset="0"/>
              <a:buChar char="v"/>
            </a:pPr>
            <a:r>
              <a:rPr lang="en-US" sz="2200">
                <a:latin typeface="Aldhabi"/>
                <a:cs typeface="Aldhabi"/>
              </a:rPr>
              <a:t>Helps monitor agricultural production</a:t>
            </a:r>
            <a:endParaRPr lang="en-US" sz="2200">
              <a:solidFill>
                <a:schemeClr val="tx1"/>
              </a:solidFill>
              <a:latin typeface="Aldhabi"/>
              <a:cs typeface="Aldhabi"/>
            </a:endParaRPr>
          </a:p>
          <a:p>
            <a:pPr marL="457200" indent="-457200" algn="just">
              <a:buFont typeface="Wingdings" panose="020B0604020202020204" pitchFamily="34" charset="0"/>
              <a:buChar char="v"/>
            </a:pPr>
            <a:r>
              <a:rPr lang="en-US" sz="2200">
                <a:solidFill>
                  <a:schemeClr val="tx1"/>
                </a:solidFill>
                <a:latin typeface="Aldhabi"/>
                <a:cs typeface="Aldhabi"/>
              </a:rPr>
              <a:t>Assists farmers and policymakers </a:t>
            </a:r>
          </a:p>
          <a:p>
            <a:pPr marL="914400" lvl="1" indent="-457200" algn="just">
              <a:buFont typeface="Wingdings" panose="020B0604020202020204" pitchFamily="34" charset="0"/>
              <a:buChar char="Ø"/>
            </a:pPr>
            <a:r>
              <a:rPr lang="en-US" sz="2200">
                <a:solidFill>
                  <a:schemeClr val="tx1"/>
                </a:solidFill>
                <a:latin typeface="Aldhabi"/>
                <a:cs typeface="Aldhabi"/>
              </a:rPr>
              <a:t>How much food in total  </a:t>
            </a:r>
          </a:p>
          <a:p>
            <a:pPr marL="914400" lvl="1" indent="-457200" algn="just">
              <a:buFont typeface="Wingdings" panose="020B0604020202020204" pitchFamily="34" charset="0"/>
              <a:buChar char="Ø"/>
            </a:pPr>
            <a:r>
              <a:rPr lang="en-US" sz="2200">
                <a:solidFill>
                  <a:schemeClr val="tx1"/>
                </a:solidFill>
                <a:latin typeface="Aldhabi"/>
                <a:cs typeface="Aldhabi"/>
              </a:rPr>
              <a:t>Tracks the types of food being produced </a:t>
            </a:r>
          </a:p>
          <a:p>
            <a:pPr algn="ctr"/>
            <a:endParaRPr lang="es-US"/>
          </a:p>
        </p:txBody>
      </p:sp>
      <p:sp>
        <p:nvSpPr>
          <p:cNvPr id="28" name="Recortar rectángulo de una esquina 27">
            <a:extLst>
              <a:ext uri="{FF2B5EF4-FFF2-40B4-BE49-F238E27FC236}">
                <a16:creationId xmlns:a16="http://schemas.microsoft.com/office/drawing/2014/main" id="{103C807D-3478-1289-A125-5F6E8F8D0BDB}"/>
              </a:ext>
            </a:extLst>
          </p:cNvPr>
          <p:cNvSpPr/>
          <p:nvPr/>
        </p:nvSpPr>
        <p:spPr>
          <a:xfrm>
            <a:off x="4146698" y="4628484"/>
            <a:ext cx="4635221" cy="1699072"/>
          </a:xfrm>
          <a:prstGeom prst="snip1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Wingdings" panose="020B0604020202020204" pitchFamily="34" charset="0"/>
              <a:buChar char="v"/>
            </a:pPr>
            <a:r>
              <a:rPr lang="en-US" sz="2200">
                <a:latin typeface="Aldhabi"/>
                <a:cs typeface="Aldhabi"/>
              </a:rPr>
              <a:t>Monitor precipitation conditions</a:t>
            </a:r>
          </a:p>
          <a:p>
            <a:pPr marL="914400" lvl="1">
              <a:buFont typeface="Wingdings" panose="020B0604020202020204" pitchFamily="34" charset="0"/>
              <a:buChar char="Ø"/>
            </a:pPr>
            <a:r>
              <a:rPr lang="en-US" sz="2200">
                <a:latin typeface="Aldhabi"/>
                <a:cs typeface="Aldhabi"/>
              </a:rPr>
              <a:t>   Rain, snow, sunny, sleet, hail, etc.</a:t>
            </a:r>
          </a:p>
          <a:p>
            <a:pPr marL="914400" lvl="1">
              <a:buFont typeface="Wingdings" panose="020B0604020202020204" pitchFamily="34" charset="0"/>
              <a:buChar char="Ø"/>
            </a:pPr>
            <a:r>
              <a:rPr lang="en-US" sz="2200">
                <a:latin typeface="Aldhabi"/>
                <a:cs typeface="Aldhabi"/>
              </a:rPr>
              <a:t>   Soil moisture</a:t>
            </a:r>
            <a:endParaRPr lang="es-US" sz="2200"/>
          </a:p>
        </p:txBody>
      </p:sp>
      <p:sp>
        <p:nvSpPr>
          <p:cNvPr id="29" name="Recortar rectángulo de una esquina 28">
            <a:extLst>
              <a:ext uri="{FF2B5EF4-FFF2-40B4-BE49-F238E27FC236}">
                <a16:creationId xmlns:a16="http://schemas.microsoft.com/office/drawing/2014/main" id="{561003AF-5679-6FE2-BE75-FBFAC06E907B}"/>
              </a:ext>
            </a:extLst>
          </p:cNvPr>
          <p:cNvSpPr/>
          <p:nvPr/>
        </p:nvSpPr>
        <p:spPr>
          <a:xfrm>
            <a:off x="8610600" y="4433621"/>
            <a:ext cx="3809933" cy="2419352"/>
          </a:xfrm>
          <a:prstGeom prst="snip1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Wingdings" pitchFamily="2" charset="2"/>
              <a:buChar char="v"/>
            </a:pPr>
            <a:r>
              <a:rPr lang="en-US" sz="2200">
                <a:latin typeface="Aldhabi"/>
                <a:cs typeface="Aldhabi"/>
              </a:rPr>
              <a:t>Disease detection</a:t>
            </a:r>
          </a:p>
          <a:p>
            <a:pPr marL="342900" indent="-342900">
              <a:buFont typeface="Wingdings" pitchFamily="2" charset="2"/>
              <a:buChar char="v"/>
            </a:pPr>
            <a:r>
              <a:rPr lang="en-US" sz="2200">
                <a:latin typeface="Aldhabi"/>
                <a:cs typeface="Aldhabi"/>
              </a:rPr>
              <a:t>Pest detection</a:t>
            </a:r>
          </a:p>
          <a:p>
            <a:pPr marL="342900" indent="-342900">
              <a:buFont typeface="Wingdings" pitchFamily="2" charset="2"/>
              <a:buChar char="v"/>
            </a:pPr>
            <a:r>
              <a:rPr lang="en-US" sz="2200">
                <a:latin typeface="Aldhabi"/>
                <a:cs typeface="Aldhabi"/>
              </a:rPr>
              <a:t>Monitor plant nutrients</a:t>
            </a:r>
          </a:p>
          <a:p>
            <a:pPr algn="ctr"/>
            <a:endParaRPr lang="en-US" sz="2200">
              <a:latin typeface="Aldhabi"/>
              <a:cs typeface="Aldhabi"/>
            </a:endParaRPr>
          </a:p>
        </p:txBody>
      </p:sp>
      <p:sp>
        <p:nvSpPr>
          <p:cNvPr id="33" name="CuadroTexto 32">
            <a:extLst>
              <a:ext uri="{FF2B5EF4-FFF2-40B4-BE49-F238E27FC236}">
                <a16:creationId xmlns:a16="http://schemas.microsoft.com/office/drawing/2014/main" id="{078BF436-F66C-DCC4-8E1C-16333864636D}"/>
              </a:ext>
            </a:extLst>
          </p:cNvPr>
          <p:cNvSpPr txBox="1"/>
          <p:nvPr/>
        </p:nvSpPr>
        <p:spPr>
          <a:xfrm>
            <a:off x="6096000" y="-24864"/>
            <a:ext cx="6060907" cy="1323439"/>
          </a:xfrm>
          <a:prstGeom prst="rect">
            <a:avLst/>
          </a:prstGeom>
          <a:noFill/>
        </p:spPr>
        <p:txBody>
          <a:bodyPr wrap="square">
            <a:spAutoFit/>
          </a:bodyPr>
          <a:lstStyle/>
          <a:p>
            <a:pPr marL="0" indent="0" algn="ctr">
              <a:buNone/>
            </a:pPr>
            <a:r>
              <a:rPr lang="en-US" sz="2000" b="1">
                <a:solidFill>
                  <a:srgbClr val="FF0000"/>
                </a:solidFill>
                <a:latin typeface="Aldhabi"/>
                <a:cs typeface="Aldhabi"/>
              </a:rPr>
              <a:t>Reference: </a:t>
            </a:r>
          </a:p>
          <a:p>
            <a:pPr marL="0" indent="0" algn="ctr">
              <a:buNone/>
            </a:pPr>
            <a:r>
              <a:rPr lang="en-US" sz="2000">
                <a:solidFill>
                  <a:srgbClr val="FFFFFF"/>
                </a:solidFill>
                <a:latin typeface="Aldhabi"/>
                <a:ea typeface="+mn-lt"/>
                <a:cs typeface="Aldhabi"/>
                <a:hlinkClick r:id="rId7"/>
              </a:rPr>
              <a:t>https://www.ncsa.illinois.edu/2025/03/31/mapping-the-earths-crops/</a:t>
            </a:r>
            <a:endParaRPr lang="en-US" sz="2000">
              <a:solidFill>
                <a:srgbClr val="FFFFFF"/>
              </a:solidFill>
              <a:latin typeface="Aldhabi"/>
              <a:ea typeface="+mn-lt"/>
              <a:cs typeface="Aldhabi"/>
            </a:endParaRPr>
          </a:p>
          <a:p>
            <a:pPr marL="0" indent="0" algn="ctr">
              <a:buNone/>
            </a:pPr>
            <a:r>
              <a:rPr lang="en-US" sz="2000">
                <a:solidFill>
                  <a:srgbClr val="FFFFFF"/>
                </a:solidFill>
                <a:latin typeface="Aldhabi"/>
                <a:ea typeface="+mn-lt"/>
                <a:cs typeface="Aldhabi"/>
                <a:hlinkClick r:id="rId8"/>
              </a:rPr>
              <a:t>https://www.arlula.com/news/why-satellite-imagery-is-a-game-changer-for-agriculture</a:t>
            </a:r>
            <a:endParaRPr lang="en-US" sz="2000">
              <a:solidFill>
                <a:srgbClr val="FFFFFF"/>
              </a:solidFill>
              <a:latin typeface="Aldhabi"/>
              <a:ea typeface="+mn-lt"/>
              <a:cs typeface="Aldhabi"/>
            </a:endParaRPr>
          </a:p>
          <a:p>
            <a:pPr marL="0" indent="0" algn="r">
              <a:buNone/>
            </a:pPr>
            <a:r>
              <a:rPr lang="en-US" sz="2000">
                <a:solidFill>
                  <a:srgbClr val="FFFFFF"/>
                </a:solidFill>
                <a:latin typeface="Aldhabi"/>
                <a:ea typeface="+mn-lt"/>
                <a:cs typeface="Aldhabi"/>
              </a:rPr>
              <a:t> </a:t>
            </a:r>
            <a:endParaRPr lang="en-US" sz="2000" i="1">
              <a:solidFill>
                <a:srgbClr val="FFFFFF"/>
              </a:solidFill>
              <a:latin typeface="Aldhabi"/>
              <a:cs typeface="Aldhabi"/>
            </a:endParaRPr>
          </a:p>
        </p:txBody>
      </p:sp>
      <p:sp>
        <p:nvSpPr>
          <p:cNvPr id="7" name="灯片编号占位符 6">
            <a:extLst>
              <a:ext uri="{FF2B5EF4-FFF2-40B4-BE49-F238E27FC236}">
                <a16:creationId xmlns:a16="http://schemas.microsoft.com/office/drawing/2014/main" id="{5D70D057-90DB-E79C-41AA-F35586D37E61}"/>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4</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2597032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Aerial Farm Crop Images – Browse 505,688 Stock Photos, Vectors, and Video |  Adobe Stock">
            <a:extLst>
              <a:ext uri="{FF2B5EF4-FFF2-40B4-BE49-F238E27FC236}">
                <a16:creationId xmlns:a16="http://schemas.microsoft.com/office/drawing/2014/main" id="{E4C6CC44-09F2-0CCE-01CD-85DE3F60DD9C}"/>
              </a:ext>
            </a:extLst>
          </p:cNvPr>
          <p:cNvPicPr>
            <a:picLocks noChangeAspect="1"/>
          </p:cNvPicPr>
          <p:nvPr/>
        </p:nvPicPr>
        <p:blipFill>
          <a:blip r:embed="rId3">
            <a:alphaModFix amt="50000"/>
          </a:blip>
          <a:srcRect l="-1" t="1" r="-10591" b="12783"/>
          <a:stretch>
            <a:fillRect/>
          </a:stretch>
        </p:blipFill>
        <p:spPr>
          <a:xfrm>
            <a:off x="20" y="1281"/>
            <a:ext cx="13483224" cy="7097787"/>
          </a:xfrm>
          <a:prstGeom prst="rect">
            <a:avLst/>
          </a:prstGeom>
        </p:spPr>
      </p:pic>
      <p:sp>
        <p:nvSpPr>
          <p:cNvPr id="3" name="Title 1">
            <a:extLst>
              <a:ext uri="{FF2B5EF4-FFF2-40B4-BE49-F238E27FC236}">
                <a16:creationId xmlns:a16="http://schemas.microsoft.com/office/drawing/2014/main" id="{C100B8EA-098D-7026-779D-7A8B10BC98C7}"/>
              </a:ext>
            </a:extLst>
          </p:cNvPr>
          <p:cNvSpPr txBox="1">
            <a:spLocks/>
          </p:cNvSpPr>
          <p:nvPr/>
        </p:nvSpPr>
        <p:spPr>
          <a:xfrm>
            <a:off x="1268595" y="785591"/>
            <a:ext cx="9659474" cy="18005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pc="300">
                <a:latin typeface="Copperplate Gothic Light"/>
                <a:cs typeface="Aldhabi"/>
              </a:rPr>
              <a:t>Current</a:t>
            </a:r>
          </a:p>
        </p:txBody>
      </p:sp>
      <p:sp>
        <p:nvSpPr>
          <p:cNvPr id="5" name="CuadroTexto 4">
            <a:extLst>
              <a:ext uri="{FF2B5EF4-FFF2-40B4-BE49-F238E27FC236}">
                <a16:creationId xmlns:a16="http://schemas.microsoft.com/office/drawing/2014/main" id="{4696C30F-AAE9-8D31-98DC-69F84A171673}"/>
              </a:ext>
            </a:extLst>
          </p:cNvPr>
          <p:cNvSpPr txBox="1"/>
          <p:nvPr/>
        </p:nvSpPr>
        <p:spPr>
          <a:xfrm>
            <a:off x="2601402" y="921406"/>
            <a:ext cx="9831185" cy="1631216"/>
          </a:xfrm>
          <a:prstGeom prst="rect">
            <a:avLst/>
          </a:prstGeom>
          <a:noFill/>
        </p:spPr>
        <p:txBody>
          <a:bodyPr wrap="square">
            <a:spAutoFit/>
          </a:bodyPr>
          <a:lstStyle/>
          <a:p>
            <a:r>
              <a:rPr lang="en-US" sz="10000" b="1">
                <a:latin typeface="Copperplate Gothic Light"/>
                <a:cs typeface="Aldhabi"/>
              </a:rPr>
              <a:t>challenge</a:t>
            </a:r>
            <a:endParaRPr lang="es-US" sz="10000" b="1"/>
          </a:p>
        </p:txBody>
      </p:sp>
      <p:pic>
        <p:nvPicPr>
          <p:cNvPr id="6" name="Imagen 5" descr="Free Png Small Single Cloud Png Images Transparent ...">
            <a:extLst>
              <a:ext uri="{FF2B5EF4-FFF2-40B4-BE49-F238E27FC236}">
                <a16:creationId xmlns:a16="http://schemas.microsoft.com/office/drawing/2014/main" id="{BFA3F4E3-F0C0-4ED8-DD7E-A953341DB8C1}"/>
              </a:ext>
            </a:extLst>
          </p:cNvPr>
          <p:cNvPicPr>
            <a:picLocks noChangeAspect="1"/>
          </p:cNvPicPr>
          <p:nvPr/>
        </p:nvPicPr>
        <p:blipFill>
          <a:blip r:embed="rId4">
            <a:alphaModFix/>
            <a:extLst>
              <a:ext uri="{BEBA8EAE-BF5A-486C-A8C5-ECC9F3942E4B}">
                <a14:imgProps xmlns:a14="http://schemas.microsoft.com/office/drawing/2010/main">
                  <a14:imgLayer r:embed="rId5">
                    <a14:imgEffect>
                      <a14:colorTemperature colorTemp="4816"/>
                    </a14:imgEffect>
                  </a14:imgLayer>
                </a14:imgProps>
              </a:ext>
            </a:extLst>
          </a:blip>
          <a:srcRect l="23080" t="37415" r="19238" b="42438"/>
          <a:stretch>
            <a:fillRect/>
          </a:stretch>
        </p:blipFill>
        <p:spPr>
          <a:xfrm rot="1068963">
            <a:off x="-1974243" y="6041908"/>
            <a:ext cx="5250483" cy="1873251"/>
          </a:xfrm>
          <a:prstGeom prst="rect">
            <a:avLst/>
          </a:prstGeom>
          <a:effectLst>
            <a:softEdge rad="438254"/>
          </a:effectLst>
        </p:spPr>
      </p:pic>
      <p:pic>
        <p:nvPicPr>
          <p:cNvPr id="10" name="Imagen 9" descr="Free Png Small Single Cloud Png Images Transparent ...">
            <a:extLst>
              <a:ext uri="{FF2B5EF4-FFF2-40B4-BE49-F238E27FC236}">
                <a16:creationId xmlns:a16="http://schemas.microsoft.com/office/drawing/2014/main" id="{07A6B6F3-BBD1-2EC7-CB74-B28F22B4B332}"/>
              </a:ext>
            </a:extLst>
          </p:cNvPr>
          <p:cNvPicPr>
            <a:picLocks noChangeAspect="1"/>
          </p:cNvPicPr>
          <p:nvPr/>
        </p:nvPicPr>
        <p:blipFill>
          <a:blip r:embed="rId6">
            <a:alphaModFix amt="95000"/>
            <a:extLst>
              <a:ext uri="{BEBA8EAE-BF5A-486C-A8C5-ECC9F3942E4B}">
                <a14:imgProps xmlns:a14="http://schemas.microsoft.com/office/drawing/2010/main">
                  <a14:imgLayer r:embed="rId7">
                    <a14:imgEffect>
                      <a14:colorTemperature colorTemp="3677"/>
                    </a14:imgEffect>
                  </a14:imgLayer>
                </a14:imgProps>
              </a:ext>
            </a:extLst>
          </a:blip>
          <a:srcRect l="23080" t="37415" r="19238" b="42438"/>
          <a:stretch>
            <a:fillRect/>
          </a:stretch>
        </p:blipFill>
        <p:spPr>
          <a:xfrm>
            <a:off x="-2134918" y="-546818"/>
            <a:ext cx="5250483" cy="1873251"/>
          </a:xfrm>
          <a:prstGeom prst="rect">
            <a:avLst/>
          </a:prstGeom>
          <a:effectLst>
            <a:softEdge rad="377796"/>
          </a:effectLst>
        </p:spPr>
      </p:pic>
      <p:pic>
        <p:nvPicPr>
          <p:cNvPr id="11" name="Imagen 10" descr="Free Png Small Single Cloud Png Images Transparent ...">
            <a:extLst>
              <a:ext uri="{FF2B5EF4-FFF2-40B4-BE49-F238E27FC236}">
                <a16:creationId xmlns:a16="http://schemas.microsoft.com/office/drawing/2014/main" id="{FF5BF448-BD14-500C-B6A1-1EF19A82D059}"/>
              </a:ext>
            </a:extLst>
          </p:cNvPr>
          <p:cNvPicPr>
            <a:picLocks noChangeAspect="1"/>
          </p:cNvPicPr>
          <p:nvPr/>
        </p:nvPicPr>
        <p:blipFill>
          <a:blip r:embed="rId8">
            <a:alphaModFix amt="76000"/>
            <a:extLst>
              <a:ext uri="{BEBA8EAE-BF5A-486C-A8C5-ECC9F3942E4B}">
                <a14:imgProps xmlns:a14="http://schemas.microsoft.com/office/drawing/2010/main">
                  <a14:imgLayer r:embed="rId9">
                    <a14:imgEffect>
                      <a14:colorTemperature colorTemp="4619"/>
                    </a14:imgEffect>
                  </a14:imgLayer>
                </a14:imgProps>
              </a:ext>
            </a:extLst>
          </a:blip>
          <a:srcRect l="23080" t="37415" r="19238" b="42438"/>
          <a:stretch>
            <a:fillRect/>
          </a:stretch>
        </p:blipFill>
        <p:spPr>
          <a:xfrm rot="10800000">
            <a:off x="8452995" y="1683777"/>
            <a:ext cx="5250483" cy="1873251"/>
          </a:xfrm>
          <a:prstGeom prst="rect">
            <a:avLst/>
          </a:prstGeom>
          <a:effectLst>
            <a:softEdge rad="665094"/>
          </a:effectLst>
        </p:spPr>
      </p:pic>
      <p:sp>
        <p:nvSpPr>
          <p:cNvPr id="12" name="Content Placeholder 2">
            <a:extLst>
              <a:ext uri="{FF2B5EF4-FFF2-40B4-BE49-F238E27FC236}">
                <a16:creationId xmlns:a16="http://schemas.microsoft.com/office/drawing/2014/main" id="{49B6B270-32E3-5F10-D5F8-5EBB138DF4C0}"/>
              </a:ext>
            </a:extLst>
          </p:cNvPr>
          <p:cNvSpPr txBox="1">
            <a:spLocks/>
          </p:cNvSpPr>
          <p:nvPr/>
        </p:nvSpPr>
        <p:spPr>
          <a:xfrm>
            <a:off x="1121638" y="3550174"/>
            <a:ext cx="10232162" cy="101517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atin typeface="Aldhabi"/>
                <a:cs typeface="Aldhabi"/>
              </a:rPr>
              <a:t>Satellite imagery alone does not always distinguish crops accurately because many crops look similar during portions of the growing season (</a:t>
            </a:r>
            <a:r>
              <a:rPr lang="en-US">
                <a:latin typeface="Aldhabi"/>
                <a:ea typeface="+mn-lt"/>
                <a:cs typeface="Aldhabi"/>
                <a:hlinkClick r:id="rId10"/>
              </a:rPr>
              <a:t>https://www.nature.com/articles/s41598-026-37806-2</a:t>
            </a:r>
            <a:r>
              <a:rPr lang="en-US">
                <a:latin typeface="Aldhabi"/>
                <a:ea typeface="+mn-lt"/>
                <a:cs typeface="Aldhabi"/>
              </a:rPr>
              <a:t>)</a:t>
            </a:r>
            <a:r>
              <a:rPr lang="en-US">
                <a:ea typeface="+mn-lt"/>
                <a:cs typeface="+mn-lt"/>
              </a:rPr>
              <a:t> </a:t>
            </a:r>
          </a:p>
          <a:p>
            <a:pPr marL="0" indent="0">
              <a:buFont typeface="Arial" panose="020B0604020202020204" pitchFamily="34" charset="0"/>
              <a:buNone/>
            </a:pPr>
            <a:endParaRPr lang="en-US" sz="2000">
              <a:latin typeface="Aldhabi"/>
              <a:cs typeface="Aldhabi"/>
            </a:endParaRPr>
          </a:p>
        </p:txBody>
      </p:sp>
      <p:sp>
        <p:nvSpPr>
          <p:cNvPr id="4" name="灯片编号占位符 3">
            <a:extLst>
              <a:ext uri="{FF2B5EF4-FFF2-40B4-BE49-F238E27FC236}">
                <a16:creationId xmlns:a16="http://schemas.microsoft.com/office/drawing/2014/main" id="{2D5907B2-92BC-F51F-9C4C-F08580067CD3}"/>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5</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2948594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9249CCA2-3841-F321-350C-5E1E43DE56CD}"/>
              </a:ext>
            </a:extLst>
          </p:cNvPr>
          <p:cNvPicPr>
            <a:picLocks noChangeAspect="1"/>
          </p:cNvPicPr>
          <p:nvPr/>
        </p:nvPicPr>
        <p:blipFill>
          <a:blip r:embed="rId3"/>
          <a:srcRect l="1" r="66517"/>
          <a:stretch>
            <a:fillRect/>
          </a:stretch>
        </p:blipFill>
        <p:spPr>
          <a:xfrm>
            <a:off x="2078710" y="2363806"/>
            <a:ext cx="8034579" cy="2130388"/>
          </a:xfrm>
          <a:prstGeom prst="roundRect">
            <a:avLst>
              <a:gd name="adj" fmla="val 7616"/>
            </a:avLst>
          </a:prstGeom>
        </p:spPr>
      </p:pic>
      <p:pic>
        <p:nvPicPr>
          <p:cNvPr id="3" name="Picture 3">
            <a:extLst>
              <a:ext uri="{FF2B5EF4-FFF2-40B4-BE49-F238E27FC236}">
                <a16:creationId xmlns:a16="http://schemas.microsoft.com/office/drawing/2014/main" id="{8F484D20-2848-3C7A-8B2A-2E2110FD19E5}"/>
              </a:ext>
            </a:extLst>
          </p:cNvPr>
          <p:cNvPicPr>
            <a:picLocks noChangeAspect="1"/>
          </p:cNvPicPr>
          <p:nvPr/>
        </p:nvPicPr>
        <p:blipFill>
          <a:blip r:embed="rId3"/>
          <a:srcRect l="33482" t="1509" r="33036" b="-1509"/>
          <a:stretch>
            <a:fillRect/>
          </a:stretch>
        </p:blipFill>
        <p:spPr>
          <a:xfrm>
            <a:off x="10206138" y="2888239"/>
            <a:ext cx="4082144" cy="1082390"/>
          </a:xfrm>
          <a:prstGeom prst="roundRect">
            <a:avLst>
              <a:gd name="adj" fmla="val 6107"/>
            </a:avLst>
          </a:prstGeom>
        </p:spPr>
      </p:pic>
      <p:pic>
        <p:nvPicPr>
          <p:cNvPr id="4" name="Picture 3">
            <a:extLst>
              <a:ext uri="{FF2B5EF4-FFF2-40B4-BE49-F238E27FC236}">
                <a16:creationId xmlns:a16="http://schemas.microsoft.com/office/drawing/2014/main" id="{5EC5094D-F85C-725B-AEAD-3C2F090D2BB2}"/>
              </a:ext>
            </a:extLst>
          </p:cNvPr>
          <p:cNvPicPr>
            <a:picLocks noChangeAspect="1"/>
          </p:cNvPicPr>
          <p:nvPr/>
        </p:nvPicPr>
        <p:blipFill>
          <a:blip r:embed="rId3"/>
          <a:srcRect l="67366"/>
          <a:stretch>
            <a:fillRect/>
          </a:stretch>
        </p:blipFill>
        <p:spPr>
          <a:xfrm>
            <a:off x="14384405" y="2888239"/>
            <a:ext cx="3978728" cy="1082390"/>
          </a:xfrm>
          <a:prstGeom prst="roundRect">
            <a:avLst>
              <a:gd name="adj" fmla="val 6107"/>
            </a:avLst>
          </a:prstGeom>
        </p:spPr>
      </p:pic>
      <p:pic>
        <p:nvPicPr>
          <p:cNvPr id="5" name="Picture 4">
            <a:extLst>
              <a:ext uri="{FF2B5EF4-FFF2-40B4-BE49-F238E27FC236}">
                <a16:creationId xmlns:a16="http://schemas.microsoft.com/office/drawing/2014/main" id="{210DC57E-8B1F-ACC2-2F45-63C978C5A6F6}"/>
              </a:ext>
            </a:extLst>
          </p:cNvPr>
          <p:cNvPicPr>
            <a:picLocks noChangeAspect="1"/>
          </p:cNvPicPr>
          <p:nvPr/>
        </p:nvPicPr>
        <p:blipFill>
          <a:blip r:embed="rId4"/>
          <a:stretch>
            <a:fillRect/>
          </a:stretch>
        </p:blipFill>
        <p:spPr>
          <a:xfrm>
            <a:off x="18459256" y="1011614"/>
            <a:ext cx="5224118" cy="4246359"/>
          </a:xfrm>
          <a:prstGeom prst="roundRect">
            <a:avLst>
              <a:gd name="adj" fmla="val 2055"/>
            </a:avLst>
          </a:prstGeom>
        </p:spPr>
      </p:pic>
      <p:sp>
        <p:nvSpPr>
          <p:cNvPr id="6" name="TextBox 6">
            <a:extLst>
              <a:ext uri="{FF2B5EF4-FFF2-40B4-BE49-F238E27FC236}">
                <a16:creationId xmlns:a16="http://schemas.microsoft.com/office/drawing/2014/main" id="{3307FDF8-4C8F-6872-FF25-04AF022CC433}"/>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
        <p:nvSpPr>
          <p:cNvPr id="7" name="Elipse 6">
            <a:extLst>
              <a:ext uri="{FF2B5EF4-FFF2-40B4-BE49-F238E27FC236}">
                <a16:creationId xmlns:a16="http://schemas.microsoft.com/office/drawing/2014/main" id="{DBE01E9F-96A1-DF3E-5671-C10FEB4940CE}"/>
              </a:ext>
            </a:extLst>
          </p:cNvPr>
          <p:cNvSpPr/>
          <p:nvPr/>
        </p:nvSpPr>
        <p:spPr>
          <a:xfrm>
            <a:off x="5291607" y="5369962"/>
            <a:ext cx="335266" cy="250276"/>
          </a:xfrm>
          <a:prstGeom prst="ellipse">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8" name="Elipse 7">
            <a:extLst>
              <a:ext uri="{FF2B5EF4-FFF2-40B4-BE49-F238E27FC236}">
                <a16:creationId xmlns:a16="http://schemas.microsoft.com/office/drawing/2014/main" id="{09976705-B61F-B656-CC69-5D344B4365CD}"/>
              </a:ext>
            </a:extLst>
          </p:cNvPr>
          <p:cNvSpPr/>
          <p:nvPr/>
        </p:nvSpPr>
        <p:spPr>
          <a:xfrm>
            <a:off x="5901605" y="5363982"/>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9" name="Elipse 8">
            <a:extLst>
              <a:ext uri="{FF2B5EF4-FFF2-40B4-BE49-F238E27FC236}">
                <a16:creationId xmlns:a16="http://schemas.microsoft.com/office/drawing/2014/main" id="{F3DA1B15-2C72-70CC-0CEC-6BD714504ADE}"/>
              </a:ext>
            </a:extLst>
          </p:cNvPr>
          <p:cNvSpPr/>
          <p:nvPr/>
        </p:nvSpPr>
        <p:spPr>
          <a:xfrm>
            <a:off x="6511603" y="5363981"/>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Elipse 9">
            <a:extLst>
              <a:ext uri="{FF2B5EF4-FFF2-40B4-BE49-F238E27FC236}">
                <a16:creationId xmlns:a16="http://schemas.microsoft.com/office/drawing/2014/main" id="{BAED55E8-7CD8-9688-A8DD-914B099C2FA1}"/>
              </a:ext>
            </a:extLst>
          </p:cNvPr>
          <p:cNvSpPr/>
          <p:nvPr/>
        </p:nvSpPr>
        <p:spPr>
          <a:xfrm>
            <a:off x="7121602" y="5363981"/>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1" name="Elipse 10">
            <a:extLst>
              <a:ext uri="{FF2B5EF4-FFF2-40B4-BE49-F238E27FC236}">
                <a16:creationId xmlns:a16="http://schemas.microsoft.com/office/drawing/2014/main" id="{9AB83F98-6E0A-31AF-5B51-4A93B5BB8087}"/>
              </a:ext>
            </a:extLst>
          </p:cNvPr>
          <p:cNvSpPr/>
          <p:nvPr/>
        </p:nvSpPr>
        <p:spPr>
          <a:xfrm>
            <a:off x="5291607" y="5363981"/>
            <a:ext cx="335266" cy="250276"/>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7" name="TextBox 1">
            <a:extLst>
              <a:ext uri="{FF2B5EF4-FFF2-40B4-BE49-F238E27FC236}">
                <a16:creationId xmlns:a16="http://schemas.microsoft.com/office/drawing/2014/main" id="{CE2F22BF-08C0-D2D4-D90B-4CC3EA4EF722}"/>
              </a:ext>
            </a:extLst>
          </p:cNvPr>
          <p:cNvSpPr txBox="1"/>
          <p:nvPr/>
        </p:nvSpPr>
        <p:spPr>
          <a:xfrm>
            <a:off x="-1" y="830443"/>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ldhabi"/>
                <a:cs typeface="Aldhabi"/>
              </a:rPr>
              <a:t>12 timestamps alternatives – Growth patterns of land cover</a:t>
            </a:r>
          </a:p>
          <a:p>
            <a:pPr algn="ctr"/>
            <a:endParaRPr lang="en-US"/>
          </a:p>
        </p:txBody>
      </p:sp>
      <p:sp>
        <p:nvSpPr>
          <p:cNvPr id="12" name="灯片编号占位符 11">
            <a:extLst>
              <a:ext uri="{FF2B5EF4-FFF2-40B4-BE49-F238E27FC236}">
                <a16:creationId xmlns:a16="http://schemas.microsoft.com/office/drawing/2014/main" id="{51B5894B-9750-FB59-1E2D-7147F11A4C43}"/>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6</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20782658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C379D9-14F7-5943-3D04-98C955EEB626}"/>
            </a:ext>
          </a:extLst>
        </p:cNvPr>
        <p:cNvGrpSpPr/>
        <p:nvPr/>
      </p:nvGrpSpPr>
      <p:grpSpPr>
        <a:xfrm>
          <a:off x="0" y="0"/>
          <a:ext cx="0" cy="0"/>
          <a:chOff x="0" y="0"/>
          <a:chExt cx="0" cy="0"/>
        </a:xfrm>
      </p:grpSpPr>
      <p:pic>
        <p:nvPicPr>
          <p:cNvPr id="2" name="Picture 3">
            <a:extLst>
              <a:ext uri="{FF2B5EF4-FFF2-40B4-BE49-F238E27FC236}">
                <a16:creationId xmlns:a16="http://schemas.microsoft.com/office/drawing/2014/main" id="{377DECEE-3D78-9B27-AE90-AD917F3F6745}"/>
              </a:ext>
            </a:extLst>
          </p:cNvPr>
          <p:cNvPicPr>
            <a:picLocks noChangeAspect="1"/>
          </p:cNvPicPr>
          <p:nvPr/>
        </p:nvPicPr>
        <p:blipFill>
          <a:blip r:embed="rId3"/>
          <a:srcRect l="1" r="66517"/>
          <a:stretch>
            <a:fillRect/>
          </a:stretch>
        </p:blipFill>
        <p:spPr>
          <a:xfrm>
            <a:off x="-3010486" y="3411549"/>
            <a:ext cx="4082144" cy="1082390"/>
          </a:xfrm>
          <a:prstGeom prst="roundRect">
            <a:avLst>
              <a:gd name="adj" fmla="val 7616"/>
            </a:avLst>
          </a:prstGeom>
        </p:spPr>
      </p:pic>
      <p:pic>
        <p:nvPicPr>
          <p:cNvPr id="3" name="Picture 3">
            <a:extLst>
              <a:ext uri="{FF2B5EF4-FFF2-40B4-BE49-F238E27FC236}">
                <a16:creationId xmlns:a16="http://schemas.microsoft.com/office/drawing/2014/main" id="{6DB9D48F-FA4B-4BEC-7C54-EF90D3C46FCB}"/>
              </a:ext>
            </a:extLst>
          </p:cNvPr>
          <p:cNvPicPr>
            <a:picLocks noChangeAspect="1"/>
          </p:cNvPicPr>
          <p:nvPr/>
        </p:nvPicPr>
        <p:blipFill>
          <a:blip r:embed="rId3"/>
          <a:srcRect l="33482" t="1509" r="33036" b="-1509"/>
          <a:stretch>
            <a:fillRect/>
          </a:stretch>
        </p:blipFill>
        <p:spPr>
          <a:xfrm>
            <a:off x="2079673" y="2364062"/>
            <a:ext cx="8032653" cy="2129877"/>
          </a:xfrm>
          <a:prstGeom prst="roundRect">
            <a:avLst>
              <a:gd name="adj" fmla="val 6107"/>
            </a:avLst>
          </a:prstGeom>
        </p:spPr>
      </p:pic>
      <p:pic>
        <p:nvPicPr>
          <p:cNvPr id="4" name="Picture 3">
            <a:extLst>
              <a:ext uri="{FF2B5EF4-FFF2-40B4-BE49-F238E27FC236}">
                <a16:creationId xmlns:a16="http://schemas.microsoft.com/office/drawing/2014/main" id="{8DA13F15-E4E8-9731-4B54-6EA9C9F87270}"/>
              </a:ext>
            </a:extLst>
          </p:cNvPr>
          <p:cNvPicPr>
            <a:picLocks noChangeAspect="1"/>
          </p:cNvPicPr>
          <p:nvPr/>
        </p:nvPicPr>
        <p:blipFill>
          <a:blip r:embed="rId3"/>
          <a:srcRect l="67366"/>
          <a:stretch>
            <a:fillRect/>
          </a:stretch>
        </p:blipFill>
        <p:spPr>
          <a:xfrm>
            <a:off x="11120341" y="3411549"/>
            <a:ext cx="3978728" cy="1082390"/>
          </a:xfrm>
          <a:prstGeom prst="roundRect">
            <a:avLst>
              <a:gd name="adj" fmla="val 6107"/>
            </a:avLst>
          </a:prstGeom>
        </p:spPr>
      </p:pic>
      <p:pic>
        <p:nvPicPr>
          <p:cNvPr id="5" name="Picture 4">
            <a:extLst>
              <a:ext uri="{FF2B5EF4-FFF2-40B4-BE49-F238E27FC236}">
                <a16:creationId xmlns:a16="http://schemas.microsoft.com/office/drawing/2014/main" id="{19CFA991-BD03-4CAF-8EE7-3A7AFCA2AAEA}"/>
              </a:ext>
            </a:extLst>
          </p:cNvPr>
          <p:cNvPicPr>
            <a:picLocks noChangeAspect="1"/>
          </p:cNvPicPr>
          <p:nvPr/>
        </p:nvPicPr>
        <p:blipFill>
          <a:blip r:embed="rId4"/>
          <a:stretch>
            <a:fillRect/>
          </a:stretch>
        </p:blipFill>
        <p:spPr>
          <a:xfrm>
            <a:off x="16107084" y="1305820"/>
            <a:ext cx="5224118" cy="4246359"/>
          </a:xfrm>
          <a:prstGeom prst="roundRect">
            <a:avLst>
              <a:gd name="adj" fmla="val 2055"/>
            </a:avLst>
          </a:prstGeom>
        </p:spPr>
      </p:pic>
      <p:sp>
        <p:nvSpPr>
          <p:cNvPr id="7" name="Elipse 6">
            <a:extLst>
              <a:ext uri="{FF2B5EF4-FFF2-40B4-BE49-F238E27FC236}">
                <a16:creationId xmlns:a16="http://schemas.microsoft.com/office/drawing/2014/main" id="{B1100A66-6249-FC3C-AF09-B405B1AC8070}"/>
              </a:ext>
            </a:extLst>
          </p:cNvPr>
          <p:cNvSpPr/>
          <p:nvPr/>
        </p:nvSpPr>
        <p:spPr>
          <a:xfrm>
            <a:off x="5291607" y="5369962"/>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8" name="Elipse 7">
            <a:extLst>
              <a:ext uri="{FF2B5EF4-FFF2-40B4-BE49-F238E27FC236}">
                <a16:creationId xmlns:a16="http://schemas.microsoft.com/office/drawing/2014/main" id="{36F88410-675A-494A-23A2-4C5376814151}"/>
              </a:ext>
            </a:extLst>
          </p:cNvPr>
          <p:cNvSpPr/>
          <p:nvPr/>
        </p:nvSpPr>
        <p:spPr>
          <a:xfrm>
            <a:off x="5901605" y="5363982"/>
            <a:ext cx="335266" cy="250276"/>
          </a:xfrm>
          <a:prstGeom prst="ellipse">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9" name="Elipse 8">
            <a:extLst>
              <a:ext uri="{FF2B5EF4-FFF2-40B4-BE49-F238E27FC236}">
                <a16:creationId xmlns:a16="http://schemas.microsoft.com/office/drawing/2014/main" id="{8264576F-F01A-998E-D4E6-1752256FE593}"/>
              </a:ext>
            </a:extLst>
          </p:cNvPr>
          <p:cNvSpPr/>
          <p:nvPr/>
        </p:nvSpPr>
        <p:spPr>
          <a:xfrm>
            <a:off x="6511603" y="5363981"/>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Elipse 9">
            <a:extLst>
              <a:ext uri="{FF2B5EF4-FFF2-40B4-BE49-F238E27FC236}">
                <a16:creationId xmlns:a16="http://schemas.microsoft.com/office/drawing/2014/main" id="{5C6B47F0-0756-EE34-4FF6-9CBBCE40EBBE}"/>
              </a:ext>
            </a:extLst>
          </p:cNvPr>
          <p:cNvSpPr/>
          <p:nvPr/>
        </p:nvSpPr>
        <p:spPr>
          <a:xfrm>
            <a:off x="7121602" y="5363981"/>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1" name="Elipse 10">
            <a:extLst>
              <a:ext uri="{FF2B5EF4-FFF2-40B4-BE49-F238E27FC236}">
                <a16:creationId xmlns:a16="http://schemas.microsoft.com/office/drawing/2014/main" id="{71204205-BE83-5211-D0F5-6ED64A71E226}"/>
              </a:ext>
            </a:extLst>
          </p:cNvPr>
          <p:cNvSpPr/>
          <p:nvPr/>
        </p:nvSpPr>
        <p:spPr>
          <a:xfrm>
            <a:off x="5901604" y="5363981"/>
            <a:ext cx="335266" cy="250276"/>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2" name="TextBox 1">
            <a:extLst>
              <a:ext uri="{FF2B5EF4-FFF2-40B4-BE49-F238E27FC236}">
                <a16:creationId xmlns:a16="http://schemas.microsoft.com/office/drawing/2014/main" id="{8007BBFB-EA7B-26D7-E7BF-3A71CA5159A3}"/>
              </a:ext>
            </a:extLst>
          </p:cNvPr>
          <p:cNvSpPr txBox="1"/>
          <p:nvPr/>
        </p:nvSpPr>
        <p:spPr>
          <a:xfrm>
            <a:off x="-1" y="830443"/>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ldhabi"/>
                <a:cs typeface="Aldhabi"/>
              </a:rPr>
              <a:t>12 timestamps alternatives – Growth patterns of land cover</a:t>
            </a:r>
          </a:p>
          <a:p>
            <a:pPr algn="ctr"/>
            <a:endParaRPr lang="en-US"/>
          </a:p>
        </p:txBody>
      </p:sp>
      <p:sp>
        <p:nvSpPr>
          <p:cNvPr id="13" name="灯片编号占位符 12">
            <a:extLst>
              <a:ext uri="{FF2B5EF4-FFF2-40B4-BE49-F238E27FC236}">
                <a16:creationId xmlns:a16="http://schemas.microsoft.com/office/drawing/2014/main" id="{400E2147-9A1A-EA70-69F7-51154A4FB121}"/>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7</a:t>
            </a:fld>
            <a:endParaRPr lang="zh-CN" altLang="en-US">
              <a:latin typeface="Abadi MT Condensed Light" panose="020B0306030101010103" pitchFamily="34" charset="77"/>
            </a:endParaRPr>
          </a:p>
        </p:txBody>
      </p:sp>
      <p:sp>
        <p:nvSpPr>
          <p:cNvPr id="15" name="TextBox 6">
            <a:extLst>
              <a:ext uri="{FF2B5EF4-FFF2-40B4-BE49-F238E27FC236}">
                <a16:creationId xmlns:a16="http://schemas.microsoft.com/office/drawing/2014/main" id="{A2121518-C3F5-0998-D00F-BB00CE0289A2}"/>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7906643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B0F1F2-54A7-FD00-F000-EE03B02343E0}"/>
            </a:ext>
          </a:extLst>
        </p:cNvPr>
        <p:cNvGrpSpPr/>
        <p:nvPr/>
      </p:nvGrpSpPr>
      <p:grpSpPr>
        <a:xfrm>
          <a:off x="0" y="0"/>
          <a:ext cx="0" cy="0"/>
          <a:chOff x="0" y="0"/>
          <a:chExt cx="0" cy="0"/>
        </a:xfrm>
      </p:grpSpPr>
      <p:pic>
        <p:nvPicPr>
          <p:cNvPr id="2" name="Picture 3">
            <a:extLst>
              <a:ext uri="{FF2B5EF4-FFF2-40B4-BE49-F238E27FC236}">
                <a16:creationId xmlns:a16="http://schemas.microsoft.com/office/drawing/2014/main" id="{C89FE262-7D9D-EA00-F6BD-83890536A623}"/>
              </a:ext>
            </a:extLst>
          </p:cNvPr>
          <p:cNvPicPr>
            <a:picLocks noChangeAspect="1"/>
          </p:cNvPicPr>
          <p:nvPr/>
        </p:nvPicPr>
        <p:blipFill>
          <a:blip r:embed="rId3"/>
          <a:srcRect l="1" r="66517"/>
          <a:stretch>
            <a:fillRect/>
          </a:stretch>
        </p:blipFill>
        <p:spPr>
          <a:xfrm>
            <a:off x="-6167827" y="3539917"/>
            <a:ext cx="4082144" cy="1082390"/>
          </a:xfrm>
          <a:prstGeom prst="roundRect">
            <a:avLst>
              <a:gd name="adj" fmla="val 7616"/>
            </a:avLst>
          </a:prstGeom>
        </p:spPr>
      </p:pic>
      <p:pic>
        <p:nvPicPr>
          <p:cNvPr id="3" name="Picture 3">
            <a:extLst>
              <a:ext uri="{FF2B5EF4-FFF2-40B4-BE49-F238E27FC236}">
                <a16:creationId xmlns:a16="http://schemas.microsoft.com/office/drawing/2014/main" id="{665F4C3B-286F-E49A-D935-B0F1CB573D46}"/>
              </a:ext>
            </a:extLst>
          </p:cNvPr>
          <p:cNvPicPr>
            <a:picLocks noChangeAspect="1"/>
          </p:cNvPicPr>
          <p:nvPr/>
        </p:nvPicPr>
        <p:blipFill>
          <a:blip r:embed="rId3"/>
          <a:srcRect l="33482" t="1509" r="33036" b="-1509"/>
          <a:stretch>
            <a:fillRect/>
          </a:stretch>
        </p:blipFill>
        <p:spPr>
          <a:xfrm>
            <a:off x="-1763468" y="3557367"/>
            <a:ext cx="4082144" cy="1082390"/>
          </a:xfrm>
          <a:prstGeom prst="roundRect">
            <a:avLst>
              <a:gd name="adj" fmla="val 6107"/>
            </a:avLst>
          </a:prstGeom>
        </p:spPr>
      </p:pic>
      <p:pic>
        <p:nvPicPr>
          <p:cNvPr id="4" name="Picture 3">
            <a:extLst>
              <a:ext uri="{FF2B5EF4-FFF2-40B4-BE49-F238E27FC236}">
                <a16:creationId xmlns:a16="http://schemas.microsoft.com/office/drawing/2014/main" id="{483F5A89-0B9F-1947-DA25-6DD82ACC2F06}"/>
              </a:ext>
            </a:extLst>
          </p:cNvPr>
          <p:cNvPicPr>
            <a:picLocks noChangeAspect="1"/>
          </p:cNvPicPr>
          <p:nvPr/>
        </p:nvPicPr>
        <p:blipFill>
          <a:blip r:embed="rId3"/>
          <a:srcRect l="67366"/>
          <a:stretch>
            <a:fillRect/>
          </a:stretch>
        </p:blipFill>
        <p:spPr>
          <a:xfrm>
            <a:off x="2640891" y="2451635"/>
            <a:ext cx="8000774" cy="2176564"/>
          </a:xfrm>
          <a:prstGeom prst="roundRect">
            <a:avLst>
              <a:gd name="adj" fmla="val 6107"/>
            </a:avLst>
          </a:prstGeom>
        </p:spPr>
      </p:pic>
      <p:pic>
        <p:nvPicPr>
          <p:cNvPr id="5" name="Picture 4">
            <a:extLst>
              <a:ext uri="{FF2B5EF4-FFF2-40B4-BE49-F238E27FC236}">
                <a16:creationId xmlns:a16="http://schemas.microsoft.com/office/drawing/2014/main" id="{B22C615C-DCBA-2383-63E3-A191EA56B284}"/>
              </a:ext>
            </a:extLst>
          </p:cNvPr>
          <p:cNvPicPr>
            <a:picLocks noChangeAspect="1"/>
          </p:cNvPicPr>
          <p:nvPr/>
        </p:nvPicPr>
        <p:blipFill>
          <a:blip r:embed="rId4"/>
          <a:stretch>
            <a:fillRect/>
          </a:stretch>
        </p:blipFill>
        <p:spPr>
          <a:xfrm>
            <a:off x="11060915" y="1100080"/>
            <a:ext cx="5224118" cy="4246359"/>
          </a:xfrm>
          <a:prstGeom prst="roundRect">
            <a:avLst>
              <a:gd name="adj" fmla="val 2055"/>
            </a:avLst>
          </a:prstGeom>
        </p:spPr>
      </p:pic>
      <p:sp>
        <p:nvSpPr>
          <p:cNvPr id="7" name="Elipse 6">
            <a:extLst>
              <a:ext uri="{FF2B5EF4-FFF2-40B4-BE49-F238E27FC236}">
                <a16:creationId xmlns:a16="http://schemas.microsoft.com/office/drawing/2014/main" id="{19649E07-F2C0-D61A-8377-039E22F7DB50}"/>
              </a:ext>
            </a:extLst>
          </p:cNvPr>
          <p:cNvSpPr/>
          <p:nvPr/>
        </p:nvSpPr>
        <p:spPr>
          <a:xfrm>
            <a:off x="5291607" y="5369962"/>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8" name="Elipse 7">
            <a:extLst>
              <a:ext uri="{FF2B5EF4-FFF2-40B4-BE49-F238E27FC236}">
                <a16:creationId xmlns:a16="http://schemas.microsoft.com/office/drawing/2014/main" id="{09A7FC7E-90A1-20D6-B3C8-4EC5E9AD7C0D}"/>
              </a:ext>
            </a:extLst>
          </p:cNvPr>
          <p:cNvSpPr/>
          <p:nvPr/>
        </p:nvSpPr>
        <p:spPr>
          <a:xfrm>
            <a:off x="5901605" y="5363982"/>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9" name="Elipse 8">
            <a:extLst>
              <a:ext uri="{FF2B5EF4-FFF2-40B4-BE49-F238E27FC236}">
                <a16:creationId xmlns:a16="http://schemas.microsoft.com/office/drawing/2014/main" id="{4D04F74C-FB75-0630-D22D-AA8A32125EB9}"/>
              </a:ext>
            </a:extLst>
          </p:cNvPr>
          <p:cNvSpPr/>
          <p:nvPr/>
        </p:nvSpPr>
        <p:spPr>
          <a:xfrm>
            <a:off x="6511603" y="5363981"/>
            <a:ext cx="335266" cy="250276"/>
          </a:xfrm>
          <a:prstGeom prst="ellipse">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Elipse 9">
            <a:extLst>
              <a:ext uri="{FF2B5EF4-FFF2-40B4-BE49-F238E27FC236}">
                <a16:creationId xmlns:a16="http://schemas.microsoft.com/office/drawing/2014/main" id="{727F869D-D991-5099-4269-DAA197A3A28B}"/>
              </a:ext>
            </a:extLst>
          </p:cNvPr>
          <p:cNvSpPr/>
          <p:nvPr/>
        </p:nvSpPr>
        <p:spPr>
          <a:xfrm>
            <a:off x="7121602" y="5363981"/>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1" name="Elipse 10">
            <a:extLst>
              <a:ext uri="{FF2B5EF4-FFF2-40B4-BE49-F238E27FC236}">
                <a16:creationId xmlns:a16="http://schemas.microsoft.com/office/drawing/2014/main" id="{2F22A8CD-A228-D2CE-C518-DC8740382FAF}"/>
              </a:ext>
            </a:extLst>
          </p:cNvPr>
          <p:cNvSpPr/>
          <p:nvPr/>
        </p:nvSpPr>
        <p:spPr>
          <a:xfrm>
            <a:off x="6511603" y="5363981"/>
            <a:ext cx="335266" cy="250276"/>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2" name="TextBox 1">
            <a:extLst>
              <a:ext uri="{FF2B5EF4-FFF2-40B4-BE49-F238E27FC236}">
                <a16:creationId xmlns:a16="http://schemas.microsoft.com/office/drawing/2014/main" id="{FCA2C0CC-E597-10FF-B776-9EB2DBD741B6}"/>
              </a:ext>
            </a:extLst>
          </p:cNvPr>
          <p:cNvSpPr txBox="1"/>
          <p:nvPr/>
        </p:nvSpPr>
        <p:spPr>
          <a:xfrm>
            <a:off x="-1" y="830443"/>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ldhabi"/>
                <a:cs typeface="Aldhabi"/>
              </a:rPr>
              <a:t>12 timestamps alternatives – Growth patterns of land cover</a:t>
            </a:r>
          </a:p>
          <a:p>
            <a:pPr algn="ctr"/>
            <a:endParaRPr lang="en-US"/>
          </a:p>
        </p:txBody>
      </p:sp>
      <p:sp>
        <p:nvSpPr>
          <p:cNvPr id="13" name="灯片编号占位符 12">
            <a:extLst>
              <a:ext uri="{FF2B5EF4-FFF2-40B4-BE49-F238E27FC236}">
                <a16:creationId xmlns:a16="http://schemas.microsoft.com/office/drawing/2014/main" id="{0A19577E-45C1-1764-265E-9997A22864C7}"/>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8</a:t>
            </a:fld>
            <a:endParaRPr lang="zh-CN" altLang="en-US">
              <a:latin typeface="Abadi MT Condensed Light" panose="020B0306030101010103" pitchFamily="34" charset="77"/>
            </a:endParaRPr>
          </a:p>
        </p:txBody>
      </p:sp>
      <p:sp>
        <p:nvSpPr>
          <p:cNvPr id="15" name="TextBox 6">
            <a:extLst>
              <a:ext uri="{FF2B5EF4-FFF2-40B4-BE49-F238E27FC236}">
                <a16:creationId xmlns:a16="http://schemas.microsoft.com/office/drawing/2014/main" id="{99C58F16-D51C-7360-E0B5-8BB67322BC2F}"/>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18231520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3AE3B2-9F5B-36F9-1674-2001539F0E59}"/>
            </a:ext>
          </a:extLst>
        </p:cNvPr>
        <p:cNvGrpSpPr/>
        <p:nvPr/>
      </p:nvGrpSpPr>
      <p:grpSpPr>
        <a:xfrm>
          <a:off x="0" y="0"/>
          <a:ext cx="0" cy="0"/>
          <a:chOff x="0" y="0"/>
          <a:chExt cx="0" cy="0"/>
        </a:xfrm>
      </p:grpSpPr>
      <p:pic>
        <p:nvPicPr>
          <p:cNvPr id="2" name="Picture 3">
            <a:extLst>
              <a:ext uri="{FF2B5EF4-FFF2-40B4-BE49-F238E27FC236}">
                <a16:creationId xmlns:a16="http://schemas.microsoft.com/office/drawing/2014/main" id="{DD5E3F5A-E36B-D838-CA5F-83D70B8E6B3B}"/>
              </a:ext>
            </a:extLst>
          </p:cNvPr>
          <p:cNvPicPr>
            <a:picLocks noChangeAspect="1"/>
          </p:cNvPicPr>
          <p:nvPr/>
        </p:nvPicPr>
        <p:blipFill>
          <a:blip r:embed="rId3"/>
          <a:srcRect l="1" r="66517"/>
          <a:stretch>
            <a:fillRect/>
          </a:stretch>
        </p:blipFill>
        <p:spPr>
          <a:xfrm>
            <a:off x="-9422953" y="3429000"/>
            <a:ext cx="4082144" cy="1082390"/>
          </a:xfrm>
          <a:prstGeom prst="roundRect">
            <a:avLst>
              <a:gd name="adj" fmla="val 7616"/>
            </a:avLst>
          </a:prstGeom>
        </p:spPr>
      </p:pic>
      <p:pic>
        <p:nvPicPr>
          <p:cNvPr id="3" name="Picture 3">
            <a:extLst>
              <a:ext uri="{FF2B5EF4-FFF2-40B4-BE49-F238E27FC236}">
                <a16:creationId xmlns:a16="http://schemas.microsoft.com/office/drawing/2014/main" id="{C6A1F13D-A211-0801-8E13-9A3959F4E20F}"/>
              </a:ext>
            </a:extLst>
          </p:cNvPr>
          <p:cNvPicPr>
            <a:picLocks noChangeAspect="1"/>
          </p:cNvPicPr>
          <p:nvPr/>
        </p:nvPicPr>
        <p:blipFill>
          <a:blip r:embed="rId3"/>
          <a:srcRect l="33482" t="1509" r="33036" b="-1509"/>
          <a:stretch>
            <a:fillRect/>
          </a:stretch>
        </p:blipFill>
        <p:spPr>
          <a:xfrm>
            <a:off x="-5018594" y="3446450"/>
            <a:ext cx="4082144" cy="1082390"/>
          </a:xfrm>
          <a:prstGeom prst="roundRect">
            <a:avLst>
              <a:gd name="adj" fmla="val 6107"/>
            </a:avLst>
          </a:prstGeom>
        </p:spPr>
      </p:pic>
      <p:pic>
        <p:nvPicPr>
          <p:cNvPr id="4" name="Picture 3">
            <a:extLst>
              <a:ext uri="{FF2B5EF4-FFF2-40B4-BE49-F238E27FC236}">
                <a16:creationId xmlns:a16="http://schemas.microsoft.com/office/drawing/2014/main" id="{5BD8D31D-21E8-6E3C-2E6C-C69A93FB8989}"/>
              </a:ext>
            </a:extLst>
          </p:cNvPr>
          <p:cNvPicPr>
            <a:picLocks noChangeAspect="1"/>
          </p:cNvPicPr>
          <p:nvPr/>
        </p:nvPicPr>
        <p:blipFill>
          <a:blip r:embed="rId3"/>
          <a:srcRect l="67366"/>
          <a:stretch>
            <a:fillRect/>
          </a:stretch>
        </p:blipFill>
        <p:spPr>
          <a:xfrm>
            <a:off x="-614235" y="3446450"/>
            <a:ext cx="3998827" cy="1087858"/>
          </a:xfrm>
          <a:prstGeom prst="roundRect">
            <a:avLst>
              <a:gd name="adj" fmla="val 6107"/>
            </a:avLst>
          </a:prstGeom>
        </p:spPr>
      </p:pic>
      <p:pic>
        <p:nvPicPr>
          <p:cNvPr id="5" name="Picture 4">
            <a:extLst>
              <a:ext uri="{FF2B5EF4-FFF2-40B4-BE49-F238E27FC236}">
                <a16:creationId xmlns:a16="http://schemas.microsoft.com/office/drawing/2014/main" id="{1BE0AA95-64A7-5A61-88D0-90304E640264}"/>
              </a:ext>
            </a:extLst>
          </p:cNvPr>
          <p:cNvPicPr>
            <a:picLocks noChangeAspect="1"/>
          </p:cNvPicPr>
          <p:nvPr/>
        </p:nvPicPr>
        <p:blipFill>
          <a:blip r:embed="rId4"/>
          <a:stretch>
            <a:fillRect/>
          </a:stretch>
        </p:blipFill>
        <p:spPr>
          <a:xfrm>
            <a:off x="3706807" y="1305820"/>
            <a:ext cx="5224118" cy="4246359"/>
          </a:xfrm>
          <a:prstGeom prst="roundRect">
            <a:avLst>
              <a:gd name="adj" fmla="val 2055"/>
            </a:avLst>
          </a:prstGeom>
        </p:spPr>
      </p:pic>
      <p:sp>
        <p:nvSpPr>
          <p:cNvPr id="7" name="Elipse 6">
            <a:extLst>
              <a:ext uri="{FF2B5EF4-FFF2-40B4-BE49-F238E27FC236}">
                <a16:creationId xmlns:a16="http://schemas.microsoft.com/office/drawing/2014/main" id="{35979BAC-2042-CEBA-7776-AAD5AEF07D6E}"/>
              </a:ext>
            </a:extLst>
          </p:cNvPr>
          <p:cNvSpPr/>
          <p:nvPr/>
        </p:nvSpPr>
        <p:spPr>
          <a:xfrm>
            <a:off x="5318369" y="5898954"/>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8" name="Elipse 7">
            <a:extLst>
              <a:ext uri="{FF2B5EF4-FFF2-40B4-BE49-F238E27FC236}">
                <a16:creationId xmlns:a16="http://schemas.microsoft.com/office/drawing/2014/main" id="{AC41A177-1FD5-A20F-FE03-48269EAE5F77}"/>
              </a:ext>
            </a:extLst>
          </p:cNvPr>
          <p:cNvSpPr/>
          <p:nvPr/>
        </p:nvSpPr>
        <p:spPr>
          <a:xfrm>
            <a:off x="5928367" y="5892974"/>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9" name="Elipse 8">
            <a:extLst>
              <a:ext uri="{FF2B5EF4-FFF2-40B4-BE49-F238E27FC236}">
                <a16:creationId xmlns:a16="http://schemas.microsoft.com/office/drawing/2014/main" id="{6370EC3E-1D1E-139A-6337-DF15177F6106}"/>
              </a:ext>
            </a:extLst>
          </p:cNvPr>
          <p:cNvSpPr/>
          <p:nvPr/>
        </p:nvSpPr>
        <p:spPr>
          <a:xfrm>
            <a:off x="6538365" y="5892973"/>
            <a:ext cx="335266" cy="250276"/>
          </a:xfrm>
          <a:prstGeom prst="ellipse">
            <a:avLst/>
          </a:prstGeom>
          <a:solidFill>
            <a:schemeClr val="tx1">
              <a:alpha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Elipse 9">
            <a:extLst>
              <a:ext uri="{FF2B5EF4-FFF2-40B4-BE49-F238E27FC236}">
                <a16:creationId xmlns:a16="http://schemas.microsoft.com/office/drawing/2014/main" id="{876C9C80-853E-61E7-B42B-2B195A2BF2B2}"/>
              </a:ext>
            </a:extLst>
          </p:cNvPr>
          <p:cNvSpPr/>
          <p:nvPr/>
        </p:nvSpPr>
        <p:spPr>
          <a:xfrm>
            <a:off x="7148364" y="5892973"/>
            <a:ext cx="335266" cy="250276"/>
          </a:xfrm>
          <a:prstGeom prst="ellipse">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1" name="Elipse 10">
            <a:extLst>
              <a:ext uri="{FF2B5EF4-FFF2-40B4-BE49-F238E27FC236}">
                <a16:creationId xmlns:a16="http://schemas.microsoft.com/office/drawing/2014/main" id="{77F738A8-D30F-6B01-B236-3385C2A092F0}"/>
              </a:ext>
            </a:extLst>
          </p:cNvPr>
          <p:cNvSpPr/>
          <p:nvPr/>
        </p:nvSpPr>
        <p:spPr>
          <a:xfrm>
            <a:off x="7148363" y="5892973"/>
            <a:ext cx="335266" cy="250276"/>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3" name="TextBox 2">
            <a:extLst>
              <a:ext uri="{FF2B5EF4-FFF2-40B4-BE49-F238E27FC236}">
                <a16:creationId xmlns:a16="http://schemas.microsoft.com/office/drawing/2014/main" id="{6CE845FE-65E5-E8CC-1687-4CC5F88AAAB9}"/>
              </a:ext>
            </a:extLst>
          </p:cNvPr>
          <p:cNvSpPr txBox="1"/>
          <p:nvPr/>
        </p:nvSpPr>
        <p:spPr>
          <a:xfrm>
            <a:off x="167633" y="708770"/>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ldhabi"/>
                <a:cs typeface="Aldhabi"/>
              </a:rPr>
              <a:t>12 Timestamps</a:t>
            </a:r>
          </a:p>
        </p:txBody>
      </p:sp>
      <p:sp>
        <p:nvSpPr>
          <p:cNvPr id="12" name="灯片编号占位符 11">
            <a:extLst>
              <a:ext uri="{FF2B5EF4-FFF2-40B4-BE49-F238E27FC236}">
                <a16:creationId xmlns:a16="http://schemas.microsoft.com/office/drawing/2014/main" id="{6392D6B4-68F9-5A7E-A9C4-DB2455C38108}"/>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9</a:t>
            </a:fld>
            <a:endParaRPr lang="zh-CN" altLang="en-US">
              <a:latin typeface="Abadi MT Condensed Light" panose="020B0306030101010103" pitchFamily="34" charset="77"/>
            </a:endParaRPr>
          </a:p>
        </p:txBody>
      </p:sp>
      <p:sp>
        <p:nvSpPr>
          <p:cNvPr id="15" name="TextBox 6">
            <a:extLst>
              <a:ext uri="{FF2B5EF4-FFF2-40B4-BE49-F238E27FC236}">
                <a16:creationId xmlns:a16="http://schemas.microsoft.com/office/drawing/2014/main" id="{1541BB78-EBB6-D46E-D14F-F1B652295FB3}"/>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3073487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1BB8908B-E07B-3F46-6F6C-90D4CB55CE50}"/>
              </a:ext>
            </a:extLst>
          </p:cNvPr>
          <p:cNvPicPr>
            <a:picLocks noChangeAspect="1"/>
          </p:cNvPicPr>
          <p:nvPr/>
        </p:nvPicPr>
        <p:blipFill>
          <a:blip r:embed="rId3"/>
          <a:stretch>
            <a:fillRect/>
          </a:stretch>
        </p:blipFill>
        <p:spPr>
          <a:xfrm>
            <a:off x="6396487" y="1307435"/>
            <a:ext cx="5181600" cy="4243130"/>
          </a:xfrm>
          <a:prstGeom prst="rect">
            <a:avLst/>
          </a:prstGeom>
        </p:spPr>
      </p:pic>
      <p:sp>
        <p:nvSpPr>
          <p:cNvPr id="3" name="Title 1">
            <a:extLst>
              <a:ext uri="{FF2B5EF4-FFF2-40B4-BE49-F238E27FC236}">
                <a16:creationId xmlns:a16="http://schemas.microsoft.com/office/drawing/2014/main" id="{883A2AA9-0971-A378-69AB-64967F0B84A5}"/>
              </a:ext>
            </a:extLst>
          </p:cNvPr>
          <p:cNvSpPr txBox="1">
            <a:spLocks/>
          </p:cNvSpPr>
          <p:nvPr/>
        </p:nvSpPr>
        <p:spPr>
          <a:xfrm>
            <a:off x="396510" y="644653"/>
            <a:ext cx="6023118" cy="13255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cs typeface="Times New Roman"/>
              </a:rPr>
              <a:t>Technical Goal</a:t>
            </a:r>
          </a:p>
        </p:txBody>
      </p:sp>
      <p:sp>
        <p:nvSpPr>
          <p:cNvPr id="5" name="Content Placeholder 2">
            <a:extLst>
              <a:ext uri="{FF2B5EF4-FFF2-40B4-BE49-F238E27FC236}">
                <a16:creationId xmlns:a16="http://schemas.microsoft.com/office/drawing/2014/main" id="{91E5DC0D-D247-FE50-4C0B-52B510878888}"/>
              </a:ext>
            </a:extLst>
          </p:cNvPr>
          <p:cNvSpPr txBox="1">
            <a:spLocks/>
          </p:cNvSpPr>
          <p:nvPr/>
        </p:nvSpPr>
        <p:spPr>
          <a:xfrm>
            <a:off x="396510" y="2506662"/>
            <a:ext cx="5181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atin typeface="Aldhabi"/>
                <a:cs typeface="Aldhabi"/>
              </a:rPr>
              <a:t>Develop a model that combines both satellite imagery and weather data to produce accurate crop classification maps.</a:t>
            </a:r>
          </a:p>
        </p:txBody>
      </p:sp>
      <p:sp>
        <p:nvSpPr>
          <p:cNvPr id="9" name="Elipse 8">
            <a:extLst>
              <a:ext uri="{FF2B5EF4-FFF2-40B4-BE49-F238E27FC236}">
                <a16:creationId xmlns:a16="http://schemas.microsoft.com/office/drawing/2014/main" id="{CA2DA621-2938-8E44-DA3B-70A57089311A}"/>
              </a:ext>
            </a:extLst>
          </p:cNvPr>
          <p:cNvSpPr/>
          <p:nvPr/>
        </p:nvSpPr>
        <p:spPr>
          <a:xfrm>
            <a:off x="-8184279" y="3744082"/>
            <a:ext cx="511445" cy="449451"/>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US" sz="2000">
                <a:solidFill>
                  <a:schemeClr val="bg1"/>
                </a:solidFill>
                <a:latin typeface="Apple Chancery" panose="03020702040506060504" pitchFamily="66" charset="-79"/>
                <a:cs typeface="Apple Chancery" panose="03020702040506060504" pitchFamily="66" charset="-79"/>
              </a:rPr>
              <a:t>2</a:t>
            </a:r>
          </a:p>
        </p:txBody>
      </p:sp>
      <p:sp>
        <p:nvSpPr>
          <p:cNvPr id="10" name="CuadroTexto 9">
            <a:extLst>
              <a:ext uri="{FF2B5EF4-FFF2-40B4-BE49-F238E27FC236}">
                <a16:creationId xmlns:a16="http://schemas.microsoft.com/office/drawing/2014/main" id="{D2C2E45A-19B3-B1AF-1664-C5A3AACDC418}"/>
              </a:ext>
            </a:extLst>
          </p:cNvPr>
          <p:cNvSpPr txBox="1"/>
          <p:nvPr/>
        </p:nvSpPr>
        <p:spPr>
          <a:xfrm>
            <a:off x="-7577997" y="3670313"/>
            <a:ext cx="7150608" cy="523220"/>
          </a:xfrm>
          <a:prstGeom prst="rect">
            <a:avLst/>
          </a:prstGeom>
          <a:noFill/>
        </p:spPr>
        <p:txBody>
          <a:bodyPr wrap="square">
            <a:spAutoFit/>
          </a:bodyPr>
          <a:lstStyle/>
          <a:p>
            <a:r>
              <a:rPr lang="en-US" sz="2800">
                <a:latin typeface="Aldhabi"/>
                <a:cs typeface="Aldhabi"/>
              </a:rPr>
              <a:t>Which weather variables contribute the most?</a:t>
            </a:r>
          </a:p>
        </p:txBody>
      </p:sp>
      <p:sp>
        <p:nvSpPr>
          <p:cNvPr id="11" name="Elipse 10">
            <a:extLst>
              <a:ext uri="{FF2B5EF4-FFF2-40B4-BE49-F238E27FC236}">
                <a16:creationId xmlns:a16="http://schemas.microsoft.com/office/drawing/2014/main" id="{B07B5C0B-D895-7CBF-A151-41002442652F}"/>
              </a:ext>
            </a:extLst>
          </p:cNvPr>
          <p:cNvSpPr/>
          <p:nvPr/>
        </p:nvSpPr>
        <p:spPr>
          <a:xfrm>
            <a:off x="-9510522" y="4508615"/>
            <a:ext cx="511445" cy="449451"/>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US" sz="2000">
                <a:solidFill>
                  <a:schemeClr val="bg1"/>
                </a:solidFill>
                <a:latin typeface="Apple Chancery" panose="03020702040506060504" pitchFamily="66" charset="-79"/>
                <a:cs typeface="Apple Chancery" panose="03020702040506060504" pitchFamily="66" charset="-79"/>
              </a:rPr>
              <a:t>3</a:t>
            </a:r>
          </a:p>
        </p:txBody>
      </p:sp>
      <p:sp>
        <p:nvSpPr>
          <p:cNvPr id="12" name="CuadroTexto 11">
            <a:extLst>
              <a:ext uri="{FF2B5EF4-FFF2-40B4-BE49-F238E27FC236}">
                <a16:creationId xmlns:a16="http://schemas.microsoft.com/office/drawing/2014/main" id="{54B5D27B-C4B0-0D9F-C7EE-F77965F3FBE7}"/>
              </a:ext>
            </a:extLst>
          </p:cNvPr>
          <p:cNvSpPr txBox="1"/>
          <p:nvPr/>
        </p:nvSpPr>
        <p:spPr>
          <a:xfrm>
            <a:off x="-8904240" y="4434846"/>
            <a:ext cx="4792722" cy="954107"/>
          </a:xfrm>
          <a:prstGeom prst="rect">
            <a:avLst/>
          </a:prstGeom>
          <a:noFill/>
        </p:spPr>
        <p:txBody>
          <a:bodyPr wrap="square">
            <a:spAutoFit/>
          </a:bodyPr>
          <a:lstStyle/>
          <a:p>
            <a:r>
              <a:rPr lang="en-US" sz="2800">
                <a:latin typeface="Aldhabi"/>
                <a:cs typeface="Aldhabi"/>
              </a:rPr>
              <a:t>Can transformer-based models outperform traditional approaches (CNN)?  </a:t>
            </a:r>
          </a:p>
        </p:txBody>
      </p:sp>
      <p:sp>
        <p:nvSpPr>
          <p:cNvPr id="13" name="灯片编号占位符 12">
            <a:extLst>
              <a:ext uri="{FF2B5EF4-FFF2-40B4-BE49-F238E27FC236}">
                <a16:creationId xmlns:a16="http://schemas.microsoft.com/office/drawing/2014/main" id="{23F0FE40-699A-5D44-6A2C-44C1EE5098C4}"/>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10</a:t>
            </a:fld>
            <a:endParaRPr lang="zh-CN" altLang="en-US">
              <a:latin typeface="Abadi MT Condensed Light" panose="020B0306030101010103" pitchFamily="34" charset="77"/>
            </a:endParaRPr>
          </a:p>
        </p:txBody>
      </p:sp>
      <p:sp>
        <p:nvSpPr>
          <p:cNvPr id="4" name="TextBox 6">
            <a:extLst>
              <a:ext uri="{FF2B5EF4-FFF2-40B4-BE49-F238E27FC236}">
                <a16:creationId xmlns:a16="http://schemas.microsoft.com/office/drawing/2014/main" id="{45FEC333-0834-D97F-EEAE-CC1E54080C5D}"/>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a:solidFill>
                  <a:srgbClr val="FFFFFF"/>
                </a:solidFill>
                <a:latin typeface="Aldhabi"/>
                <a:ea typeface="+mn-lt"/>
                <a:cs typeface="Aldhabi"/>
                <a:hlinkClick r:id="rId4"/>
              </a:rPr>
              <a:t>https://arxiv.org/pdf/2401.15875</a:t>
            </a:r>
            <a:r>
              <a:rPr lang="en-US" sz="2000">
                <a:solidFill>
                  <a:srgbClr val="FFFFFF"/>
                </a:solidFill>
                <a:latin typeface="Aldhabi"/>
                <a:ea typeface="+mn-lt"/>
                <a:cs typeface="Aldhabi"/>
              </a:rPr>
              <a:t> </a:t>
            </a:r>
            <a:endParaRPr lang="en-US" sz="2000">
              <a:solidFill>
                <a:srgbClr val="FFFFFF"/>
              </a:solidFill>
              <a:latin typeface="Aldhabi"/>
              <a:cs typeface="Aldhabi"/>
            </a:endParaRPr>
          </a:p>
          <a:p>
            <a:pPr algn="ctr"/>
            <a:endParaRPr lang="en-US"/>
          </a:p>
        </p:txBody>
      </p:sp>
      <p:sp>
        <p:nvSpPr>
          <p:cNvPr id="15" name="Elipse 6">
            <a:extLst>
              <a:ext uri="{FF2B5EF4-FFF2-40B4-BE49-F238E27FC236}">
                <a16:creationId xmlns:a16="http://schemas.microsoft.com/office/drawing/2014/main" id="{E728A2FD-C01D-FCC3-29A8-EE5E71B623CC}"/>
              </a:ext>
            </a:extLst>
          </p:cNvPr>
          <p:cNvSpPr/>
          <p:nvPr/>
        </p:nvSpPr>
        <p:spPr>
          <a:xfrm>
            <a:off x="-7360087" y="2697217"/>
            <a:ext cx="511445" cy="449451"/>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US" sz="2000">
                <a:solidFill>
                  <a:schemeClr val="bg1"/>
                </a:solidFill>
                <a:latin typeface="Baskerville" panose="02020502070401020303" pitchFamily="18" charset="0"/>
                <a:ea typeface="Baskerville" panose="02020502070401020303" pitchFamily="18" charset="0"/>
                <a:cs typeface="Apple Chancery" panose="03020702040506060504" pitchFamily="66" charset="-79"/>
              </a:rPr>
              <a:t>1</a:t>
            </a:r>
          </a:p>
        </p:txBody>
      </p:sp>
      <p:sp>
        <p:nvSpPr>
          <p:cNvPr id="17" name="CuadroTexto 7">
            <a:extLst>
              <a:ext uri="{FF2B5EF4-FFF2-40B4-BE49-F238E27FC236}">
                <a16:creationId xmlns:a16="http://schemas.microsoft.com/office/drawing/2014/main" id="{74100969-B567-8441-15E4-45045690C1DC}"/>
              </a:ext>
            </a:extLst>
          </p:cNvPr>
          <p:cNvSpPr txBox="1"/>
          <p:nvPr/>
        </p:nvSpPr>
        <p:spPr>
          <a:xfrm>
            <a:off x="-6838060" y="2637943"/>
            <a:ext cx="7150608" cy="954107"/>
          </a:xfrm>
          <a:prstGeom prst="rect">
            <a:avLst/>
          </a:prstGeom>
          <a:noFill/>
        </p:spPr>
        <p:txBody>
          <a:bodyPr wrap="square">
            <a:spAutoFit/>
          </a:bodyPr>
          <a:lstStyle/>
          <a:p>
            <a:r>
              <a:rPr lang="en-US" sz="2800">
                <a:latin typeface="Aldhabi"/>
                <a:cs typeface="Aldhabi"/>
              </a:rPr>
              <a:t>Different combinations of timestamps and </a:t>
            </a:r>
          </a:p>
          <a:p>
            <a:r>
              <a:rPr lang="en-US" sz="2800">
                <a:latin typeface="Aldhabi"/>
                <a:cs typeface="Aldhabi"/>
              </a:rPr>
              <a:t>weather variables</a:t>
            </a:r>
          </a:p>
        </p:txBody>
      </p:sp>
    </p:spTree>
    <p:extLst>
      <p:ext uri="{BB962C8B-B14F-4D97-AF65-F5344CB8AC3E}">
        <p14:creationId xmlns:p14="http://schemas.microsoft.com/office/powerpoint/2010/main" val="3463492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615BD-BA09-4E97-11D4-E2449AE2061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1CD78C4-0887-33E1-DEDD-597330A177AA}"/>
              </a:ext>
            </a:extLst>
          </p:cNvPr>
          <p:cNvSpPr txBox="1">
            <a:spLocks/>
          </p:cNvSpPr>
          <p:nvPr/>
        </p:nvSpPr>
        <p:spPr>
          <a:xfrm>
            <a:off x="396510" y="644653"/>
            <a:ext cx="6023118" cy="13255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cs typeface="Times New Roman"/>
              </a:rPr>
              <a:t>Technical Goal</a:t>
            </a:r>
          </a:p>
        </p:txBody>
      </p:sp>
      <p:sp>
        <p:nvSpPr>
          <p:cNvPr id="7" name="Elipse 6">
            <a:extLst>
              <a:ext uri="{FF2B5EF4-FFF2-40B4-BE49-F238E27FC236}">
                <a16:creationId xmlns:a16="http://schemas.microsoft.com/office/drawing/2014/main" id="{A0AAC5EC-3B54-E013-5659-6970AAA3B375}"/>
              </a:ext>
            </a:extLst>
          </p:cNvPr>
          <p:cNvSpPr/>
          <p:nvPr/>
        </p:nvSpPr>
        <p:spPr>
          <a:xfrm>
            <a:off x="259913" y="3082145"/>
            <a:ext cx="511445" cy="449451"/>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US" sz="2000">
                <a:solidFill>
                  <a:schemeClr val="bg1"/>
                </a:solidFill>
                <a:latin typeface="Baskerville" panose="02020502070401020303" pitchFamily="18" charset="0"/>
                <a:ea typeface="Baskerville" panose="02020502070401020303" pitchFamily="18" charset="0"/>
                <a:cs typeface="Apple Chancery" panose="03020702040506060504" pitchFamily="66" charset="-79"/>
              </a:rPr>
              <a:t>1</a:t>
            </a:r>
          </a:p>
        </p:txBody>
      </p:sp>
      <p:sp>
        <p:nvSpPr>
          <p:cNvPr id="8" name="CuadroTexto 7">
            <a:extLst>
              <a:ext uri="{FF2B5EF4-FFF2-40B4-BE49-F238E27FC236}">
                <a16:creationId xmlns:a16="http://schemas.microsoft.com/office/drawing/2014/main" id="{8AFB7CC1-FFE7-9333-C895-0D73BEA859A7}"/>
              </a:ext>
            </a:extLst>
          </p:cNvPr>
          <p:cNvSpPr txBox="1"/>
          <p:nvPr/>
        </p:nvSpPr>
        <p:spPr>
          <a:xfrm>
            <a:off x="781940" y="3022871"/>
            <a:ext cx="7150608" cy="954107"/>
          </a:xfrm>
          <a:prstGeom prst="rect">
            <a:avLst/>
          </a:prstGeom>
          <a:noFill/>
        </p:spPr>
        <p:txBody>
          <a:bodyPr wrap="square">
            <a:spAutoFit/>
          </a:bodyPr>
          <a:lstStyle/>
          <a:p>
            <a:r>
              <a:rPr lang="en-US" sz="2800">
                <a:latin typeface="Aldhabi"/>
                <a:cs typeface="Aldhabi"/>
              </a:rPr>
              <a:t>Different combinations of timestamps and </a:t>
            </a:r>
          </a:p>
          <a:p>
            <a:r>
              <a:rPr lang="en-US" sz="2800">
                <a:latin typeface="Aldhabi"/>
                <a:cs typeface="Aldhabi"/>
              </a:rPr>
              <a:t>weather variables</a:t>
            </a:r>
          </a:p>
        </p:txBody>
      </p:sp>
      <p:sp>
        <p:nvSpPr>
          <p:cNvPr id="9" name="Elipse 8">
            <a:extLst>
              <a:ext uri="{FF2B5EF4-FFF2-40B4-BE49-F238E27FC236}">
                <a16:creationId xmlns:a16="http://schemas.microsoft.com/office/drawing/2014/main" id="{4BB4B716-9940-9E20-BC4B-667A05FC9077}"/>
              </a:ext>
            </a:extLst>
          </p:cNvPr>
          <p:cNvSpPr/>
          <p:nvPr/>
        </p:nvSpPr>
        <p:spPr>
          <a:xfrm>
            <a:off x="259913" y="4168803"/>
            <a:ext cx="511445" cy="449451"/>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US" sz="2000">
                <a:solidFill>
                  <a:schemeClr val="bg1"/>
                </a:solidFill>
                <a:latin typeface="Apple Chancery" panose="03020702040506060504" pitchFamily="66" charset="-79"/>
                <a:cs typeface="Apple Chancery" panose="03020702040506060504" pitchFamily="66" charset="-79"/>
              </a:rPr>
              <a:t>2</a:t>
            </a:r>
          </a:p>
        </p:txBody>
      </p:sp>
      <p:sp>
        <p:nvSpPr>
          <p:cNvPr id="10" name="CuadroTexto 9">
            <a:extLst>
              <a:ext uri="{FF2B5EF4-FFF2-40B4-BE49-F238E27FC236}">
                <a16:creationId xmlns:a16="http://schemas.microsoft.com/office/drawing/2014/main" id="{11387EE1-FD1D-8CC5-D09C-970FD77044D0}"/>
              </a:ext>
            </a:extLst>
          </p:cNvPr>
          <p:cNvSpPr txBox="1"/>
          <p:nvPr/>
        </p:nvSpPr>
        <p:spPr>
          <a:xfrm>
            <a:off x="781940" y="4095034"/>
            <a:ext cx="7150608" cy="523220"/>
          </a:xfrm>
          <a:prstGeom prst="rect">
            <a:avLst/>
          </a:prstGeom>
          <a:noFill/>
        </p:spPr>
        <p:txBody>
          <a:bodyPr wrap="square">
            <a:spAutoFit/>
          </a:bodyPr>
          <a:lstStyle/>
          <a:p>
            <a:r>
              <a:rPr lang="en-US" sz="2800">
                <a:latin typeface="Aldhabi"/>
                <a:cs typeface="Aldhabi"/>
              </a:rPr>
              <a:t>Which weather variables contribute the most?</a:t>
            </a:r>
          </a:p>
        </p:txBody>
      </p:sp>
      <p:sp>
        <p:nvSpPr>
          <p:cNvPr id="11" name="Elipse 10">
            <a:extLst>
              <a:ext uri="{FF2B5EF4-FFF2-40B4-BE49-F238E27FC236}">
                <a16:creationId xmlns:a16="http://schemas.microsoft.com/office/drawing/2014/main" id="{E49F200A-52EC-7912-2DB4-BED313EE7266}"/>
              </a:ext>
            </a:extLst>
          </p:cNvPr>
          <p:cNvSpPr/>
          <p:nvPr/>
        </p:nvSpPr>
        <p:spPr>
          <a:xfrm>
            <a:off x="270495" y="4879431"/>
            <a:ext cx="511445" cy="449451"/>
          </a:xfrm>
          <a:prstGeom prst="ellipse">
            <a:avLst/>
          </a:prstGeom>
          <a:solidFill>
            <a:schemeClr val="accent6">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US" sz="2000">
                <a:solidFill>
                  <a:schemeClr val="bg1"/>
                </a:solidFill>
                <a:latin typeface="Apple Chancery" panose="03020702040506060504" pitchFamily="66" charset="-79"/>
                <a:cs typeface="Apple Chancery" panose="03020702040506060504" pitchFamily="66" charset="-79"/>
              </a:rPr>
              <a:t>3</a:t>
            </a:r>
          </a:p>
        </p:txBody>
      </p:sp>
      <p:sp>
        <p:nvSpPr>
          <p:cNvPr id="12" name="CuadroTexto 11">
            <a:extLst>
              <a:ext uri="{FF2B5EF4-FFF2-40B4-BE49-F238E27FC236}">
                <a16:creationId xmlns:a16="http://schemas.microsoft.com/office/drawing/2014/main" id="{6C4E4E34-D076-3369-2B1E-23E70F3C42AD}"/>
              </a:ext>
            </a:extLst>
          </p:cNvPr>
          <p:cNvSpPr txBox="1"/>
          <p:nvPr/>
        </p:nvSpPr>
        <p:spPr>
          <a:xfrm>
            <a:off x="838302" y="4736310"/>
            <a:ext cx="4792722" cy="954107"/>
          </a:xfrm>
          <a:prstGeom prst="rect">
            <a:avLst/>
          </a:prstGeom>
          <a:noFill/>
        </p:spPr>
        <p:txBody>
          <a:bodyPr wrap="square">
            <a:spAutoFit/>
          </a:bodyPr>
          <a:lstStyle/>
          <a:p>
            <a:r>
              <a:rPr lang="en-US" sz="2800">
                <a:latin typeface="Aldhabi"/>
                <a:cs typeface="Aldhabi"/>
              </a:rPr>
              <a:t>Can transformer-based models outperform traditional approaches (CNN)?  </a:t>
            </a:r>
          </a:p>
        </p:txBody>
      </p:sp>
      <p:sp>
        <p:nvSpPr>
          <p:cNvPr id="13" name="灯片编号占位符 12">
            <a:extLst>
              <a:ext uri="{FF2B5EF4-FFF2-40B4-BE49-F238E27FC236}">
                <a16:creationId xmlns:a16="http://schemas.microsoft.com/office/drawing/2014/main" id="{A00860D5-1286-9196-B770-B34F25CBD3BE}"/>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11</a:t>
            </a:fld>
            <a:endParaRPr lang="zh-CN" altLang="en-US">
              <a:latin typeface="Abadi MT Condensed Light" panose="020B0306030101010103" pitchFamily="34" charset="77"/>
            </a:endParaRPr>
          </a:p>
        </p:txBody>
      </p:sp>
      <p:sp>
        <p:nvSpPr>
          <p:cNvPr id="4" name="TextBox 6">
            <a:extLst>
              <a:ext uri="{FF2B5EF4-FFF2-40B4-BE49-F238E27FC236}">
                <a16:creationId xmlns:a16="http://schemas.microsoft.com/office/drawing/2014/main" id="{DC6B5312-B7A7-2976-E86F-209C568C7866}"/>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a:solidFill>
                  <a:srgbClr val="FFFFFF"/>
                </a:solidFill>
                <a:latin typeface="Aldhabi"/>
                <a:ea typeface="+mn-lt"/>
                <a:cs typeface="Aldhabi"/>
                <a:hlinkClick r:id="rId3"/>
              </a:rPr>
              <a:t>https://arxiv.org/pdf/2401.15875</a:t>
            </a:r>
            <a:r>
              <a:rPr lang="en-US" sz="2000">
                <a:solidFill>
                  <a:srgbClr val="FFFFFF"/>
                </a:solidFill>
                <a:latin typeface="Aldhabi"/>
                <a:ea typeface="+mn-lt"/>
                <a:cs typeface="Aldhabi"/>
              </a:rPr>
              <a:t> </a:t>
            </a:r>
            <a:endParaRPr lang="en-US" sz="2000">
              <a:solidFill>
                <a:srgbClr val="FFFFFF"/>
              </a:solidFill>
              <a:latin typeface="Aldhabi"/>
              <a:cs typeface="Aldhabi"/>
            </a:endParaRPr>
          </a:p>
          <a:p>
            <a:pPr algn="ctr"/>
            <a:endParaRPr lang="en-US"/>
          </a:p>
        </p:txBody>
      </p:sp>
      <p:pic>
        <p:nvPicPr>
          <p:cNvPr id="6" name="Content Placeholder 5">
            <a:extLst>
              <a:ext uri="{FF2B5EF4-FFF2-40B4-BE49-F238E27FC236}">
                <a16:creationId xmlns:a16="http://schemas.microsoft.com/office/drawing/2014/main" id="{D37E2F7A-BB2F-3BA4-D50E-D7F549B48954}"/>
              </a:ext>
            </a:extLst>
          </p:cNvPr>
          <p:cNvPicPr>
            <a:picLocks noChangeAspect="1"/>
          </p:cNvPicPr>
          <p:nvPr/>
        </p:nvPicPr>
        <p:blipFill>
          <a:blip r:embed="rId4"/>
          <a:stretch>
            <a:fillRect/>
          </a:stretch>
        </p:blipFill>
        <p:spPr>
          <a:xfrm>
            <a:off x="5620442" y="0"/>
            <a:ext cx="8374811" cy="6858000"/>
          </a:xfrm>
          <a:prstGeom prst="rect">
            <a:avLst/>
          </a:prstGeom>
        </p:spPr>
      </p:pic>
      <p:sp>
        <p:nvSpPr>
          <p:cNvPr id="14" name="CuadroTexto 13">
            <a:extLst>
              <a:ext uri="{FF2B5EF4-FFF2-40B4-BE49-F238E27FC236}">
                <a16:creationId xmlns:a16="http://schemas.microsoft.com/office/drawing/2014/main" id="{C07D6EDD-24DF-CEC6-9296-C202A469816D}"/>
              </a:ext>
            </a:extLst>
          </p:cNvPr>
          <p:cNvSpPr txBox="1"/>
          <p:nvPr/>
        </p:nvSpPr>
        <p:spPr>
          <a:xfrm>
            <a:off x="167910" y="2455019"/>
            <a:ext cx="7150608" cy="523220"/>
          </a:xfrm>
          <a:prstGeom prst="rect">
            <a:avLst/>
          </a:prstGeom>
          <a:noFill/>
        </p:spPr>
        <p:txBody>
          <a:bodyPr wrap="square">
            <a:spAutoFit/>
          </a:bodyPr>
          <a:lstStyle/>
          <a:p>
            <a:pPr marL="0" indent="0">
              <a:buNone/>
            </a:pPr>
            <a:r>
              <a:rPr lang="en-US" sz="2800">
                <a:latin typeface="Aldhabi"/>
                <a:cs typeface="Aldhabi"/>
              </a:rPr>
              <a:t>But then we wanted to further investigate </a:t>
            </a:r>
            <a:endParaRPr lang="en-US" sz="2800"/>
          </a:p>
        </p:txBody>
      </p:sp>
    </p:spTree>
    <p:extLst>
      <p:ext uri="{BB962C8B-B14F-4D97-AF65-F5344CB8AC3E}">
        <p14:creationId xmlns:p14="http://schemas.microsoft.com/office/powerpoint/2010/main" val="41326703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Imagen 11" descr="Organic farming: why we don't have more organic farms | National Geographic">
            <a:extLst>
              <a:ext uri="{FF2B5EF4-FFF2-40B4-BE49-F238E27FC236}">
                <a16:creationId xmlns:a16="http://schemas.microsoft.com/office/drawing/2014/main" id="{6DC3B128-87EC-60BC-14D8-1C753A154428}"/>
              </a:ext>
            </a:extLst>
          </p:cNvPr>
          <p:cNvPicPr>
            <a:picLocks noChangeAspect="1"/>
          </p:cNvPicPr>
          <p:nvPr/>
        </p:nvPicPr>
        <p:blipFill>
          <a:blip r:embed="rId3">
            <a:alphaModFix amt="50000"/>
          </a:blip>
          <a:srcRect t="25014"/>
          <a:stretch>
            <a:fillRect/>
          </a:stretch>
        </p:blipFill>
        <p:spPr>
          <a:xfrm>
            <a:off x="20" y="1282"/>
            <a:ext cx="12191980" cy="6856718"/>
          </a:xfrm>
          <a:prstGeom prst="rect">
            <a:avLst/>
          </a:prstGeom>
        </p:spPr>
      </p:pic>
      <p:sp>
        <p:nvSpPr>
          <p:cNvPr id="4" name="灯片编号占位符 3">
            <a:extLst>
              <a:ext uri="{FF2B5EF4-FFF2-40B4-BE49-F238E27FC236}">
                <a16:creationId xmlns:a16="http://schemas.microsoft.com/office/drawing/2014/main" id="{66D50F8C-CC2B-8CA3-8E0D-87732B344A9A}"/>
              </a:ext>
            </a:extLst>
          </p:cNvPr>
          <p:cNvSpPr>
            <a:spLocks noGrp="1"/>
          </p:cNvSpPr>
          <p:nvPr>
            <p:ph type="sldNum" sz="quarter" idx="12"/>
          </p:nvPr>
        </p:nvSpPr>
        <p:spPr>
          <a:xfrm>
            <a:off x="8610600" y="6356350"/>
            <a:ext cx="2743200" cy="365125"/>
          </a:xfrm>
        </p:spPr>
        <p:txBody>
          <a:bodyPr>
            <a:normAutofit/>
          </a:bodyPr>
          <a:lstStyle/>
          <a:p>
            <a:pPr>
              <a:spcAft>
                <a:spcPts val="600"/>
              </a:spcAft>
            </a:pPr>
            <a:fld id="{48F63A3B-78C7-47BE-AE5E-E10140E04643}" type="slidenum">
              <a:rPr lang="en-US">
                <a:solidFill>
                  <a:srgbClr val="FFFFFF"/>
                </a:solidFill>
                <a:latin typeface="Abadi MT Condensed Light" panose="020B0306030101010103" pitchFamily="34" charset="77"/>
              </a:rPr>
              <a:pPr>
                <a:spcAft>
                  <a:spcPts val="600"/>
                </a:spcAft>
              </a:pPr>
              <a:t>12</a:t>
            </a:fld>
            <a:endParaRPr lang="zh-CN" altLang="en-US">
              <a:solidFill>
                <a:srgbClr val="FFFFFF"/>
              </a:solidFill>
              <a:latin typeface="Abadi MT Condensed Light" panose="020B0306030101010103" pitchFamily="34" charset="77"/>
            </a:endParaRPr>
          </a:p>
        </p:txBody>
      </p:sp>
      <p:grpSp>
        <p:nvGrpSpPr>
          <p:cNvPr id="15" name="Group 14">
            <a:extLst>
              <a:ext uri="{FF2B5EF4-FFF2-40B4-BE49-F238E27FC236}">
                <a16:creationId xmlns:a16="http://schemas.microsoft.com/office/drawing/2014/main" id="{75DB3A0C-36CD-E174-4DD6-0F51D5B34050}"/>
              </a:ext>
            </a:extLst>
          </p:cNvPr>
          <p:cNvGrpSpPr/>
          <p:nvPr/>
        </p:nvGrpSpPr>
        <p:grpSpPr>
          <a:xfrm>
            <a:off x="0" y="6858000"/>
            <a:ext cx="6126480" cy="6858000"/>
            <a:chOff x="0" y="6858000"/>
            <a:chExt cx="6126480" cy="6858000"/>
          </a:xfrm>
        </p:grpSpPr>
        <p:sp>
          <p:nvSpPr>
            <p:cNvPr id="5" name="Rectángulo 4">
              <a:extLst>
                <a:ext uri="{FF2B5EF4-FFF2-40B4-BE49-F238E27FC236}">
                  <a16:creationId xmlns:a16="http://schemas.microsoft.com/office/drawing/2014/main" id="{C8B9D3B2-4080-D340-2229-FD395256D850}"/>
                </a:ext>
              </a:extLst>
            </p:cNvPr>
            <p:cNvSpPr/>
            <p:nvPr/>
          </p:nvSpPr>
          <p:spPr>
            <a:xfrm>
              <a:off x="0" y="6858000"/>
              <a:ext cx="612648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solidFill>
                  <a:schemeClr val="bg1"/>
                </a:solidFill>
              </a:endParaRPr>
            </a:p>
          </p:txBody>
        </p:sp>
        <p:sp>
          <p:nvSpPr>
            <p:cNvPr id="9" name="Elipse 8">
              <a:extLst>
                <a:ext uri="{FF2B5EF4-FFF2-40B4-BE49-F238E27FC236}">
                  <a16:creationId xmlns:a16="http://schemas.microsoft.com/office/drawing/2014/main" id="{75912347-1342-AA27-834A-93F9E336A3FC}"/>
                </a:ext>
              </a:extLst>
            </p:cNvPr>
            <p:cNvSpPr/>
            <p:nvPr/>
          </p:nvSpPr>
          <p:spPr>
            <a:xfrm>
              <a:off x="1618758" y="7472394"/>
              <a:ext cx="2888964" cy="19320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solidFill>
                    <a:schemeClr val="bg1"/>
                  </a:solidFill>
                  <a:latin typeface="Aldhabi"/>
                  <a:cs typeface="Aldhabi"/>
                </a:rPr>
                <a:t>Satellite</a:t>
              </a:r>
            </a:p>
          </p:txBody>
        </p:sp>
        <p:sp>
          <p:nvSpPr>
            <p:cNvPr id="10" name="CuadroTexto 9">
              <a:extLst>
                <a:ext uri="{FF2B5EF4-FFF2-40B4-BE49-F238E27FC236}">
                  <a16:creationId xmlns:a16="http://schemas.microsoft.com/office/drawing/2014/main" id="{56D0406A-309A-C9B7-6B2A-8CF1EE4225A0}"/>
                </a:ext>
              </a:extLst>
            </p:cNvPr>
            <p:cNvSpPr txBox="1"/>
            <p:nvPr/>
          </p:nvSpPr>
          <p:spPr>
            <a:xfrm>
              <a:off x="339951" y="10293476"/>
              <a:ext cx="5711073" cy="2769989"/>
            </a:xfrm>
            <a:prstGeom prst="rect">
              <a:avLst/>
            </a:prstGeom>
            <a:noFill/>
          </p:spPr>
          <p:txBody>
            <a:bodyPr wrap="square" lIns="91440" tIns="45720" rIns="91440" bIns="45720" anchor="t">
              <a:spAutoFit/>
            </a:bodyPr>
            <a:lstStyle/>
            <a:p>
              <a:pPr marL="457200" indent="-457200">
                <a:spcAft>
                  <a:spcPts val="600"/>
                </a:spcAft>
                <a:buFont typeface="Wingdings" panose="020B0604020202020204" pitchFamily="34" charset="0"/>
                <a:buChar char="v"/>
              </a:pPr>
              <a:r>
                <a:rPr lang="en-US" sz="2200">
                  <a:latin typeface="Aldhabi"/>
                  <a:cs typeface="Aldhabi"/>
                </a:rPr>
                <a:t>Sentinel-2 (European satellite mission that regularly captures high-resolution images of Earth)</a:t>
              </a:r>
            </a:p>
            <a:p>
              <a:pPr marL="457200" indent="-457200">
                <a:spcAft>
                  <a:spcPts val="600"/>
                </a:spcAft>
                <a:buFont typeface="Wingdings" panose="020B0604020202020204" pitchFamily="34" charset="0"/>
                <a:buChar char="v"/>
              </a:pPr>
              <a:r>
                <a:rPr lang="en-US" sz="2200">
                  <a:latin typeface="Aldhabi"/>
                  <a:cs typeface="Aldhabi"/>
                </a:rPr>
                <a:t>24 timestamps throughout the growing season</a:t>
              </a:r>
            </a:p>
            <a:p>
              <a:pPr marL="457200" indent="-457200">
                <a:spcAft>
                  <a:spcPts val="600"/>
                </a:spcAft>
                <a:buFont typeface="Wingdings" panose="020B0604020202020204" pitchFamily="34" charset="0"/>
                <a:buChar char="v"/>
              </a:pPr>
              <a:r>
                <a:rPr lang="en-US" sz="2200">
                  <a:latin typeface="Aldhabi"/>
                  <a:cs typeface="Aldhabi"/>
                </a:rPr>
                <a:t>10 spectral bands</a:t>
              </a:r>
            </a:p>
            <a:p>
              <a:pPr marL="457200" indent="-457200">
                <a:spcAft>
                  <a:spcPts val="600"/>
                </a:spcAft>
                <a:buFont typeface="Wingdings" panose="020B0604020202020204" pitchFamily="34" charset="0"/>
                <a:buChar char="v"/>
              </a:pPr>
              <a:r>
                <a:rPr lang="en-US" sz="2200">
                  <a:latin typeface="Aldhabi"/>
                  <a:cs typeface="Aldhabi"/>
                </a:rPr>
                <a:t>Spatial resolution: 1098 x 1098</a:t>
              </a:r>
            </a:p>
            <a:p>
              <a:pPr marL="457200" indent="-457200">
                <a:buFont typeface="Wingdings,sans-serif" panose="020B0604020202020204" pitchFamily="34" charset="0"/>
                <a:buChar char="v"/>
              </a:pPr>
              <a:r>
                <a:rPr lang="en-US" sz="2200">
                  <a:latin typeface="Aldhabi"/>
                  <a:cs typeface="Aldhabi"/>
                </a:rPr>
                <a:t>Image split into patches of size 32 x 32</a:t>
              </a:r>
            </a:p>
            <a:p>
              <a:pPr marL="457200" indent="-457200">
                <a:spcAft>
                  <a:spcPts val="600"/>
                </a:spcAft>
                <a:buFont typeface="Wingdings" panose="020B0604020202020204" pitchFamily="34" charset="0"/>
                <a:buChar char="v"/>
              </a:pPr>
              <a:endParaRPr lang="en-US" sz="2200">
                <a:latin typeface="Aldhabi"/>
                <a:cs typeface="Aldhabi"/>
              </a:endParaRPr>
            </a:p>
          </p:txBody>
        </p:sp>
      </p:grpSp>
      <p:grpSp>
        <p:nvGrpSpPr>
          <p:cNvPr id="16" name="Group 15">
            <a:extLst>
              <a:ext uri="{FF2B5EF4-FFF2-40B4-BE49-F238E27FC236}">
                <a16:creationId xmlns:a16="http://schemas.microsoft.com/office/drawing/2014/main" id="{00B9CA6D-C8DB-8265-84ED-351BE982670A}"/>
              </a:ext>
            </a:extLst>
          </p:cNvPr>
          <p:cNvGrpSpPr/>
          <p:nvPr/>
        </p:nvGrpSpPr>
        <p:grpSpPr>
          <a:xfrm>
            <a:off x="6128365" y="9505360"/>
            <a:ext cx="7185465" cy="6858000"/>
            <a:chOff x="6112654" y="6834432"/>
            <a:chExt cx="7185465" cy="6858000"/>
          </a:xfrm>
        </p:grpSpPr>
        <p:sp>
          <p:nvSpPr>
            <p:cNvPr id="14" name="Rectángulo 5">
              <a:extLst>
                <a:ext uri="{FF2B5EF4-FFF2-40B4-BE49-F238E27FC236}">
                  <a16:creationId xmlns:a16="http://schemas.microsoft.com/office/drawing/2014/main" id="{4AA40AC5-D459-75EA-D17C-46E1900DE4E6}"/>
                </a:ext>
              </a:extLst>
            </p:cNvPr>
            <p:cNvSpPr/>
            <p:nvPr/>
          </p:nvSpPr>
          <p:spPr>
            <a:xfrm>
              <a:off x="6112654" y="6834432"/>
              <a:ext cx="612648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8" name="Elipse 7">
              <a:extLst>
                <a:ext uri="{FF2B5EF4-FFF2-40B4-BE49-F238E27FC236}">
                  <a16:creationId xmlns:a16="http://schemas.microsoft.com/office/drawing/2014/main" id="{6207CD16-3F00-7F2C-E3FA-816F6D7950CF}"/>
                </a:ext>
              </a:extLst>
            </p:cNvPr>
            <p:cNvSpPr/>
            <p:nvPr/>
          </p:nvSpPr>
          <p:spPr>
            <a:xfrm>
              <a:off x="7732550" y="7475041"/>
              <a:ext cx="2888964" cy="19320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solidFill>
                    <a:schemeClr val="bg1"/>
                  </a:solidFill>
                  <a:latin typeface="Aldhabi"/>
                  <a:cs typeface="Aldhabi"/>
                </a:rPr>
                <a:t>Weather + Satellite</a:t>
              </a:r>
            </a:p>
          </p:txBody>
        </p:sp>
        <p:sp>
          <p:nvSpPr>
            <p:cNvPr id="11" name="CuadroTexto 10">
              <a:extLst>
                <a:ext uri="{FF2B5EF4-FFF2-40B4-BE49-F238E27FC236}">
                  <a16:creationId xmlns:a16="http://schemas.microsoft.com/office/drawing/2014/main" id="{B1FA2A70-2DAD-1E41-6B1F-E4ABADE4B189}"/>
                </a:ext>
              </a:extLst>
            </p:cNvPr>
            <p:cNvSpPr txBox="1"/>
            <p:nvPr/>
          </p:nvSpPr>
          <p:spPr>
            <a:xfrm>
              <a:off x="7202119" y="9803473"/>
              <a:ext cx="6096000" cy="3754874"/>
            </a:xfrm>
            <a:prstGeom prst="rect">
              <a:avLst/>
            </a:prstGeom>
            <a:noFill/>
          </p:spPr>
          <p:txBody>
            <a:bodyPr wrap="square">
              <a:spAutoFit/>
            </a:bodyPr>
            <a:lstStyle/>
            <a:p>
              <a:pPr marL="457200" indent="-457200">
                <a:spcAft>
                  <a:spcPts val="600"/>
                </a:spcAft>
                <a:buFont typeface="Wingdings" panose="020B0604020202020204" pitchFamily="34" charset="0"/>
                <a:buChar char="v"/>
              </a:pPr>
              <a:r>
                <a:rPr lang="en-US" sz="2200">
                  <a:latin typeface="Aldhabi"/>
                  <a:cs typeface="Aldhabi"/>
                </a:rPr>
                <a:t>365 daily observations</a:t>
              </a:r>
            </a:p>
            <a:p>
              <a:pPr marL="457200" indent="-457200">
                <a:spcAft>
                  <a:spcPts val="600"/>
                </a:spcAft>
                <a:buFont typeface="Wingdings" panose="020B0604020202020204" pitchFamily="34" charset="0"/>
                <a:buChar char="v"/>
              </a:pPr>
              <a:r>
                <a:rPr lang="en-US" sz="2200">
                  <a:latin typeface="Aldhabi"/>
                  <a:cs typeface="Aldhabi"/>
                </a:rPr>
                <a:t>Variables:</a:t>
              </a:r>
            </a:p>
            <a:p>
              <a:pPr marL="914400" lvl="1" indent="-457200">
                <a:spcAft>
                  <a:spcPts val="600"/>
                </a:spcAft>
                <a:buFont typeface="Wingdings" panose="020B0604020202020204" pitchFamily="34" charset="0"/>
                <a:buChar char="Ø"/>
              </a:pPr>
              <a:r>
                <a:rPr lang="en-US" sz="2200">
                  <a:latin typeface="Aldhabi"/>
                  <a:cs typeface="Aldhabi"/>
                </a:rPr>
                <a:t>Dayl – Amount of Daylight</a:t>
              </a:r>
            </a:p>
            <a:p>
              <a:pPr marL="914400" lvl="1" indent="-457200">
                <a:spcAft>
                  <a:spcPts val="600"/>
                </a:spcAft>
                <a:buFont typeface="Wingdings" panose="020B0604020202020204" pitchFamily="34" charset="0"/>
                <a:buChar char="Ø"/>
              </a:pPr>
              <a:r>
                <a:rPr lang="en-US" sz="2200" err="1">
                  <a:latin typeface="Aldhabi"/>
                  <a:cs typeface="Aldhabi"/>
                </a:rPr>
                <a:t>Prcp</a:t>
              </a:r>
              <a:r>
                <a:rPr lang="en-US" sz="2200">
                  <a:latin typeface="Aldhabi"/>
                  <a:cs typeface="Aldhabi"/>
                </a:rPr>
                <a:t> – Amount of Precipitation</a:t>
              </a:r>
            </a:p>
            <a:p>
              <a:pPr marL="914400" lvl="1" indent="-457200">
                <a:spcAft>
                  <a:spcPts val="600"/>
                </a:spcAft>
                <a:buFont typeface="Wingdings" panose="020B0604020202020204" pitchFamily="34" charset="0"/>
                <a:buChar char="Ø"/>
              </a:pPr>
              <a:r>
                <a:rPr lang="en-US" sz="2200" err="1">
                  <a:latin typeface="Aldhabi"/>
                  <a:cs typeface="Aldhabi"/>
                </a:rPr>
                <a:t>Srad</a:t>
              </a:r>
              <a:r>
                <a:rPr lang="en-US" sz="2200">
                  <a:latin typeface="Aldhabi"/>
                  <a:cs typeface="Aldhabi"/>
                </a:rPr>
                <a:t> – Amount of Solar Radiation</a:t>
              </a:r>
            </a:p>
            <a:p>
              <a:pPr marL="914400" lvl="1" indent="-457200">
                <a:spcAft>
                  <a:spcPts val="600"/>
                </a:spcAft>
                <a:buFont typeface="Wingdings" panose="020B0604020202020204" pitchFamily="34" charset="0"/>
                <a:buChar char="Ø"/>
              </a:pPr>
              <a:r>
                <a:rPr lang="en-US" sz="2200">
                  <a:latin typeface="Aldhabi"/>
                  <a:cs typeface="Aldhabi"/>
                </a:rPr>
                <a:t>Swe – Snow Water Equivalent</a:t>
              </a:r>
            </a:p>
            <a:p>
              <a:pPr marL="914400" lvl="1" indent="-457200">
                <a:spcAft>
                  <a:spcPts val="600"/>
                </a:spcAft>
                <a:buFont typeface="Wingdings" panose="020B0604020202020204" pitchFamily="34" charset="0"/>
                <a:buChar char="Ø"/>
              </a:pPr>
              <a:r>
                <a:rPr lang="en-US" sz="2200" err="1">
                  <a:latin typeface="Aldhabi"/>
                  <a:cs typeface="Aldhabi"/>
                </a:rPr>
                <a:t>Tmax</a:t>
              </a:r>
              <a:r>
                <a:rPr lang="en-US" sz="2200">
                  <a:latin typeface="Aldhabi"/>
                  <a:cs typeface="Aldhabi"/>
                </a:rPr>
                <a:t> – Max. Temperature in a day</a:t>
              </a:r>
            </a:p>
            <a:p>
              <a:pPr marL="914400" lvl="1" indent="-457200">
                <a:spcAft>
                  <a:spcPts val="600"/>
                </a:spcAft>
                <a:buFont typeface="Wingdings" panose="020B0604020202020204" pitchFamily="34" charset="0"/>
                <a:buChar char="Ø"/>
              </a:pPr>
              <a:r>
                <a:rPr lang="en-US" sz="2200" err="1">
                  <a:latin typeface="Aldhabi"/>
                  <a:cs typeface="Aldhabi"/>
                </a:rPr>
                <a:t>Tmin</a:t>
              </a:r>
              <a:r>
                <a:rPr lang="en-US" sz="2200">
                  <a:latin typeface="Aldhabi"/>
                  <a:cs typeface="Aldhabi"/>
                </a:rPr>
                <a:t> – Min. Temperature in a day</a:t>
              </a:r>
            </a:p>
            <a:p>
              <a:pPr marL="914400" lvl="1" indent="-457200">
                <a:spcAft>
                  <a:spcPts val="600"/>
                </a:spcAft>
                <a:buFont typeface="Wingdings" panose="020B0604020202020204" pitchFamily="34" charset="0"/>
                <a:buChar char="Ø"/>
              </a:pPr>
              <a:r>
                <a:rPr lang="en-US" sz="2200" err="1">
                  <a:latin typeface="Aldhabi"/>
                  <a:cs typeface="Aldhabi"/>
                </a:rPr>
                <a:t>Vp</a:t>
              </a:r>
              <a:r>
                <a:rPr lang="en-US" sz="2200">
                  <a:latin typeface="Aldhabi"/>
                  <a:cs typeface="Aldhabi"/>
                </a:rPr>
                <a:t> – Vapor Pressure </a:t>
              </a:r>
            </a:p>
          </p:txBody>
        </p:sp>
      </p:grpSp>
      <p:sp>
        <p:nvSpPr>
          <p:cNvPr id="13" name="Title 1">
            <a:extLst>
              <a:ext uri="{FF2B5EF4-FFF2-40B4-BE49-F238E27FC236}">
                <a16:creationId xmlns:a16="http://schemas.microsoft.com/office/drawing/2014/main" id="{A1E17197-512A-DD47-545D-F8E3F3CC4203}"/>
              </a:ext>
            </a:extLst>
          </p:cNvPr>
          <p:cNvSpPr txBox="1">
            <a:spLocks/>
          </p:cNvSpPr>
          <p:nvPr/>
        </p:nvSpPr>
        <p:spPr>
          <a:xfrm>
            <a:off x="4221983" y="2770901"/>
            <a:ext cx="6023118" cy="13255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000">
                <a:latin typeface="Copperplate Gothic Light"/>
                <a:cs typeface="Times New Roman"/>
              </a:rPr>
              <a:t>Dataset</a:t>
            </a:r>
          </a:p>
        </p:txBody>
      </p:sp>
    </p:spTree>
    <p:extLst>
      <p:ext uri="{BB962C8B-B14F-4D97-AF65-F5344CB8AC3E}">
        <p14:creationId xmlns:p14="http://schemas.microsoft.com/office/powerpoint/2010/main" val="151036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606D-372D-A354-7234-CA71C805F69B}"/>
            </a:ext>
          </a:extLst>
        </p:cNvPr>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CD4DB3BD-D17A-61D0-B2D0-470D2D1DCD6D}"/>
              </a:ext>
            </a:extLst>
          </p:cNvPr>
          <p:cNvSpPr>
            <a:spLocks noGrp="1"/>
          </p:cNvSpPr>
          <p:nvPr>
            <p:ph type="sldNum" sz="quarter" idx="12"/>
          </p:nvPr>
        </p:nvSpPr>
        <p:spPr/>
        <p:txBody>
          <a:bodyPr/>
          <a:lstStyle/>
          <a:p>
            <a:fld id="{48F63A3B-78C7-47BE-AE5E-E10140E04643}" type="slidenum">
              <a:rPr lang="en-US" dirty="0">
                <a:solidFill>
                  <a:schemeClr val="bg1"/>
                </a:solidFill>
                <a:latin typeface="Abadi MT Condensed Light" panose="020B0306030101010103" pitchFamily="34" charset="77"/>
              </a:rPr>
              <a:t>13</a:t>
            </a:fld>
            <a:endParaRPr lang="zh-CN" altLang="en-US">
              <a:solidFill>
                <a:schemeClr val="bg1"/>
              </a:solidFill>
              <a:latin typeface="Abadi MT Condensed Light" panose="020B0306030101010103" pitchFamily="34" charset="77"/>
            </a:endParaRPr>
          </a:p>
        </p:txBody>
      </p:sp>
      <p:sp>
        <p:nvSpPr>
          <p:cNvPr id="2" name="灯片编号占位符 3">
            <a:extLst>
              <a:ext uri="{FF2B5EF4-FFF2-40B4-BE49-F238E27FC236}">
                <a16:creationId xmlns:a16="http://schemas.microsoft.com/office/drawing/2014/main" id="{063EDB89-12EF-D21E-05CC-188F04331196}"/>
              </a:ext>
            </a:extLst>
          </p:cNvPr>
          <p:cNvSpPr txBox="1">
            <a:spLocks/>
          </p:cNvSpPr>
          <p:nvPr/>
        </p:nvSpPr>
        <p:spPr>
          <a:xfrm>
            <a:off x="8763000" y="65087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shade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48F63A3B-78C7-47BE-AE5E-E10140E04643}" type="slidenum">
              <a:rPr lang="en-US" smtClean="0">
                <a:solidFill>
                  <a:srgbClr val="FFFFFF"/>
                </a:solidFill>
                <a:latin typeface="Abadi MT Condensed Light" panose="020B0306030101010103" pitchFamily="34" charset="77"/>
              </a:rPr>
              <a:pPr>
                <a:spcAft>
                  <a:spcPts val="600"/>
                </a:spcAft>
              </a:pPr>
              <a:t>13</a:t>
            </a:fld>
            <a:endParaRPr lang="zh-CN" altLang="en-US">
              <a:solidFill>
                <a:srgbClr val="FFFFFF"/>
              </a:solidFill>
              <a:latin typeface="Abadi MT Condensed Light" panose="020B0306030101010103" pitchFamily="34" charset="77"/>
            </a:endParaRPr>
          </a:p>
        </p:txBody>
      </p:sp>
      <p:grpSp>
        <p:nvGrpSpPr>
          <p:cNvPr id="11" name="Group 10">
            <a:extLst>
              <a:ext uri="{FF2B5EF4-FFF2-40B4-BE49-F238E27FC236}">
                <a16:creationId xmlns:a16="http://schemas.microsoft.com/office/drawing/2014/main" id="{2C0B1A79-52B1-EA73-C638-4EC491ECFDD1}"/>
              </a:ext>
            </a:extLst>
          </p:cNvPr>
          <p:cNvGrpSpPr/>
          <p:nvPr/>
        </p:nvGrpSpPr>
        <p:grpSpPr>
          <a:xfrm>
            <a:off x="0" y="15711"/>
            <a:ext cx="6126480" cy="6858000"/>
            <a:chOff x="0" y="6858000"/>
            <a:chExt cx="6126480" cy="6858000"/>
          </a:xfrm>
        </p:grpSpPr>
        <p:sp>
          <p:nvSpPr>
            <p:cNvPr id="7" name="Rectángulo 4">
              <a:extLst>
                <a:ext uri="{FF2B5EF4-FFF2-40B4-BE49-F238E27FC236}">
                  <a16:creationId xmlns:a16="http://schemas.microsoft.com/office/drawing/2014/main" id="{AA4E8610-F0AD-7CB7-083B-27E8ACE1FDF2}"/>
                </a:ext>
              </a:extLst>
            </p:cNvPr>
            <p:cNvSpPr/>
            <p:nvPr/>
          </p:nvSpPr>
          <p:spPr>
            <a:xfrm>
              <a:off x="0" y="6858000"/>
              <a:ext cx="612648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solidFill>
                  <a:schemeClr val="bg1"/>
                </a:solidFill>
              </a:endParaRPr>
            </a:p>
          </p:txBody>
        </p:sp>
        <p:sp>
          <p:nvSpPr>
            <p:cNvPr id="8" name="Elipse 8">
              <a:extLst>
                <a:ext uri="{FF2B5EF4-FFF2-40B4-BE49-F238E27FC236}">
                  <a16:creationId xmlns:a16="http://schemas.microsoft.com/office/drawing/2014/main" id="{54587DF8-1C4E-124E-A358-D478B595EBC1}"/>
                </a:ext>
              </a:extLst>
            </p:cNvPr>
            <p:cNvSpPr/>
            <p:nvPr/>
          </p:nvSpPr>
          <p:spPr>
            <a:xfrm>
              <a:off x="1618758" y="7472394"/>
              <a:ext cx="2888964" cy="19320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solidFill>
                    <a:schemeClr val="bg1"/>
                  </a:solidFill>
                  <a:latin typeface="Aldhabi"/>
                  <a:cs typeface="Aldhabi"/>
                </a:rPr>
                <a:t>Satellite</a:t>
              </a:r>
            </a:p>
          </p:txBody>
        </p:sp>
        <p:sp>
          <p:nvSpPr>
            <p:cNvPr id="9" name="CuadroTexto 9">
              <a:extLst>
                <a:ext uri="{FF2B5EF4-FFF2-40B4-BE49-F238E27FC236}">
                  <a16:creationId xmlns:a16="http://schemas.microsoft.com/office/drawing/2014/main" id="{1B03F529-5201-1377-AE8F-0700CC603905}"/>
                </a:ext>
              </a:extLst>
            </p:cNvPr>
            <p:cNvSpPr txBox="1"/>
            <p:nvPr/>
          </p:nvSpPr>
          <p:spPr>
            <a:xfrm>
              <a:off x="339951" y="10293476"/>
              <a:ext cx="5711073" cy="2769989"/>
            </a:xfrm>
            <a:prstGeom prst="rect">
              <a:avLst/>
            </a:prstGeom>
            <a:noFill/>
          </p:spPr>
          <p:txBody>
            <a:bodyPr wrap="square" lIns="91440" tIns="45720" rIns="91440" bIns="45720" anchor="t">
              <a:spAutoFit/>
            </a:bodyPr>
            <a:lstStyle/>
            <a:p>
              <a:pPr marL="457200" indent="-457200">
                <a:spcAft>
                  <a:spcPts val="600"/>
                </a:spcAft>
                <a:buFont typeface="Wingdings" panose="020B0604020202020204" pitchFamily="34" charset="0"/>
                <a:buChar char="v"/>
              </a:pPr>
              <a:r>
                <a:rPr lang="en-US" sz="2200">
                  <a:latin typeface="Aldhabi"/>
                  <a:cs typeface="Aldhabi"/>
                </a:rPr>
                <a:t>Sentinel-2 (European satellite mission that regularly captures high-resolution images of Earth)</a:t>
              </a:r>
            </a:p>
            <a:p>
              <a:pPr marL="457200" indent="-457200">
                <a:spcAft>
                  <a:spcPts val="600"/>
                </a:spcAft>
                <a:buFont typeface="Wingdings" panose="020B0604020202020204" pitchFamily="34" charset="0"/>
                <a:buChar char="v"/>
              </a:pPr>
              <a:r>
                <a:rPr lang="en-US" sz="2200">
                  <a:latin typeface="Aldhabi"/>
                  <a:cs typeface="Aldhabi"/>
                </a:rPr>
                <a:t>24 timestamps throughout the growing season</a:t>
              </a:r>
            </a:p>
            <a:p>
              <a:pPr marL="457200" indent="-457200">
                <a:spcAft>
                  <a:spcPts val="600"/>
                </a:spcAft>
                <a:buFont typeface="Wingdings" panose="020B0604020202020204" pitchFamily="34" charset="0"/>
                <a:buChar char="v"/>
              </a:pPr>
              <a:r>
                <a:rPr lang="en-US" sz="2200">
                  <a:latin typeface="Aldhabi"/>
                  <a:cs typeface="Aldhabi"/>
                </a:rPr>
                <a:t>10 spectral bands</a:t>
              </a:r>
            </a:p>
            <a:p>
              <a:pPr marL="457200" indent="-457200">
                <a:spcAft>
                  <a:spcPts val="600"/>
                </a:spcAft>
                <a:buFont typeface="Wingdings" panose="020B0604020202020204" pitchFamily="34" charset="0"/>
                <a:buChar char="v"/>
              </a:pPr>
              <a:r>
                <a:rPr lang="en-US" sz="2200">
                  <a:latin typeface="Aldhabi"/>
                  <a:cs typeface="Aldhabi"/>
                </a:rPr>
                <a:t>Spatial resolution: 1098 x 1098</a:t>
              </a:r>
            </a:p>
            <a:p>
              <a:pPr marL="457200" indent="-457200">
                <a:buFont typeface="Wingdings,sans-serif" panose="020B0604020202020204" pitchFamily="34" charset="0"/>
                <a:buChar char="v"/>
              </a:pPr>
              <a:r>
                <a:rPr lang="en-US" sz="2200">
                  <a:latin typeface="Aldhabi"/>
                  <a:cs typeface="Aldhabi"/>
                </a:rPr>
                <a:t>Image split into patches of size 32 x 32</a:t>
              </a:r>
            </a:p>
            <a:p>
              <a:pPr marL="457200" indent="-457200">
                <a:spcAft>
                  <a:spcPts val="600"/>
                </a:spcAft>
                <a:buFont typeface="Wingdings" panose="020B0604020202020204" pitchFamily="34" charset="0"/>
                <a:buChar char="v"/>
              </a:pPr>
              <a:endParaRPr lang="en-US" sz="2200">
                <a:latin typeface="Aldhabi"/>
                <a:cs typeface="Aldhabi"/>
              </a:endParaRPr>
            </a:p>
          </p:txBody>
        </p:sp>
      </p:grpSp>
      <p:grpSp>
        <p:nvGrpSpPr>
          <p:cNvPr id="19" name="Group 18">
            <a:extLst>
              <a:ext uri="{FF2B5EF4-FFF2-40B4-BE49-F238E27FC236}">
                <a16:creationId xmlns:a16="http://schemas.microsoft.com/office/drawing/2014/main" id="{7E74371F-E12B-5858-405E-F1B4585952F2}"/>
              </a:ext>
            </a:extLst>
          </p:cNvPr>
          <p:cNvGrpSpPr/>
          <p:nvPr/>
        </p:nvGrpSpPr>
        <p:grpSpPr>
          <a:xfrm>
            <a:off x="6096942" y="15710"/>
            <a:ext cx="7185465" cy="6858000"/>
            <a:chOff x="6112654" y="6834432"/>
            <a:chExt cx="7185465" cy="6858000"/>
          </a:xfrm>
        </p:grpSpPr>
        <p:sp>
          <p:nvSpPr>
            <p:cNvPr id="14" name="Rectángulo 5">
              <a:extLst>
                <a:ext uri="{FF2B5EF4-FFF2-40B4-BE49-F238E27FC236}">
                  <a16:creationId xmlns:a16="http://schemas.microsoft.com/office/drawing/2014/main" id="{46643878-B24C-643F-8BB9-ABE96F3CC498}"/>
                </a:ext>
              </a:extLst>
            </p:cNvPr>
            <p:cNvSpPr/>
            <p:nvPr/>
          </p:nvSpPr>
          <p:spPr>
            <a:xfrm>
              <a:off x="6112654" y="6834432"/>
              <a:ext cx="612648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7" name="Elipse 7">
              <a:extLst>
                <a:ext uri="{FF2B5EF4-FFF2-40B4-BE49-F238E27FC236}">
                  <a16:creationId xmlns:a16="http://schemas.microsoft.com/office/drawing/2014/main" id="{7BC6701D-27F7-2237-F12B-918B780D7E93}"/>
                </a:ext>
              </a:extLst>
            </p:cNvPr>
            <p:cNvSpPr/>
            <p:nvPr/>
          </p:nvSpPr>
          <p:spPr>
            <a:xfrm>
              <a:off x="7732550" y="7475041"/>
              <a:ext cx="2888964" cy="193204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a:solidFill>
                    <a:schemeClr val="bg1"/>
                  </a:solidFill>
                  <a:latin typeface="Aldhabi"/>
                  <a:cs typeface="Aldhabi"/>
                </a:rPr>
                <a:t>Weather + Satellite</a:t>
              </a:r>
            </a:p>
          </p:txBody>
        </p:sp>
        <p:sp>
          <p:nvSpPr>
            <p:cNvPr id="18" name="CuadroTexto 10">
              <a:extLst>
                <a:ext uri="{FF2B5EF4-FFF2-40B4-BE49-F238E27FC236}">
                  <a16:creationId xmlns:a16="http://schemas.microsoft.com/office/drawing/2014/main" id="{797AD379-00DA-5B8A-C9A0-B100D2F1D18D}"/>
                </a:ext>
              </a:extLst>
            </p:cNvPr>
            <p:cNvSpPr txBox="1"/>
            <p:nvPr/>
          </p:nvSpPr>
          <p:spPr>
            <a:xfrm>
              <a:off x="7202119" y="9803473"/>
              <a:ext cx="6096000" cy="3754874"/>
            </a:xfrm>
            <a:prstGeom prst="rect">
              <a:avLst/>
            </a:prstGeom>
            <a:noFill/>
          </p:spPr>
          <p:txBody>
            <a:bodyPr wrap="square">
              <a:spAutoFit/>
            </a:bodyPr>
            <a:lstStyle/>
            <a:p>
              <a:pPr marL="457200" indent="-457200">
                <a:spcAft>
                  <a:spcPts val="600"/>
                </a:spcAft>
                <a:buFont typeface="Wingdings" panose="020B0604020202020204" pitchFamily="34" charset="0"/>
                <a:buChar char="v"/>
              </a:pPr>
              <a:r>
                <a:rPr lang="en-US" sz="2200">
                  <a:latin typeface="Aldhabi"/>
                  <a:cs typeface="Aldhabi"/>
                </a:rPr>
                <a:t>365 daily observations</a:t>
              </a:r>
            </a:p>
            <a:p>
              <a:pPr marL="457200" indent="-457200">
                <a:spcAft>
                  <a:spcPts val="600"/>
                </a:spcAft>
                <a:buFont typeface="Wingdings" panose="020B0604020202020204" pitchFamily="34" charset="0"/>
                <a:buChar char="v"/>
              </a:pPr>
              <a:r>
                <a:rPr lang="en-US" sz="2200">
                  <a:latin typeface="Aldhabi"/>
                  <a:cs typeface="Aldhabi"/>
                </a:rPr>
                <a:t>Variables:</a:t>
              </a:r>
            </a:p>
            <a:p>
              <a:pPr marL="914400" lvl="1" indent="-457200">
                <a:spcAft>
                  <a:spcPts val="600"/>
                </a:spcAft>
                <a:buFont typeface="Wingdings" panose="020B0604020202020204" pitchFamily="34" charset="0"/>
                <a:buChar char="Ø"/>
              </a:pPr>
              <a:r>
                <a:rPr lang="en-US" sz="2200">
                  <a:latin typeface="Aldhabi"/>
                  <a:cs typeface="Aldhabi"/>
                </a:rPr>
                <a:t>Dayl – Amount of Daylight</a:t>
              </a:r>
            </a:p>
            <a:p>
              <a:pPr marL="914400" lvl="1" indent="-457200">
                <a:spcAft>
                  <a:spcPts val="600"/>
                </a:spcAft>
                <a:buFont typeface="Wingdings" panose="020B0604020202020204" pitchFamily="34" charset="0"/>
                <a:buChar char="Ø"/>
              </a:pPr>
              <a:r>
                <a:rPr lang="en-US" sz="2200" err="1">
                  <a:latin typeface="Aldhabi"/>
                  <a:cs typeface="Aldhabi"/>
                </a:rPr>
                <a:t>Prcp</a:t>
              </a:r>
              <a:r>
                <a:rPr lang="en-US" sz="2200">
                  <a:latin typeface="Aldhabi"/>
                  <a:cs typeface="Aldhabi"/>
                </a:rPr>
                <a:t> – Amount of Precipitation</a:t>
              </a:r>
            </a:p>
            <a:p>
              <a:pPr marL="914400" lvl="1" indent="-457200">
                <a:spcAft>
                  <a:spcPts val="600"/>
                </a:spcAft>
                <a:buFont typeface="Wingdings" panose="020B0604020202020204" pitchFamily="34" charset="0"/>
                <a:buChar char="Ø"/>
              </a:pPr>
              <a:r>
                <a:rPr lang="en-US" sz="2200" err="1">
                  <a:latin typeface="Aldhabi"/>
                  <a:cs typeface="Aldhabi"/>
                </a:rPr>
                <a:t>Srad</a:t>
              </a:r>
              <a:r>
                <a:rPr lang="en-US" sz="2200">
                  <a:latin typeface="Aldhabi"/>
                  <a:cs typeface="Aldhabi"/>
                </a:rPr>
                <a:t> – Amount of Solar Radiation</a:t>
              </a:r>
            </a:p>
            <a:p>
              <a:pPr marL="914400" lvl="1" indent="-457200">
                <a:spcAft>
                  <a:spcPts val="600"/>
                </a:spcAft>
                <a:buFont typeface="Wingdings" panose="020B0604020202020204" pitchFamily="34" charset="0"/>
                <a:buChar char="Ø"/>
              </a:pPr>
              <a:r>
                <a:rPr lang="en-US" sz="2200">
                  <a:latin typeface="Aldhabi"/>
                  <a:cs typeface="Aldhabi"/>
                </a:rPr>
                <a:t>Swe – Snow Water Equivalent</a:t>
              </a:r>
            </a:p>
            <a:p>
              <a:pPr marL="914400" lvl="1" indent="-457200">
                <a:spcAft>
                  <a:spcPts val="600"/>
                </a:spcAft>
                <a:buFont typeface="Wingdings" panose="020B0604020202020204" pitchFamily="34" charset="0"/>
                <a:buChar char="Ø"/>
              </a:pPr>
              <a:r>
                <a:rPr lang="en-US" sz="2200" err="1">
                  <a:latin typeface="Aldhabi"/>
                  <a:cs typeface="Aldhabi"/>
                </a:rPr>
                <a:t>Tmax</a:t>
              </a:r>
              <a:r>
                <a:rPr lang="en-US" sz="2200">
                  <a:latin typeface="Aldhabi"/>
                  <a:cs typeface="Aldhabi"/>
                </a:rPr>
                <a:t> – Max. Temperature in a day</a:t>
              </a:r>
            </a:p>
            <a:p>
              <a:pPr marL="914400" lvl="1" indent="-457200">
                <a:spcAft>
                  <a:spcPts val="600"/>
                </a:spcAft>
                <a:buFont typeface="Wingdings" panose="020B0604020202020204" pitchFamily="34" charset="0"/>
                <a:buChar char="Ø"/>
              </a:pPr>
              <a:r>
                <a:rPr lang="en-US" sz="2200" err="1">
                  <a:latin typeface="Aldhabi"/>
                  <a:cs typeface="Aldhabi"/>
                </a:rPr>
                <a:t>Tmin</a:t>
              </a:r>
              <a:r>
                <a:rPr lang="en-US" sz="2200">
                  <a:latin typeface="Aldhabi"/>
                  <a:cs typeface="Aldhabi"/>
                </a:rPr>
                <a:t> – Min. Temperature in a day</a:t>
              </a:r>
            </a:p>
            <a:p>
              <a:pPr marL="914400" lvl="1" indent="-457200">
                <a:spcAft>
                  <a:spcPts val="600"/>
                </a:spcAft>
                <a:buFont typeface="Wingdings" panose="020B0604020202020204" pitchFamily="34" charset="0"/>
                <a:buChar char="Ø"/>
              </a:pPr>
              <a:r>
                <a:rPr lang="en-US" sz="2200" err="1">
                  <a:latin typeface="Aldhabi"/>
                  <a:cs typeface="Aldhabi"/>
                </a:rPr>
                <a:t>Vp</a:t>
              </a:r>
              <a:r>
                <a:rPr lang="en-US" sz="2200">
                  <a:latin typeface="Aldhabi"/>
                  <a:cs typeface="Aldhabi"/>
                </a:rPr>
                <a:t> – Vapor Pressure </a:t>
              </a:r>
            </a:p>
          </p:txBody>
        </p:sp>
      </p:grpSp>
    </p:spTree>
    <p:extLst>
      <p:ext uri="{BB962C8B-B14F-4D97-AF65-F5344CB8AC3E}">
        <p14:creationId xmlns:p14="http://schemas.microsoft.com/office/powerpoint/2010/main" val="29603491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2E32913-0E3E-4533-A7CC-A9C375803009}"/>
              </a:ext>
            </a:extLst>
          </p:cNvPr>
          <p:cNvSpPr>
            <a:spLocks noGrp="1"/>
          </p:cNvSpPr>
          <p:nvPr>
            <p:ph type="sldNum" sz="quarter" idx="12"/>
          </p:nvPr>
        </p:nvSpPr>
        <p:spPr/>
        <p:txBody>
          <a:bodyPr/>
          <a:lstStyle/>
          <a:p>
            <a:fld id="{48F63A3B-78C7-47BE-AE5E-E10140E04643}" type="slidenum">
              <a:rPr lang="en-US" smtClean="0">
                <a:solidFill>
                  <a:schemeClr val="tx1"/>
                </a:solidFill>
                <a:latin typeface="Abadi MT Condensed Light" panose="020B0306030101010103" pitchFamily="34" charset="77"/>
              </a:rPr>
              <a:t>14</a:t>
            </a:fld>
            <a:endParaRPr lang="en-US">
              <a:solidFill>
                <a:schemeClr val="tx1"/>
              </a:solidFill>
              <a:latin typeface="Abadi MT Condensed Light" panose="020B0306030101010103" pitchFamily="34" charset="77"/>
            </a:endParaRPr>
          </a:p>
        </p:txBody>
      </p:sp>
      <p:pic>
        <p:nvPicPr>
          <p:cNvPr id="4" name="Imagen 3" descr="What's the Difference Between Extensive &amp; Intensive Farming? – Bloom Ranch">
            <a:extLst>
              <a:ext uri="{FF2B5EF4-FFF2-40B4-BE49-F238E27FC236}">
                <a16:creationId xmlns:a16="http://schemas.microsoft.com/office/drawing/2014/main" id="{E2C1F37C-5CBF-9C6E-9C27-154FBB8106DA}"/>
              </a:ext>
            </a:extLst>
          </p:cNvPr>
          <p:cNvPicPr>
            <a:picLocks noChangeAspect="1"/>
          </p:cNvPicPr>
          <p:nvPr/>
        </p:nvPicPr>
        <p:blipFill>
          <a:blip r:embed="rId2">
            <a:alphaModFix amt="50000"/>
          </a:blip>
          <a:stretch>
            <a:fillRect/>
          </a:stretch>
        </p:blipFill>
        <p:spPr>
          <a:xfrm>
            <a:off x="0" y="4289010"/>
            <a:ext cx="12290045" cy="6859282"/>
          </a:xfrm>
          <a:prstGeom prst="rect">
            <a:avLst/>
          </a:prstGeom>
          <a:effectLst>
            <a:softEdge rad="122538"/>
          </a:effectLst>
        </p:spPr>
      </p:pic>
      <p:sp>
        <p:nvSpPr>
          <p:cNvPr id="6" name="Title 1">
            <a:extLst>
              <a:ext uri="{FF2B5EF4-FFF2-40B4-BE49-F238E27FC236}">
                <a16:creationId xmlns:a16="http://schemas.microsoft.com/office/drawing/2014/main" id="{C90FFF87-C935-EE7C-9D07-D172C2443B75}"/>
              </a:ext>
            </a:extLst>
          </p:cNvPr>
          <p:cNvSpPr txBox="1">
            <a:spLocks/>
          </p:cNvSpPr>
          <p:nvPr/>
        </p:nvSpPr>
        <p:spPr>
          <a:xfrm>
            <a:off x="4358910" y="2766218"/>
            <a:ext cx="6023118" cy="1325563"/>
          </a:xfrm>
          <a:prstGeom prst="rect">
            <a:avLst/>
          </a:prstGeom>
          <a:no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000">
                <a:latin typeface="Copperplate Gothic Light"/>
                <a:cs typeface="Times New Roman"/>
              </a:rPr>
              <a:t>Labels</a:t>
            </a:r>
          </a:p>
        </p:txBody>
      </p:sp>
    </p:spTree>
    <p:extLst>
      <p:ext uri="{BB962C8B-B14F-4D97-AF65-F5344CB8AC3E}">
        <p14:creationId xmlns:p14="http://schemas.microsoft.com/office/powerpoint/2010/main" val="650675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F6CE6-98C3-05D9-59A1-C6E77704294D}"/>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4567DD0A-9F49-C0A7-6816-A74EBD27E6A0}"/>
              </a:ext>
            </a:extLst>
          </p:cNvPr>
          <p:cNvSpPr/>
          <p:nvPr/>
        </p:nvSpPr>
        <p:spPr>
          <a:xfrm>
            <a:off x="157071" y="0"/>
            <a:ext cx="1222247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4" name="Content Placeholder 2">
            <a:extLst>
              <a:ext uri="{FF2B5EF4-FFF2-40B4-BE49-F238E27FC236}">
                <a16:creationId xmlns:a16="http://schemas.microsoft.com/office/drawing/2014/main" id="{600949B5-43A7-2E5B-C43D-9E320A93FEC6}"/>
              </a:ext>
            </a:extLst>
          </p:cNvPr>
          <p:cNvSpPr txBox="1">
            <a:spLocks/>
          </p:cNvSpPr>
          <p:nvPr/>
        </p:nvSpPr>
        <p:spPr>
          <a:xfrm>
            <a:off x="558730" y="896249"/>
            <a:ext cx="10958471" cy="2258302"/>
          </a:xfrm>
          <a:prstGeom prst="rect">
            <a:avLst/>
          </a:prstGeom>
          <a:noFill/>
          <a:ln>
            <a:no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latin typeface="Aldhabi"/>
                <a:cs typeface="Aldhabi"/>
              </a:rPr>
              <a:t>Combined</a:t>
            </a:r>
          </a:p>
          <a:p>
            <a:pPr marL="457200" indent="-457200">
              <a:buFont typeface="Wingdings" panose="020B0604020202020204" pitchFamily="34" charset="0"/>
              <a:buChar char="v"/>
            </a:pPr>
            <a:r>
              <a:rPr lang="en-US" sz="2200">
                <a:latin typeface="Aldhabi"/>
                <a:cs typeface="Aldhabi"/>
              </a:rPr>
              <a:t>Original crop labels from the USDA Cropland Data Layer (CDL)</a:t>
            </a:r>
          </a:p>
          <a:p>
            <a:pPr marL="457200" indent="-457200">
              <a:buFont typeface="Wingdings" panose="020B0604020202020204" pitchFamily="34" charset="0"/>
              <a:buChar char="v"/>
            </a:pPr>
            <a:r>
              <a:rPr lang="en-US" sz="2200">
                <a:latin typeface="Aldhabi"/>
                <a:cs typeface="Aldhabi"/>
              </a:rPr>
              <a:t>Every pixel is assigned a crop class (e.g., class 1 = corn, class 100 = unknown pixels)</a:t>
            </a:r>
          </a:p>
          <a:p>
            <a:pPr marL="457200" indent="-457200">
              <a:buFont typeface="Wingdings" panose="020B0604020202020204" pitchFamily="34" charset="0"/>
              <a:buChar char="v"/>
            </a:pPr>
            <a:r>
              <a:rPr lang="en-US" sz="2200">
                <a:latin typeface="Aldhabi"/>
                <a:cs typeface="Aldhabi"/>
              </a:rPr>
              <a:t>Includes field boundaries, where neighboring crops meet</a:t>
            </a:r>
          </a:p>
          <a:p>
            <a:pPr marL="457200" indent="-457200">
              <a:buFont typeface="Wingdings" panose="020B0604020202020204" pitchFamily="34" charset="0"/>
              <a:buChar char="v"/>
            </a:pPr>
            <a:r>
              <a:rPr lang="en-US" sz="2200">
                <a:latin typeface="Aldhabi"/>
                <a:cs typeface="Aldhabi"/>
              </a:rPr>
              <a:t>Contains approximately 200 crop classes, later reduced to 30 major classes for the purpose of this project</a:t>
            </a:r>
          </a:p>
        </p:txBody>
      </p:sp>
      <p:sp>
        <p:nvSpPr>
          <p:cNvPr id="16" name="Content Placeholder 3">
            <a:extLst>
              <a:ext uri="{FF2B5EF4-FFF2-40B4-BE49-F238E27FC236}">
                <a16:creationId xmlns:a16="http://schemas.microsoft.com/office/drawing/2014/main" id="{12A7F23F-2C6C-49D6-B36E-1F041D07D6A3}"/>
              </a:ext>
            </a:extLst>
          </p:cNvPr>
          <p:cNvSpPr txBox="1">
            <a:spLocks/>
          </p:cNvSpPr>
          <p:nvPr/>
        </p:nvSpPr>
        <p:spPr>
          <a:xfrm>
            <a:off x="558730" y="3981343"/>
            <a:ext cx="9818728" cy="226072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latin typeface="Aldhabi"/>
                <a:cs typeface="Aldhabi"/>
              </a:rPr>
              <a:t>Eroded</a:t>
            </a:r>
            <a:endParaRPr lang="en-US" b="1"/>
          </a:p>
          <a:p>
            <a:pPr marL="457200" indent="-457200">
              <a:buFont typeface="Wingdings" panose="020B0604020202020204" pitchFamily="34" charset="0"/>
              <a:buChar char="v"/>
            </a:pPr>
            <a:r>
              <a:rPr lang="en-US" sz="2200">
                <a:latin typeface="Aldhabi"/>
                <a:cs typeface="Aldhabi"/>
              </a:rPr>
              <a:t>Removes pixels along field boundaries</a:t>
            </a:r>
          </a:p>
          <a:p>
            <a:pPr marL="457200" indent="-457200">
              <a:buFont typeface="Wingdings" panose="020B0604020202020204" pitchFamily="34" charset="0"/>
              <a:buChar char="v"/>
            </a:pPr>
            <a:r>
              <a:rPr lang="en-US" sz="2200">
                <a:latin typeface="Aldhabi"/>
                <a:cs typeface="Aldhabi"/>
              </a:rPr>
              <a:t>Keeps only the interior of each crop field</a:t>
            </a:r>
          </a:p>
          <a:p>
            <a:pPr marL="457200" indent="-457200">
              <a:buFont typeface="Wingdings" panose="020B0604020202020204" pitchFamily="34" charset="0"/>
              <a:buChar char="v"/>
            </a:pPr>
            <a:r>
              <a:rPr lang="en-US" sz="2200">
                <a:latin typeface="Aldhabi"/>
                <a:cs typeface="Aldhabi"/>
              </a:rPr>
              <a:t>Reduces ambiguous/mixed pixels</a:t>
            </a:r>
          </a:p>
          <a:p>
            <a:pPr marL="457200" indent="-457200">
              <a:buFont typeface="Wingdings" panose="020B0604020202020204" pitchFamily="34" charset="0"/>
              <a:buChar char="v"/>
            </a:pPr>
            <a:r>
              <a:rPr lang="en-US" sz="2200">
                <a:latin typeface="Aldhabi"/>
                <a:cs typeface="Aldhabi"/>
              </a:rPr>
              <a:t>Produces cleaner labels for training</a:t>
            </a:r>
          </a:p>
        </p:txBody>
      </p:sp>
      <p:cxnSp>
        <p:nvCxnSpPr>
          <p:cNvPr id="17" name="Straight Arrow Connector 4">
            <a:extLst>
              <a:ext uri="{FF2B5EF4-FFF2-40B4-BE49-F238E27FC236}">
                <a16:creationId xmlns:a16="http://schemas.microsoft.com/office/drawing/2014/main" id="{E7B19FCB-0829-9BED-BB47-910CE4F85951}"/>
              </a:ext>
            </a:extLst>
          </p:cNvPr>
          <p:cNvCxnSpPr/>
          <p:nvPr/>
        </p:nvCxnSpPr>
        <p:spPr>
          <a:xfrm flipH="1" flipV="1">
            <a:off x="558730" y="3549145"/>
            <a:ext cx="9455783" cy="5134"/>
          </a:xfrm>
          <a:prstGeom prst="straightConnector1">
            <a:avLst/>
          </a:prstGeom>
          <a:ln>
            <a:solidFill>
              <a:schemeClr val="tx1"/>
            </a:solidFill>
          </a:ln>
        </p:spPr>
        <p:style>
          <a:lnRef idx="1">
            <a:schemeClr val="accent2"/>
          </a:lnRef>
          <a:fillRef idx="0">
            <a:schemeClr val="accent2"/>
          </a:fillRef>
          <a:effectRef idx="0">
            <a:schemeClr val="accent2"/>
          </a:effectRef>
          <a:fontRef idx="minor">
            <a:schemeClr val="tx1"/>
          </a:fontRef>
        </p:style>
      </p:cxnSp>
      <p:sp>
        <p:nvSpPr>
          <p:cNvPr id="5" name="灯片编号占位符 4">
            <a:extLst>
              <a:ext uri="{FF2B5EF4-FFF2-40B4-BE49-F238E27FC236}">
                <a16:creationId xmlns:a16="http://schemas.microsoft.com/office/drawing/2014/main" id="{35AE2C9D-42B7-B7C5-BFA5-16A7F552DBA8}"/>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15</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32503958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857E6-B0B2-09D7-A23E-A05FC0ED108A}"/>
            </a:ext>
          </a:extLst>
        </p:cNvPr>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68BD5E0F-0FB7-D2B0-B9B2-1644A33364FF}"/>
              </a:ext>
            </a:extLst>
          </p:cNvPr>
          <p:cNvPicPr>
            <a:picLocks noChangeAspect="1"/>
          </p:cNvPicPr>
          <p:nvPr/>
        </p:nvPicPr>
        <p:blipFill>
          <a:blip r:embed="rId3"/>
          <a:srcRect t="628" r="275"/>
          <a:stretch>
            <a:fillRect/>
          </a:stretch>
        </p:blipFill>
        <p:spPr>
          <a:xfrm>
            <a:off x="943558" y="1611207"/>
            <a:ext cx="4572404" cy="4032696"/>
          </a:xfrm>
          <a:prstGeom prst="rect">
            <a:avLst/>
          </a:prstGeom>
          <a:ln w="76200">
            <a:noFill/>
          </a:ln>
        </p:spPr>
      </p:pic>
      <p:pic>
        <p:nvPicPr>
          <p:cNvPr id="3" name="Content Placeholder 5">
            <a:extLst>
              <a:ext uri="{FF2B5EF4-FFF2-40B4-BE49-F238E27FC236}">
                <a16:creationId xmlns:a16="http://schemas.microsoft.com/office/drawing/2014/main" id="{4FF542CD-872A-C894-A597-7029337F0C10}"/>
              </a:ext>
            </a:extLst>
          </p:cNvPr>
          <p:cNvPicPr>
            <a:picLocks noChangeAspect="1"/>
          </p:cNvPicPr>
          <p:nvPr/>
        </p:nvPicPr>
        <p:blipFill>
          <a:blip r:embed="rId4"/>
          <a:stretch>
            <a:fillRect/>
          </a:stretch>
        </p:blipFill>
        <p:spPr>
          <a:xfrm>
            <a:off x="6324398" y="1598230"/>
            <a:ext cx="4572404" cy="4045673"/>
          </a:xfrm>
          <a:prstGeom prst="rect">
            <a:avLst/>
          </a:prstGeom>
          <a:ln w="88900">
            <a:noFill/>
          </a:ln>
        </p:spPr>
      </p:pic>
      <p:sp>
        <p:nvSpPr>
          <p:cNvPr id="4" name="Title 1">
            <a:extLst>
              <a:ext uri="{FF2B5EF4-FFF2-40B4-BE49-F238E27FC236}">
                <a16:creationId xmlns:a16="http://schemas.microsoft.com/office/drawing/2014/main" id="{B0240658-0BEA-0DF9-43D1-43E77813456D}"/>
              </a:ext>
            </a:extLst>
          </p:cNvPr>
          <p:cNvSpPr txBox="1">
            <a:spLocks/>
          </p:cNvSpPr>
          <p:nvPr/>
        </p:nvSpPr>
        <p:spPr>
          <a:xfrm>
            <a:off x="2354384" y="382770"/>
            <a:ext cx="11795916"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Combined</a:t>
            </a:r>
            <a:r>
              <a:rPr lang="en-US">
                <a:latin typeface="Copperplate Gothic Light"/>
                <a:cs typeface="Aldhabi"/>
              </a:rPr>
              <a:t> vs </a:t>
            </a:r>
            <a:r>
              <a:rPr lang="en-US">
                <a:ln w="22225">
                  <a:noFill/>
                </a:ln>
                <a:latin typeface="Copperplate Gothic Light"/>
                <a:cs typeface="Aldhabi"/>
              </a:rPr>
              <a:t>Eroded</a:t>
            </a:r>
            <a:r>
              <a:rPr lang="en-US">
                <a:latin typeface="Copperplate Gothic Light"/>
                <a:cs typeface="Aldhabi"/>
              </a:rPr>
              <a:t> </a:t>
            </a:r>
            <a:r>
              <a:rPr lang="en-US">
                <a:ln w="22225">
                  <a:noFill/>
                </a:ln>
                <a:latin typeface="Copperplate Gothic Light"/>
                <a:cs typeface="Aldhabi"/>
              </a:rPr>
              <a:t>Labels</a:t>
            </a:r>
          </a:p>
        </p:txBody>
      </p:sp>
      <p:sp>
        <p:nvSpPr>
          <p:cNvPr id="5" name="灯片编号占位符 4">
            <a:extLst>
              <a:ext uri="{FF2B5EF4-FFF2-40B4-BE49-F238E27FC236}">
                <a16:creationId xmlns:a16="http://schemas.microsoft.com/office/drawing/2014/main" id="{A928329E-7DC7-8408-9C42-DFD790A02459}"/>
              </a:ext>
            </a:extLst>
          </p:cNvPr>
          <p:cNvSpPr>
            <a:spLocks noGrp="1"/>
          </p:cNvSpPr>
          <p:nvPr>
            <p:ph type="sldNum" sz="quarter" idx="12"/>
          </p:nvPr>
        </p:nvSpPr>
        <p:spPr/>
        <p:txBody>
          <a:bodyPr/>
          <a:lstStyle/>
          <a:p>
            <a:r>
              <a:rPr lang="en-US">
                <a:latin typeface="Abadi MT Condensed Light"/>
              </a:rPr>
              <a:t>16</a:t>
            </a:r>
            <a:endParaRPr lang="zh-CN"/>
          </a:p>
        </p:txBody>
      </p:sp>
      <p:pic>
        <p:nvPicPr>
          <p:cNvPr id="7" name="Gráfico 6" descr="Magnifying glass contorno">
            <a:extLst>
              <a:ext uri="{FF2B5EF4-FFF2-40B4-BE49-F238E27FC236}">
                <a16:creationId xmlns:a16="http://schemas.microsoft.com/office/drawing/2014/main" id="{959968ED-2B2F-4E3F-2713-15819B551A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12034" y="1919314"/>
            <a:ext cx="1870166" cy="1870166"/>
          </a:xfrm>
          <a:prstGeom prst="rect">
            <a:avLst/>
          </a:prstGeom>
        </p:spPr>
      </p:pic>
      <p:sp>
        <p:nvSpPr>
          <p:cNvPr id="6" name="TextBox 6">
            <a:extLst>
              <a:ext uri="{FF2B5EF4-FFF2-40B4-BE49-F238E27FC236}">
                <a16:creationId xmlns:a16="http://schemas.microsoft.com/office/drawing/2014/main" id="{0EB55D9F-4D6C-33BE-B967-2A6F5922F5DD}"/>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172891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45EFF-699C-3677-56ED-B25B6BC06C54}"/>
            </a:ext>
          </a:extLst>
        </p:cNvPr>
        <p:cNvGrpSpPr/>
        <p:nvPr/>
      </p:nvGrpSpPr>
      <p:grpSpPr>
        <a:xfrm>
          <a:off x="0" y="0"/>
          <a:ext cx="0" cy="0"/>
          <a:chOff x="0" y="0"/>
          <a:chExt cx="0" cy="0"/>
        </a:xfrm>
      </p:grpSpPr>
      <p:sp>
        <p:nvSpPr>
          <p:cNvPr id="15" name="Forma libre 14">
            <a:extLst>
              <a:ext uri="{FF2B5EF4-FFF2-40B4-BE49-F238E27FC236}">
                <a16:creationId xmlns:a16="http://schemas.microsoft.com/office/drawing/2014/main" id="{70F2A1DC-23CF-8305-3EB6-C5BC227BB83B}"/>
              </a:ext>
            </a:extLst>
          </p:cNvPr>
          <p:cNvSpPr/>
          <p:nvPr/>
        </p:nvSpPr>
        <p:spPr>
          <a:xfrm>
            <a:off x="4392653" y="3798272"/>
            <a:ext cx="1941349" cy="1562953"/>
          </a:xfrm>
          <a:custGeom>
            <a:avLst/>
            <a:gdLst>
              <a:gd name="csX0" fmla="*/ 469927 w 1941349"/>
              <a:gd name="csY0" fmla="*/ 0 h 1562953"/>
              <a:gd name="csX1" fmla="*/ 1941349 w 1941349"/>
              <a:gd name="csY1" fmla="*/ 0 h 1562953"/>
              <a:gd name="csX2" fmla="*/ 1930827 w 1941349"/>
              <a:gd name="csY2" fmla="*/ 65595 h 1562953"/>
              <a:gd name="csX3" fmla="*/ 0 w 1941349"/>
              <a:gd name="csY3" fmla="*/ 1562953 h 1562953"/>
              <a:gd name="csX4" fmla="*/ 0 w 1941349"/>
              <a:gd name="csY4" fmla="*/ 469927 h 1562953"/>
              <a:gd name="csX5" fmla="*/ 469927 w 1941349"/>
              <a:gd name="csY5" fmla="*/ 0 h 1562953"/>
            </a:gdLst>
            <a:ahLst/>
            <a:cxnLst>
              <a:cxn ang="0">
                <a:pos x="csX0" y="csY0"/>
              </a:cxn>
              <a:cxn ang="0">
                <a:pos x="csX1" y="csY1"/>
              </a:cxn>
              <a:cxn ang="0">
                <a:pos x="csX2" y="csY2"/>
              </a:cxn>
              <a:cxn ang="0">
                <a:pos x="csX3" y="csY3"/>
              </a:cxn>
              <a:cxn ang="0">
                <a:pos x="csX4" y="csY4"/>
              </a:cxn>
              <a:cxn ang="0">
                <a:pos x="csX5" y="csY5"/>
              </a:cxn>
            </a:cxnLst>
            <a:rect l="l" t="t" r="r" b="b"/>
            <a:pathLst>
              <a:path w="1941349" h="1562953">
                <a:moveTo>
                  <a:pt x="469927" y="0"/>
                </a:moveTo>
                <a:lnTo>
                  <a:pt x="1941349" y="0"/>
                </a:lnTo>
                <a:lnTo>
                  <a:pt x="1930827" y="65595"/>
                </a:lnTo>
                <a:cubicBezTo>
                  <a:pt x="1747051" y="920136"/>
                  <a:pt x="952420" y="1562953"/>
                  <a:pt x="0" y="1562953"/>
                </a:cubicBezTo>
                <a:lnTo>
                  <a:pt x="0" y="469927"/>
                </a:lnTo>
                <a:cubicBezTo>
                  <a:pt x="0" y="210393"/>
                  <a:pt x="210393" y="0"/>
                  <a:pt x="469927" y="0"/>
                </a:cubicBezTo>
                <a:close/>
              </a:path>
            </a:pathLst>
          </a:cu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US"/>
          </a:p>
        </p:txBody>
      </p:sp>
      <p:pic>
        <p:nvPicPr>
          <p:cNvPr id="24" name="Picture 5">
            <a:extLst>
              <a:ext uri="{FF2B5EF4-FFF2-40B4-BE49-F238E27FC236}">
                <a16:creationId xmlns:a16="http://schemas.microsoft.com/office/drawing/2014/main" id="{1E56A183-23E4-C159-598D-6DA41A97F3B5}"/>
              </a:ext>
            </a:extLst>
          </p:cNvPr>
          <p:cNvPicPr>
            <a:picLocks noChangeAspect="1"/>
          </p:cNvPicPr>
          <p:nvPr/>
        </p:nvPicPr>
        <p:blipFill>
          <a:blip r:embed="rId3"/>
          <a:stretch>
            <a:fillRect/>
          </a:stretch>
        </p:blipFill>
        <p:spPr>
          <a:xfrm>
            <a:off x="1407708" y="1669156"/>
            <a:ext cx="9559460" cy="3864450"/>
          </a:xfrm>
          <a:prstGeom prst="rect">
            <a:avLst/>
          </a:prstGeom>
          <a:ln w="76200">
            <a:solidFill>
              <a:schemeClr val="bg1">
                <a:lumMod val="50000"/>
                <a:lumOff val="50000"/>
              </a:schemeClr>
            </a:solidFill>
          </a:ln>
        </p:spPr>
      </p:pic>
      <p:sp>
        <p:nvSpPr>
          <p:cNvPr id="26" name="CuadroTexto 25">
            <a:extLst>
              <a:ext uri="{FF2B5EF4-FFF2-40B4-BE49-F238E27FC236}">
                <a16:creationId xmlns:a16="http://schemas.microsoft.com/office/drawing/2014/main" id="{2C22420B-0DD3-FE67-565A-4ED05CDDE847}"/>
              </a:ext>
            </a:extLst>
          </p:cNvPr>
          <p:cNvSpPr txBox="1"/>
          <p:nvPr/>
        </p:nvSpPr>
        <p:spPr>
          <a:xfrm>
            <a:off x="0" y="6519446"/>
            <a:ext cx="3941736"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latin typeface="Aldhabi"/>
                <a:cs typeface="Aldhabi"/>
                <a:hlinkClick r:id="rId4"/>
              </a:rPr>
              <a:t>https://arxiv.org/pdf/2105.02963</a:t>
            </a:r>
            <a:r>
              <a:rPr lang="en-US" sz="2000">
                <a:latin typeface="Aldhabi"/>
                <a:cs typeface="Aldhabi"/>
              </a:rPr>
              <a:t> </a:t>
            </a:r>
          </a:p>
        </p:txBody>
      </p:sp>
      <p:sp>
        <p:nvSpPr>
          <p:cNvPr id="3" name="Title 1">
            <a:extLst>
              <a:ext uri="{FF2B5EF4-FFF2-40B4-BE49-F238E27FC236}">
                <a16:creationId xmlns:a16="http://schemas.microsoft.com/office/drawing/2014/main" id="{04E37FF8-1A52-7BF4-5DA3-25D7F6D8CAF0}"/>
              </a:ext>
            </a:extLst>
          </p:cNvPr>
          <p:cNvSpPr txBox="1">
            <a:spLocks/>
          </p:cNvSpPr>
          <p:nvPr/>
        </p:nvSpPr>
        <p:spPr>
          <a:xfrm>
            <a:off x="4014890" y="1076245"/>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latin typeface="Copperplate Gothic Light"/>
              </a:rPr>
              <a:t>STATT Model</a:t>
            </a:r>
          </a:p>
        </p:txBody>
      </p:sp>
      <p:sp>
        <p:nvSpPr>
          <p:cNvPr id="4" name="灯片编号占位符 2">
            <a:extLst>
              <a:ext uri="{FF2B5EF4-FFF2-40B4-BE49-F238E27FC236}">
                <a16:creationId xmlns:a16="http://schemas.microsoft.com/office/drawing/2014/main" id="{4E25E35B-61D2-A644-29DE-8F717D314AFC}"/>
              </a:ext>
            </a:extLst>
          </p:cNvPr>
          <p:cNvSpPr>
            <a:spLocks noGrp="1"/>
          </p:cNvSpPr>
          <p:nvPr>
            <p:ph type="sldNum" sz="quarter" idx="12"/>
          </p:nvPr>
        </p:nvSpPr>
        <p:spPr>
          <a:xfrm>
            <a:off x="8610600" y="6356350"/>
            <a:ext cx="2743200" cy="365125"/>
          </a:xfrm>
        </p:spPr>
        <p:txBody>
          <a:bodyPr/>
          <a:lstStyle/>
          <a:p>
            <a:fld id="{48F63A3B-78C7-47BE-AE5E-E10140E04643}" type="slidenum">
              <a:rPr lang="en-US" dirty="0">
                <a:latin typeface="Abadi MT Condensed Light" panose="020B0306030101010103" pitchFamily="34" charset="77"/>
              </a:rPr>
              <a:t>17</a:t>
            </a:fld>
            <a:endParaRPr lang="zh-CN" altLang="en-US">
              <a:latin typeface="Abadi MT Condensed Light" panose="020B0306030101010103" pitchFamily="34" charset="77"/>
            </a:endParaRPr>
          </a:p>
        </p:txBody>
      </p:sp>
      <p:sp>
        <p:nvSpPr>
          <p:cNvPr id="5" name="Title 1">
            <a:extLst>
              <a:ext uri="{FF2B5EF4-FFF2-40B4-BE49-F238E27FC236}">
                <a16:creationId xmlns:a16="http://schemas.microsoft.com/office/drawing/2014/main" id="{B587D2D6-32DE-7BCC-D5C5-3F6B7B2CA0B6}"/>
              </a:ext>
            </a:extLst>
          </p:cNvPr>
          <p:cNvSpPr txBox="1">
            <a:spLocks/>
          </p:cNvSpPr>
          <p:nvPr/>
        </p:nvSpPr>
        <p:spPr>
          <a:xfrm>
            <a:off x="3941736" y="392016"/>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spTree>
    <p:extLst>
      <p:ext uri="{BB962C8B-B14F-4D97-AF65-F5344CB8AC3E}">
        <p14:creationId xmlns:p14="http://schemas.microsoft.com/office/powerpoint/2010/main" val="3614569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5C2A4-9ED1-9769-5323-6BC1EA5EC5B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AA1E1A6-D885-00F1-5A2B-B0B8E6CAE45D}"/>
              </a:ext>
            </a:extLst>
          </p:cNvPr>
          <p:cNvPicPr>
            <a:picLocks noChangeAspect="1"/>
          </p:cNvPicPr>
          <p:nvPr/>
        </p:nvPicPr>
        <p:blipFill>
          <a:blip r:embed="rId3"/>
          <a:stretch>
            <a:fillRect/>
          </a:stretch>
        </p:blipFill>
        <p:spPr>
          <a:xfrm>
            <a:off x="1704361" y="1428732"/>
            <a:ext cx="8783276" cy="4820323"/>
          </a:xfrm>
          <a:prstGeom prst="rect">
            <a:avLst/>
          </a:prstGeom>
          <a:ln w="76200">
            <a:solidFill>
              <a:schemeClr val="bg1">
                <a:lumMod val="50000"/>
                <a:lumOff val="50000"/>
              </a:schemeClr>
            </a:solidFill>
          </a:ln>
        </p:spPr>
      </p:pic>
      <p:sp>
        <p:nvSpPr>
          <p:cNvPr id="7" name="CuadroTexto 25">
            <a:extLst>
              <a:ext uri="{FF2B5EF4-FFF2-40B4-BE49-F238E27FC236}">
                <a16:creationId xmlns:a16="http://schemas.microsoft.com/office/drawing/2014/main" id="{B553AE37-DC5B-4C31-8119-6A5D5B981AE6}"/>
              </a:ext>
            </a:extLst>
          </p:cNvPr>
          <p:cNvSpPr txBox="1"/>
          <p:nvPr/>
        </p:nvSpPr>
        <p:spPr>
          <a:xfrm>
            <a:off x="0" y="6519446"/>
            <a:ext cx="3941736"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latin typeface="Aldhabi"/>
                <a:cs typeface="Aldhabi"/>
                <a:hlinkClick r:id="rId4"/>
              </a:rPr>
              <a:t>https://arxiv.org/pdf/2105.02963</a:t>
            </a:r>
            <a:r>
              <a:rPr lang="en-US" sz="2000">
                <a:latin typeface="Aldhabi"/>
                <a:cs typeface="Aldhabi"/>
              </a:rPr>
              <a:t> </a:t>
            </a:r>
          </a:p>
        </p:txBody>
      </p:sp>
      <p:sp>
        <p:nvSpPr>
          <p:cNvPr id="4" name="灯片编号占位符 2">
            <a:extLst>
              <a:ext uri="{FF2B5EF4-FFF2-40B4-BE49-F238E27FC236}">
                <a16:creationId xmlns:a16="http://schemas.microsoft.com/office/drawing/2014/main" id="{57D7A29C-B050-A7BD-5D77-A922B74E94C9}"/>
              </a:ext>
            </a:extLst>
          </p:cNvPr>
          <p:cNvSpPr>
            <a:spLocks noGrp="1"/>
          </p:cNvSpPr>
          <p:nvPr>
            <p:ph type="sldNum" sz="quarter" idx="12"/>
          </p:nvPr>
        </p:nvSpPr>
        <p:spPr>
          <a:xfrm>
            <a:off x="8610600" y="6356350"/>
            <a:ext cx="2743200" cy="365125"/>
          </a:xfrm>
        </p:spPr>
        <p:txBody>
          <a:bodyPr/>
          <a:lstStyle/>
          <a:p>
            <a:fld id="{48F63A3B-78C7-47BE-AE5E-E10140E04643}" type="slidenum">
              <a:rPr lang="en-US" dirty="0">
                <a:latin typeface="Abadi MT Condensed Light" panose="020B0306030101010103" pitchFamily="34" charset="77"/>
              </a:rPr>
              <a:t>18</a:t>
            </a:fld>
            <a:endParaRPr lang="zh-CN" altLang="en-US">
              <a:latin typeface="Abadi MT Condensed Light" panose="020B0306030101010103" pitchFamily="34" charset="77"/>
            </a:endParaRPr>
          </a:p>
        </p:txBody>
      </p:sp>
      <p:sp>
        <p:nvSpPr>
          <p:cNvPr id="8" name="Title 1">
            <a:extLst>
              <a:ext uri="{FF2B5EF4-FFF2-40B4-BE49-F238E27FC236}">
                <a16:creationId xmlns:a16="http://schemas.microsoft.com/office/drawing/2014/main" id="{F7EBF7C4-BC19-4433-E98E-4A44BA7D4DA1}"/>
              </a:ext>
            </a:extLst>
          </p:cNvPr>
          <p:cNvSpPr txBox="1">
            <a:spLocks/>
          </p:cNvSpPr>
          <p:nvPr/>
        </p:nvSpPr>
        <p:spPr>
          <a:xfrm>
            <a:off x="4014890" y="866047"/>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latin typeface="Copperplate Gothic Light"/>
              </a:rPr>
              <a:t>WSTATT Model</a:t>
            </a:r>
          </a:p>
        </p:txBody>
      </p:sp>
      <p:sp>
        <p:nvSpPr>
          <p:cNvPr id="9" name="Title 1">
            <a:extLst>
              <a:ext uri="{FF2B5EF4-FFF2-40B4-BE49-F238E27FC236}">
                <a16:creationId xmlns:a16="http://schemas.microsoft.com/office/drawing/2014/main" id="{68182112-571B-D390-73CE-4BB48A758779}"/>
              </a:ext>
            </a:extLst>
          </p:cNvPr>
          <p:cNvSpPr txBox="1">
            <a:spLocks/>
          </p:cNvSpPr>
          <p:nvPr/>
        </p:nvSpPr>
        <p:spPr>
          <a:xfrm>
            <a:off x="3941736" y="181818"/>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spTree>
    <p:extLst>
      <p:ext uri="{BB962C8B-B14F-4D97-AF65-F5344CB8AC3E}">
        <p14:creationId xmlns:p14="http://schemas.microsoft.com/office/powerpoint/2010/main" val="3699127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666B1-2A9E-6FA8-F375-C23310009F48}"/>
              </a:ext>
            </a:extLst>
          </p:cNvPr>
          <p:cNvSpPr txBox="1">
            <a:spLocks/>
          </p:cNvSpPr>
          <p:nvPr/>
        </p:nvSpPr>
        <p:spPr>
          <a:xfrm>
            <a:off x="4014891" y="591520"/>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grpSp>
        <p:nvGrpSpPr>
          <p:cNvPr id="30" name="Grupo 29">
            <a:extLst>
              <a:ext uri="{FF2B5EF4-FFF2-40B4-BE49-F238E27FC236}">
                <a16:creationId xmlns:a16="http://schemas.microsoft.com/office/drawing/2014/main" id="{03528E80-D5E9-5BB6-77FF-2EF84BBE6693}"/>
              </a:ext>
            </a:extLst>
          </p:cNvPr>
          <p:cNvGrpSpPr/>
          <p:nvPr/>
        </p:nvGrpSpPr>
        <p:grpSpPr>
          <a:xfrm>
            <a:off x="74712" y="1932747"/>
            <a:ext cx="9693839" cy="4290462"/>
            <a:chOff x="74712" y="1932747"/>
            <a:chExt cx="9693839" cy="4290462"/>
          </a:xfrm>
        </p:grpSpPr>
        <p:sp>
          <p:nvSpPr>
            <p:cNvPr id="5" name="TextBox 19">
              <a:extLst>
                <a:ext uri="{FF2B5EF4-FFF2-40B4-BE49-F238E27FC236}">
                  <a16:creationId xmlns:a16="http://schemas.microsoft.com/office/drawing/2014/main" id="{5FBCD6F8-769D-48AB-45DF-3C70E9EA9404}"/>
                </a:ext>
              </a:extLst>
            </p:cNvPr>
            <p:cNvSpPr txBox="1"/>
            <p:nvPr/>
          </p:nvSpPr>
          <p:spPr>
            <a:xfrm>
              <a:off x="4511037" y="1932747"/>
              <a:ext cx="3352801"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opperplate" panose="02000504000000020004" pitchFamily="2" charset="77"/>
                  <a:ea typeface="Calibri"/>
                  <a:cs typeface="Calibri"/>
                </a:rPr>
                <a:t>Satellite + Weather</a:t>
              </a:r>
            </a:p>
          </p:txBody>
        </p:sp>
        <p:pic>
          <p:nvPicPr>
            <p:cNvPr id="3" name="Content Placeholder 3">
              <a:extLst>
                <a:ext uri="{FF2B5EF4-FFF2-40B4-BE49-F238E27FC236}">
                  <a16:creationId xmlns:a16="http://schemas.microsoft.com/office/drawing/2014/main" id="{2E09EBE6-D748-DED5-5286-0AC7C1B7A520}"/>
                </a:ext>
              </a:extLst>
            </p:cNvPr>
            <p:cNvPicPr>
              <a:picLocks noChangeAspect="1"/>
            </p:cNvPicPr>
            <p:nvPr/>
          </p:nvPicPr>
          <p:blipFill>
            <a:blip r:embed="rId3"/>
            <a:stretch>
              <a:fillRect/>
            </a:stretch>
          </p:blipFill>
          <p:spPr>
            <a:xfrm>
              <a:off x="2484699" y="2554858"/>
              <a:ext cx="3454517" cy="2916091"/>
            </a:xfrm>
            <a:prstGeom prst="rect">
              <a:avLst/>
            </a:prstGeom>
          </p:spPr>
        </p:pic>
        <p:pic>
          <p:nvPicPr>
            <p:cNvPr id="4" name="Picture 4" descr="This is what the iPhone weather symbols mean | News Tech | Metro News">
              <a:extLst>
                <a:ext uri="{FF2B5EF4-FFF2-40B4-BE49-F238E27FC236}">
                  <a16:creationId xmlns:a16="http://schemas.microsoft.com/office/drawing/2014/main" id="{1290A629-3169-D80E-B9A6-10FEC863BE18}"/>
                </a:ext>
              </a:extLst>
            </p:cNvPr>
            <p:cNvPicPr>
              <a:picLocks noChangeAspect="1"/>
            </p:cNvPicPr>
            <p:nvPr/>
          </p:nvPicPr>
          <p:blipFill>
            <a:blip r:embed="rId4"/>
            <a:stretch>
              <a:fillRect/>
            </a:stretch>
          </p:blipFill>
          <p:spPr>
            <a:xfrm>
              <a:off x="5962996" y="2554858"/>
              <a:ext cx="3805555" cy="2912268"/>
            </a:xfrm>
            <a:prstGeom prst="rect">
              <a:avLst/>
            </a:prstGeom>
          </p:spPr>
        </p:pic>
        <p:sp>
          <p:nvSpPr>
            <p:cNvPr id="6" name="TextBox 21">
              <a:extLst>
                <a:ext uri="{FF2B5EF4-FFF2-40B4-BE49-F238E27FC236}">
                  <a16:creationId xmlns:a16="http://schemas.microsoft.com/office/drawing/2014/main" id="{081A5D66-81C8-D301-93CB-7296336D7151}"/>
                </a:ext>
              </a:extLst>
            </p:cNvPr>
            <p:cNvSpPr txBox="1"/>
            <p:nvPr/>
          </p:nvSpPr>
          <p:spPr>
            <a:xfrm>
              <a:off x="2406131" y="546712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FFFF"/>
                  </a:solidFill>
                  <a:latin typeface="Aldhabi"/>
                  <a:cs typeface="Aldhabi"/>
                </a:rPr>
                <a:t>Jupyter Notebook</a:t>
              </a:r>
              <a:endParaRPr lang="en-US" sz="2000">
                <a:latin typeface="Aldhabi"/>
                <a:cs typeface="Aldhabi"/>
              </a:endParaRPr>
            </a:p>
            <a:p>
              <a:pPr algn="ctr"/>
              <a:endParaRPr lang="en-US"/>
            </a:p>
          </p:txBody>
        </p:sp>
        <p:sp>
          <p:nvSpPr>
            <p:cNvPr id="11" name="TextBox 18">
              <a:extLst>
                <a:ext uri="{FF2B5EF4-FFF2-40B4-BE49-F238E27FC236}">
                  <a16:creationId xmlns:a16="http://schemas.microsoft.com/office/drawing/2014/main" id="{4426C082-4C16-544E-2788-608B4C336580}"/>
                </a:ext>
              </a:extLst>
            </p:cNvPr>
            <p:cNvSpPr txBox="1"/>
            <p:nvPr/>
          </p:nvSpPr>
          <p:spPr>
            <a:xfrm>
              <a:off x="74712" y="5853877"/>
              <a:ext cx="48199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p>
          </p:txBody>
        </p:sp>
      </p:grpSp>
      <p:sp>
        <p:nvSpPr>
          <p:cNvPr id="24" name="Elipse 23">
            <a:extLst>
              <a:ext uri="{FF2B5EF4-FFF2-40B4-BE49-F238E27FC236}">
                <a16:creationId xmlns:a16="http://schemas.microsoft.com/office/drawing/2014/main" id="{4A1111E0-B0BD-C9EC-84D2-7A0EB5F2E809}"/>
              </a:ext>
            </a:extLst>
          </p:cNvPr>
          <p:cNvSpPr/>
          <p:nvPr/>
        </p:nvSpPr>
        <p:spPr>
          <a:xfrm>
            <a:off x="5935439" y="1571987"/>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cxnSp>
        <p:nvCxnSpPr>
          <p:cNvPr id="26" name="Conector recto 25">
            <a:extLst>
              <a:ext uri="{FF2B5EF4-FFF2-40B4-BE49-F238E27FC236}">
                <a16:creationId xmlns:a16="http://schemas.microsoft.com/office/drawing/2014/main" id="{15BF4836-E750-49A1-1CC5-9534BBC27B60}"/>
              </a:ext>
            </a:extLst>
          </p:cNvPr>
          <p:cNvCxnSpPr>
            <a:cxnSpLocks/>
          </p:cNvCxnSpPr>
          <p:nvPr/>
        </p:nvCxnSpPr>
        <p:spPr>
          <a:xfrm>
            <a:off x="6187438" y="1703671"/>
            <a:ext cx="1321644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Elipse 27">
            <a:extLst>
              <a:ext uri="{FF2B5EF4-FFF2-40B4-BE49-F238E27FC236}">
                <a16:creationId xmlns:a16="http://schemas.microsoft.com/office/drawing/2014/main" id="{8669E109-8D0B-FE2D-98FB-680E7CCD272E}"/>
              </a:ext>
            </a:extLst>
          </p:cNvPr>
          <p:cNvSpPr/>
          <p:nvPr/>
        </p:nvSpPr>
        <p:spPr>
          <a:xfrm>
            <a:off x="16187965" y="1540831"/>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7" name="灯片编号占位符 6">
            <a:extLst>
              <a:ext uri="{FF2B5EF4-FFF2-40B4-BE49-F238E27FC236}">
                <a16:creationId xmlns:a16="http://schemas.microsoft.com/office/drawing/2014/main" id="{36C69C0E-C008-5AED-FF31-6EF61EB64140}"/>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19</a:t>
            </a:fld>
            <a:endParaRPr lang="zh-CN" altLang="en-US">
              <a:latin typeface="Abadi MT Condensed Light" panose="020B0306030101010103" pitchFamily="34" charset="77"/>
            </a:endParaRPr>
          </a:p>
        </p:txBody>
      </p:sp>
      <p:sp>
        <p:nvSpPr>
          <p:cNvPr id="9" name="CuadroTexto 25">
            <a:extLst>
              <a:ext uri="{FF2B5EF4-FFF2-40B4-BE49-F238E27FC236}">
                <a16:creationId xmlns:a16="http://schemas.microsoft.com/office/drawing/2014/main" id="{0E0658BB-861E-E988-D993-2ABAE2F0ACAB}"/>
              </a:ext>
            </a:extLst>
          </p:cNvPr>
          <p:cNvSpPr txBox="1"/>
          <p:nvPr/>
        </p:nvSpPr>
        <p:spPr>
          <a:xfrm>
            <a:off x="-1" y="6519446"/>
            <a:ext cx="6741763"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latin typeface="Aldhabi"/>
                <a:cs typeface="Aldhabi"/>
                <a:hlinkClick r:id="rId5"/>
              </a:rPr>
              <a:t>https://metro.co.uk/2018/02/26/iphone-weather-symbols-mean-7343734/</a:t>
            </a:r>
            <a:r>
              <a:rPr lang="en-US" sz="2000">
                <a:latin typeface="Aldhabi"/>
                <a:cs typeface="Aldhabi"/>
              </a:rPr>
              <a:t> </a:t>
            </a:r>
          </a:p>
        </p:txBody>
      </p:sp>
    </p:spTree>
    <p:extLst>
      <p:ext uri="{BB962C8B-B14F-4D97-AF65-F5344CB8AC3E}">
        <p14:creationId xmlns:p14="http://schemas.microsoft.com/office/powerpoint/2010/main" val="2013903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F2783-3C11-5367-C11E-CE109EDD3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40CBA-CA03-006D-0027-2804288FE173}"/>
              </a:ext>
            </a:extLst>
          </p:cNvPr>
          <p:cNvSpPr txBox="1">
            <a:spLocks/>
          </p:cNvSpPr>
          <p:nvPr/>
        </p:nvSpPr>
        <p:spPr>
          <a:xfrm>
            <a:off x="4014891" y="591520"/>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sp>
        <p:nvSpPr>
          <p:cNvPr id="20" name="TextBox 19">
            <a:extLst>
              <a:ext uri="{FF2B5EF4-FFF2-40B4-BE49-F238E27FC236}">
                <a16:creationId xmlns:a16="http://schemas.microsoft.com/office/drawing/2014/main" id="{D2F0E6D1-0060-9DF1-F589-8294F99D05DA}"/>
              </a:ext>
            </a:extLst>
          </p:cNvPr>
          <p:cNvSpPr txBox="1"/>
          <p:nvPr/>
        </p:nvSpPr>
        <p:spPr>
          <a:xfrm>
            <a:off x="4318676" y="1835584"/>
            <a:ext cx="360910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opperplate Gothic Light"/>
                <a:ea typeface="Calibri"/>
                <a:cs typeface="Calibri"/>
              </a:rPr>
              <a:t>U-Net Encoder/Decoder</a:t>
            </a:r>
          </a:p>
        </p:txBody>
      </p:sp>
      <p:sp>
        <p:nvSpPr>
          <p:cNvPr id="24" name="Elipse 23">
            <a:extLst>
              <a:ext uri="{FF2B5EF4-FFF2-40B4-BE49-F238E27FC236}">
                <a16:creationId xmlns:a16="http://schemas.microsoft.com/office/drawing/2014/main" id="{3BDD9F96-64F2-C024-94A7-B51967F91CCE}"/>
              </a:ext>
            </a:extLst>
          </p:cNvPr>
          <p:cNvSpPr/>
          <p:nvPr/>
        </p:nvSpPr>
        <p:spPr>
          <a:xfrm>
            <a:off x="-4148408" y="1599253"/>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cxnSp>
        <p:nvCxnSpPr>
          <p:cNvPr id="26" name="Conector recto 25">
            <a:extLst>
              <a:ext uri="{FF2B5EF4-FFF2-40B4-BE49-F238E27FC236}">
                <a16:creationId xmlns:a16="http://schemas.microsoft.com/office/drawing/2014/main" id="{08F47BBA-7BA8-3B06-B9B4-9C4288E13B7F}"/>
              </a:ext>
            </a:extLst>
          </p:cNvPr>
          <p:cNvCxnSpPr>
            <a:cxnSpLocks/>
          </p:cNvCxnSpPr>
          <p:nvPr/>
        </p:nvCxnSpPr>
        <p:spPr>
          <a:xfrm flipV="1">
            <a:off x="-3896409" y="1671670"/>
            <a:ext cx="20640089" cy="5926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Elipse 27">
            <a:extLst>
              <a:ext uri="{FF2B5EF4-FFF2-40B4-BE49-F238E27FC236}">
                <a16:creationId xmlns:a16="http://schemas.microsoft.com/office/drawing/2014/main" id="{C52F35DE-F11E-D613-4D90-0568EA49157B}"/>
              </a:ext>
            </a:extLst>
          </p:cNvPr>
          <p:cNvSpPr/>
          <p:nvPr/>
        </p:nvSpPr>
        <p:spPr>
          <a:xfrm>
            <a:off x="5997230" y="1580579"/>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4" name="Elipse 13">
            <a:extLst>
              <a:ext uri="{FF2B5EF4-FFF2-40B4-BE49-F238E27FC236}">
                <a16:creationId xmlns:a16="http://schemas.microsoft.com/office/drawing/2014/main" id="{124E16A8-678B-43C9-C703-1C40D78D2A07}"/>
              </a:ext>
            </a:extLst>
          </p:cNvPr>
          <p:cNvSpPr/>
          <p:nvPr/>
        </p:nvSpPr>
        <p:spPr>
          <a:xfrm>
            <a:off x="16382799" y="1538040"/>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灯片编号占位符 2">
            <a:extLst>
              <a:ext uri="{FF2B5EF4-FFF2-40B4-BE49-F238E27FC236}">
                <a16:creationId xmlns:a16="http://schemas.microsoft.com/office/drawing/2014/main" id="{673417C0-5674-D951-E493-2745C3B0B030}"/>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20</a:t>
            </a:fld>
            <a:endParaRPr lang="zh-CN" altLang="en-US">
              <a:latin typeface="Abadi MT Condensed Light" panose="020B0306030101010103" pitchFamily="34" charset="77"/>
            </a:endParaRPr>
          </a:p>
        </p:txBody>
      </p:sp>
      <p:pic>
        <p:nvPicPr>
          <p:cNvPr id="6" name="Picture 6">
            <a:extLst>
              <a:ext uri="{FF2B5EF4-FFF2-40B4-BE49-F238E27FC236}">
                <a16:creationId xmlns:a16="http://schemas.microsoft.com/office/drawing/2014/main" id="{477E4F13-B47C-F4AB-3B94-24CF687F90E0}"/>
              </a:ext>
            </a:extLst>
          </p:cNvPr>
          <p:cNvPicPr>
            <a:picLocks noChangeAspect="1"/>
          </p:cNvPicPr>
          <p:nvPr/>
        </p:nvPicPr>
        <p:blipFill>
          <a:blip r:embed="rId3"/>
          <a:stretch>
            <a:fillRect/>
          </a:stretch>
        </p:blipFill>
        <p:spPr>
          <a:xfrm>
            <a:off x="3515936" y="2495696"/>
            <a:ext cx="5176363" cy="2940615"/>
          </a:xfrm>
          <a:prstGeom prst="rect">
            <a:avLst/>
          </a:prstGeom>
        </p:spPr>
      </p:pic>
      <p:sp>
        <p:nvSpPr>
          <p:cNvPr id="9" name="CuadroTexto 8">
            <a:extLst>
              <a:ext uri="{FF2B5EF4-FFF2-40B4-BE49-F238E27FC236}">
                <a16:creationId xmlns:a16="http://schemas.microsoft.com/office/drawing/2014/main" id="{480B65E0-4F76-45EA-63AF-31DAFE221304}"/>
              </a:ext>
            </a:extLst>
          </p:cNvPr>
          <p:cNvSpPr txBox="1"/>
          <p:nvPr/>
        </p:nvSpPr>
        <p:spPr>
          <a:xfrm>
            <a:off x="8792406" y="2019458"/>
            <a:ext cx="3204131" cy="4758995"/>
          </a:xfrm>
          <a:prstGeom prst="rect">
            <a:avLst/>
          </a:prstGeom>
          <a:noFill/>
          <a:ln w="19050">
            <a:solidFill>
              <a:schemeClr val="tx1"/>
            </a:solidFill>
          </a:ln>
        </p:spPr>
        <p:txBody>
          <a:bodyPr wrap="square" lIns="91440" tIns="45720" rIns="91440" bIns="45720" anchor="t">
            <a:spAutoFit/>
          </a:bodyPr>
          <a:lstStyle/>
          <a:p>
            <a:pPr marL="0" indent="0">
              <a:lnSpc>
                <a:spcPct val="150000"/>
              </a:lnSpc>
              <a:buNone/>
            </a:pPr>
            <a:r>
              <a:rPr lang="en-US" sz="2800">
                <a:latin typeface="Aldhabi" pitchFamily="2" charset="-78"/>
                <a:cs typeface="Aldhabi" pitchFamily="2" charset="-78"/>
              </a:rPr>
              <a:t>How it works:</a:t>
            </a:r>
          </a:p>
          <a:p>
            <a:pPr>
              <a:lnSpc>
                <a:spcPct val="150000"/>
              </a:lnSpc>
              <a:buFont typeface="Wingdings" pitchFamily="2" charset="2"/>
              <a:buChar char="v"/>
            </a:pPr>
            <a:r>
              <a:rPr lang="en-US" sz="2200" b="1">
                <a:latin typeface="Aldhabi"/>
                <a:cs typeface="Aldhabi"/>
              </a:rPr>
              <a:t>Convolutional layers</a:t>
            </a:r>
            <a:r>
              <a:rPr lang="en-US" sz="2200">
                <a:latin typeface="Aldhabi"/>
                <a:cs typeface="Aldhabi"/>
              </a:rPr>
              <a:t> followed by </a:t>
            </a:r>
            <a:r>
              <a:rPr lang="en-US" sz="2200" b="1">
                <a:latin typeface="Aldhabi"/>
                <a:cs typeface="Aldhabi"/>
              </a:rPr>
              <a:t>down-sampling</a:t>
            </a:r>
            <a:endParaRPr lang="en-US" sz="2200">
              <a:latin typeface="Aldhabi"/>
              <a:cs typeface="Aldhabi"/>
            </a:endParaRPr>
          </a:p>
          <a:p>
            <a:pPr>
              <a:lnSpc>
                <a:spcPct val="150000"/>
              </a:lnSpc>
              <a:buFont typeface="Wingdings" pitchFamily="2" charset="2"/>
              <a:buChar char="v"/>
            </a:pPr>
            <a:r>
              <a:rPr lang="en-US" sz="2200">
                <a:latin typeface="Aldhabi"/>
                <a:cs typeface="Aldhabi"/>
              </a:rPr>
              <a:t>Cross-Entropy Loss compares predicted class probabilities with the ground-truth labels during training.</a:t>
            </a:r>
          </a:p>
          <a:p>
            <a:pPr>
              <a:lnSpc>
                <a:spcPct val="150000"/>
              </a:lnSpc>
              <a:buFont typeface="Wingdings" pitchFamily="2" charset="2"/>
              <a:buChar char="v"/>
            </a:pPr>
            <a:r>
              <a:rPr lang="en-US" sz="2200">
                <a:latin typeface="Aldhabi"/>
                <a:cs typeface="Aldhabi"/>
              </a:rPr>
              <a:t>Gradually up-samples the feature maps back to the original image resolution</a:t>
            </a:r>
          </a:p>
        </p:txBody>
      </p:sp>
      <p:sp>
        <p:nvSpPr>
          <p:cNvPr id="15" name="Content Placeholder 2">
            <a:extLst>
              <a:ext uri="{FF2B5EF4-FFF2-40B4-BE49-F238E27FC236}">
                <a16:creationId xmlns:a16="http://schemas.microsoft.com/office/drawing/2014/main" id="{9FA7A18A-54C0-BE4A-FEF5-ED5751A16C9E}"/>
              </a:ext>
            </a:extLst>
          </p:cNvPr>
          <p:cNvSpPr txBox="1">
            <a:spLocks/>
          </p:cNvSpPr>
          <p:nvPr/>
        </p:nvSpPr>
        <p:spPr>
          <a:xfrm>
            <a:off x="195463" y="2019458"/>
            <a:ext cx="3203925" cy="4323395"/>
          </a:xfrm>
          <a:prstGeom prst="rect">
            <a:avLst/>
          </a:prstGeom>
          <a:noFill/>
          <a:ln w="19050">
            <a:solidFill>
              <a:schemeClr val="tx1"/>
            </a:solidFill>
          </a:ln>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3000">
                <a:latin typeface="Aldhabi" pitchFamily="2" charset="-78"/>
                <a:cs typeface="Aldhabi" pitchFamily="2" charset="-78"/>
              </a:rPr>
              <a:t>Purpose: </a:t>
            </a:r>
          </a:p>
          <a:p>
            <a:pPr>
              <a:lnSpc>
                <a:spcPct val="150000"/>
              </a:lnSpc>
              <a:buFont typeface="Wingdings" pitchFamily="2" charset="2"/>
              <a:buChar char="v"/>
            </a:pPr>
            <a:r>
              <a:rPr lang="en-US" sz="2400">
                <a:latin typeface="Aldhabi" pitchFamily="2" charset="-78"/>
                <a:cs typeface="Aldhabi" pitchFamily="2" charset="-78"/>
              </a:rPr>
              <a:t>Extracts </a:t>
            </a:r>
            <a:r>
              <a:rPr lang="en-US" sz="2400" b="1">
                <a:latin typeface="Aldhabi" pitchFamily="2" charset="-78"/>
                <a:cs typeface="Aldhabi" pitchFamily="2" charset="-78"/>
              </a:rPr>
              <a:t>spatial features</a:t>
            </a:r>
            <a:r>
              <a:rPr lang="en-US" sz="2400">
                <a:latin typeface="Aldhabi" pitchFamily="2" charset="-78"/>
                <a:cs typeface="Aldhabi" pitchFamily="2" charset="-78"/>
              </a:rPr>
              <a:t> from each satellite image &amp; </a:t>
            </a:r>
            <a:r>
              <a:rPr lang="en-US" sz="2400" b="1">
                <a:latin typeface="Aldhabi" pitchFamily="2" charset="-78"/>
                <a:cs typeface="Aldhabi" pitchFamily="2" charset="-78"/>
              </a:rPr>
              <a:t>learns patterns</a:t>
            </a:r>
            <a:r>
              <a:rPr lang="en-US" sz="2400">
                <a:latin typeface="Aldhabi" pitchFamily="2" charset="-78"/>
                <a:cs typeface="Aldhabi" pitchFamily="2" charset="-78"/>
              </a:rPr>
              <a:t> (field boundaries, crop textures, vegetation structures)</a:t>
            </a:r>
          </a:p>
          <a:p>
            <a:pPr>
              <a:lnSpc>
                <a:spcPct val="150000"/>
              </a:lnSpc>
              <a:buFont typeface="Wingdings" pitchFamily="2" charset="2"/>
              <a:buChar char="v"/>
            </a:pPr>
            <a:r>
              <a:rPr lang="en-US" sz="2400">
                <a:latin typeface="Aldhabi" pitchFamily="2" charset="-78"/>
                <a:cs typeface="Aldhabi" pitchFamily="2" charset="-78"/>
              </a:rPr>
              <a:t>Reconstructs the spatial prediction from the encoded features</a:t>
            </a:r>
          </a:p>
          <a:p>
            <a:pPr marL="0" indent="0">
              <a:buNone/>
            </a:pPr>
            <a:endParaRPr lang="en-US">
              <a:latin typeface="Aldhabi"/>
              <a:cs typeface="Aldhabi"/>
            </a:endParaRPr>
          </a:p>
        </p:txBody>
      </p:sp>
      <p:sp>
        <p:nvSpPr>
          <p:cNvPr id="7" name="CuadroTexto 25">
            <a:extLst>
              <a:ext uri="{FF2B5EF4-FFF2-40B4-BE49-F238E27FC236}">
                <a16:creationId xmlns:a16="http://schemas.microsoft.com/office/drawing/2014/main" id="{A6F584BC-35EE-A512-BA19-E398A6D821B9}"/>
              </a:ext>
            </a:extLst>
          </p:cNvPr>
          <p:cNvSpPr txBox="1"/>
          <p:nvPr/>
        </p:nvSpPr>
        <p:spPr>
          <a:xfrm>
            <a:off x="-1" y="6519446"/>
            <a:ext cx="6741763"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latin typeface="Aldhabi"/>
                <a:cs typeface="Aldhabi"/>
                <a:hlinkClick r:id="rId4"/>
              </a:rPr>
              <a:t>https://youtu.be/NhdzGfB1q74?si=Gn2qlenZSNi-HfZI</a:t>
            </a:r>
            <a:r>
              <a:rPr lang="en-US" sz="2000">
                <a:latin typeface="Aldhabi"/>
                <a:cs typeface="Aldhabi"/>
              </a:rPr>
              <a:t> </a:t>
            </a:r>
          </a:p>
        </p:txBody>
      </p:sp>
    </p:spTree>
    <p:extLst>
      <p:ext uri="{BB962C8B-B14F-4D97-AF65-F5344CB8AC3E}">
        <p14:creationId xmlns:p14="http://schemas.microsoft.com/office/powerpoint/2010/main" val="29944601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1B042-4360-6443-2490-1E2803D20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7DDED-DC22-2C32-54C3-8AB962C7D791}"/>
              </a:ext>
            </a:extLst>
          </p:cNvPr>
          <p:cNvSpPr txBox="1">
            <a:spLocks/>
          </p:cNvSpPr>
          <p:nvPr/>
        </p:nvSpPr>
        <p:spPr>
          <a:xfrm>
            <a:off x="4014891" y="591520"/>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sp>
        <p:nvSpPr>
          <p:cNvPr id="20" name="TextBox 19">
            <a:extLst>
              <a:ext uri="{FF2B5EF4-FFF2-40B4-BE49-F238E27FC236}">
                <a16:creationId xmlns:a16="http://schemas.microsoft.com/office/drawing/2014/main" id="{ABDEFED7-91C4-2E8E-417F-7213E8B83646}"/>
              </a:ext>
            </a:extLst>
          </p:cNvPr>
          <p:cNvSpPr txBox="1"/>
          <p:nvPr/>
        </p:nvSpPr>
        <p:spPr>
          <a:xfrm>
            <a:off x="3708027" y="1857729"/>
            <a:ext cx="485467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opperplate Gothic Light"/>
                <a:ea typeface="Calibri"/>
                <a:cs typeface="Calibri"/>
              </a:rPr>
              <a:t>BI-Directional Long Short-Term Memory (BI-LSTM)</a:t>
            </a:r>
          </a:p>
        </p:txBody>
      </p:sp>
      <p:sp>
        <p:nvSpPr>
          <p:cNvPr id="24" name="Elipse 23">
            <a:extLst>
              <a:ext uri="{FF2B5EF4-FFF2-40B4-BE49-F238E27FC236}">
                <a16:creationId xmlns:a16="http://schemas.microsoft.com/office/drawing/2014/main" id="{D55A8F9F-D644-1B53-0884-BE3F290B576B}"/>
              </a:ext>
            </a:extLst>
          </p:cNvPr>
          <p:cNvSpPr/>
          <p:nvPr/>
        </p:nvSpPr>
        <p:spPr>
          <a:xfrm>
            <a:off x="-4057374" y="1579183"/>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cxnSp>
        <p:nvCxnSpPr>
          <p:cNvPr id="26" name="Conector recto 25">
            <a:extLst>
              <a:ext uri="{FF2B5EF4-FFF2-40B4-BE49-F238E27FC236}">
                <a16:creationId xmlns:a16="http://schemas.microsoft.com/office/drawing/2014/main" id="{C6A74BB3-5DB7-5696-A2BA-EA3A4C063E90}"/>
              </a:ext>
            </a:extLst>
          </p:cNvPr>
          <p:cNvCxnSpPr>
            <a:cxnSpLocks/>
          </p:cNvCxnSpPr>
          <p:nvPr/>
        </p:nvCxnSpPr>
        <p:spPr>
          <a:xfrm>
            <a:off x="-3805375" y="1710867"/>
            <a:ext cx="2144313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Elipse 27">
            <a:extLst>
              <a:ext uri="{FF2B5EF4-FFF2-40B4-BE49-F238E27FC236}">
                <a16:creationId xmlns:a16="http://schemas.microsoft.com/office/drawing/2014/main" id="{990DA05F-69F2-D9D2-103B-0AFFA6D2C426}"/>
              </a:ext>
            </a:extLst>
          </p:cNvPr>
          <p:cNvSpPr/>
          <p:nvPr/>
        </p:nvSpPr>
        <p:spPr>
          <a:xfrm>
            <a:off x="5970000" y="1560061"/>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Elipse 9">
            <a:extLst>
              <a:ext uri="{FF2B5EF4-FFF2-40B4-BE49-F238E27FC236}">
                <a16:creationId xmlns:a16="http://schemas.microsoft.com/office/drawing/2014/main" id="{FDB42BAB-E042-2326-A3F7-A947674581A9}"/>
              </a:ext>
            </a:extLst>
          </p:cNvPr>
          <p:cNvSpPr/>
          <p:nvPr/>
        </p:nvSpPr>
        <p:spPr>
          <a:xfrm>
            <a:off x="16563697" y="1599253"/>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6" name="灯片编号占位符 5">
            <a:extLst>
              <a:ext uri="{FF2B5EF4-FFF2-40B4-BE49-F238E27FC236}">
                <a16:creationId xmlns:a16="http://schemas.microsoft.com/office/drawing/2014/main" id="{1FEDEF11-8AD8-E462-8788-94061C56795F}"/>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21</a:t>
            </a:fld>
            <a:endParaRPr lang="zh-CN" altLang="en-US">
              <a:latin typeface="Abadi MT Condensed Light" panose="020B0306030101010103" pitchFamily="34" charset="77"/>
            </a:endParaRPr>
          </a:p>
        </p:txBody>
      </p:sp>
      <p:pic>
        <p:nvPicPr>
          <p:cNvPr id="7" name="Imagen 6" descr="LSTM Recurrent Neural Networks - How to Teach a Network to Remember the  Past | Towards Data Science">
            <a:extLst>
              <a:ext uri="{FF2B5EF4-FFF2-40B4-BE49-F238E27FC236}">
                <a16:creationId xmlns:a16="http://schemas.microsoft.com/office/drawing/2014/main" id="{40BC896E-EA9B-57E9-160C-B74FB6C53734}"/>
              </a:ext>
            </a:extLst>
          </p:cNvPr>
          <p:cNvPicPr>
            <a:picLocks noChangeAspect="1"/>
          </p:cNvPicPr>
          <p:nvPr/>
        </p:nvPicPr>
        <p:blipFill>
          <a:blip r:embed="rId3"/>
          <a:stretch>
            <a:fillRect/>
          </a:stretch>
        </p:blipFill>
        <p:spPr>
          <a:xfrm>
            <a:off x="4029465" y="2725298"/>
            <a:ext cx="4120782" cy="3454863"/>
          </a:xfrm>
          <a:prstGeom prst="rect">
            <a:avLst/>
          </a:prstGeom>
          <a:ln w="76200">
            <a:solidFill>
              <a:schemeClr val="bg1">
                <a:lumMod val="50000"/>
                <a:lumOff val="50000"/>
              </a:schemeClr>
            </a:solidFill>
          </a:ln>
        </p:spPr>
      </p:pic>
      <p:sp>
        <p:nvSpPr>
          <p:cNvPr id="14" name="Content Placeholder 2">
            <a:extLst>
              <a:ext uri="{FF2B5EF4-FFF2-40B4-BE49-F238E27FC236}">
                <a16:creationId xmlns:a16="http://schemas.microsoft.com/office/drawing/2014/main" id="{18BA92E3-3211-29BF-2036-29C2BB110BB8}"/>
              </a:ext>
            </a:extLst>
          </p:cNvPr>
          <p:cNvSpPr txBox="1">
            <a:spLocks/>
          </p:cNvSpPr>
          <p:nvPr/>
        </p:nvSpPr>
        <p:spPr>
          <a:xfrm>
            <a:off x="210118" y="2034113"/>
            <a:ext cx="3497001" cy="1847914"/>
          </a:xfrm>
          <a:prstGeom prst="rect">
            <a:avLst/>
          </a:prstGeom>
          <a:noFill/>
          <a:ln w="19050">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atin typeface="Aldhabi" pitchFamily="2" charset="-78"/>
                <a:cs typeface="Aldhabi" pitchFamily="2" charset="-78"/>
              </a:rPr>
              <a:t>Purpose: </a:t>
            </a:r>
          </a:p>
          <a:p>
            <a:pPr marL="0" indent="0">
              <a:lnSpc>
                <a:spcPct val="150000"/>
              </a:lnSpc>
              <a:buNone/>
            </a:pPr>
            <a:r>
              <a:rPr lang="en-US" sz="2200">
                <a:latin typeface="Aldhabi"/>
                <a:cs typeface="Aldhabi"/>
              </a:rPr>
              <a:t>Model </a:t>
            </a:r>
            <a:r>
              <a:rPr lang="en-US" sz="2200" b="1">
                <a:latin typeface="Aldhabi"/>
                <a:cs typeface="Aldhabi"/>
              </a:rPr>
              <a:t>changes in crop appearance</a:t>
            </a:r>
            <a:r>
              <a:rPr lang="en-US" sz="2200">
                <a:latin typeface="Aldhabi"/>
                <a:cs typeface="Aldhabi"/>
              </a:rPr>
              <a:t> throughout the crop's lifecycle</a:t>
            </a:r>
            <a:endParaRPr lang="en-US" sz="2200">
              <a:latin typeface="Aldhabi" pitchFamily="2" charset="-78"/>
              <a:cs typeface="Aldhabi" pitchFamily="2" charset="-78"/>
            </a:endParaRPr>
          </a:p>
          <a:p>
            <a:pPr marL="0" indent="0">
              <a:buNone/>
            </a:pPr>
            <a:endParaRPr lang="en-US">
              <a:latin typeface="Aldhabi"/>
              <a:cs typeface="Aldhabi"/>
            </a:endParaRPr>
          </a:p>
        </p:txBody>
      </p:sp>
      <p:sp>
        <p:nvSpPr>
          <p:cNvPr id="16" name="CuadroTexto 8">
            <a:extLst>
              <a:ext uri="{FF2B5EF4-FFF2-40B4-BE49-F238E27FC236}">
                <a16:creationId xmlns:a16="http://schemas.microsoft.com/office/drawing/2014/main" id="{EA111295-E5FF-6477-D8CD-B8EC4D29795E}"/>
              </a:ext>
            </a:extLst>
          </p:cNvPr>
          <p:cNvSpPr txBox="1"/>
          <p:nvPr/>
        </p:nvSpPr>
        <p:spPr>
          <a:xfrm>
            <a:off x="8552520" y="2032340"/>
            <a:ext cx="3438592" cy="3616375"/>
          </a:xfrm>
          <a:prstGeom prst="rect">
            <a:avLst/>
          </a:prstGeom>
          <a:noFill/>
          <a:ln w="19050">
            <a:solidFill>
              <a:schemeClr val="tx1"/>
            </a:solidFill>
          </a:ln>
        </p:spPr>
        <p:txBody>
          <a:bodyPr wrap="square" lIns="91440" tIns="45720" rIns="91440" bIns="45720" anchor="t">
            <a:spAutoFit/>
          </a:bodyPr>
          <a:lstStyle/>
          <a:p>
            <a:pPr marL="0" indent="0">
              <a:lnSpc>
                <a:spcPct val="150000"/>
              </a:lnSpc>
              <a:buNone/>
            </a:pPr>
            <a:r>
              <a:rPr lang="en-US" sz="2800">
                <a:latin typeface="Aldhabi" pitchFamily="2" charset="-78"/>
                <a:cs typeface="Aldhabi" pitchFamily="2" charset="-78"/>
              </a:rPr>
              <a:t>How it works:</a:t>
            </a:r>
          </a:p>
          <a:p>
            <a:pPr marL="285750" indent="-285750">
              <a:lnSpc>
                <a:spcPct val="150000"/>
              </a:lnSpc>
              <a:buFont typeface="Wingdings"/>
              <a:buChar char="v"/>
            </a:pPr>
            <a:r>
              <a:rPr lang="en-US" sz="2200">
                <a:latin typeface="Aldhabi" pitchFamily="2" charset="-78"/>
                <a:cs typeface="Aldhabi" pitchFamily="2" charset="-78"/>
              </a:rPr>
              <a:t>Processes the sequence of image features over multiple timestamps</a:t>
            </a:r>
          </a:p>
          <a:p>
            <a:pPr marL="285750" indent="-285750">
              <a:lnSpc>
                <a:spcPct val="150000"/>
              </a:lnSpc>
              <a:buFont typeface="Wingdings"/>
              <a:buChar char="v"/>
            </a:pPr>
            <a:r>
              <a:rPr lang="en-US" sz="2200">
                <a:latin typeface="Aldhabi"/>
                <a:cs typeface="Aldhabi"/>
              </a:rPr>
              <a:t>Made of 2 LSTM structures:</a:t>
            </a:r>
          </a:p>
          <a:p>
            <a:pPr marL="914400" lvl="1" indent="-457200">
              <a:buFont typeface="Wingdings" pitchFamily="2" charset="2"/>
              <a:buChar char="Ø"/>
            </a:pPr>
            <a:r>
              <a:rPr lang="en-US" sz="2200">
                <a:latin typeface="Aldhabi"/>
                <a:cs typeface="Aldhabi"/>
              </a:rPr>
              <a:t>Forward – manages the growing season</a:t>
            </a:r>
          </a:p>
          <a:p>
            <a:pPr marL="914400" lvl="1" indent="-457200">
              <a:buFont typeface="Wingdings" pitchFamily="2" charset="2"/>
              <a:buChar char="Ø"/>
            </a:pPr>
            <a:r>
              <a:rPr lang="en-US" sz="2200">
                <a:latin typeface="Aldhabi"/>
                <a:cs typeface="Aldhabi"/>
              </a:rPr>
              <a:t>Backward – manages the  harvesting season</a:t>
            </a:r>
            <a:endParaRPr lang="en-US" sz="2200">
              <a:latin typeface="Aldhabi" pitchFamily="2" charset="-78"/>
              <a:cs typeface="Aldhabi" pitchFamily="2" charset="-78"/>
            </a:endParaRPr>
          </a:p>
        </p:txBody>
      </p:sp>
      <p:sp>
        <p:nvSpPr>
          <p:cNvPr id="3" name="CuadroTexto 25">
            <a:extLst>
              <a:ext uri="{FF2B5EF4-FFF2-40B4-BE49-F238E27FC236}">
                <a16:creationId xmlns:a16="http://schemas.microsoft.com/office/drawing/2014/main" id="{6A8306D0-D7DB-CBF5-E824-380888E9845A}"/>
              </a:ext>
            </a:extLst>
          </p:cNvPr>
          <p:cNvSpPr txBox="1"/>
          <p:nvPr/>
        </p:nvSpPr>
        <p:spPr>
          <a:xfrm>
            <a:off x="-2" y="6519446"/>
            <a:ext cx="9806153"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latin typeface="Aldhabi"/>
                <a:cs typeface="Aldhabi"/>
                <a:hlinkClick r:id="rId4"/>
              </a:rPr>
              <a:t>https://towardsdatascience.com/lstm-recurrent-neural-networks-how-to-teach-a-network-to-remember-the-past-55e54c2ff22e/</a:t>
            </a:r>
            <a:r>
              <a:rPr lang="en-US" sz="2000">
                <a:latin typeface="Aldhabi"/>
                <a:cs typeface="Aldhabi"/>
              </a:rPr>
              <a:t> </a:t>
            </a:r>
          </a:p>
        </p:txBody>
      </p:sp>
    </p:spTree>
    <p:extLst>
      <p:ext uri="{BB962C8B-B14F-4D97-AF65-F5344CB8AC3E}">
        <p14:creationId xmlns:p14="http://schemas.microsoft.com/office/powerpoint/2010/main" val="27732620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A6C2B-6690-52E3-EE5E-A62D86477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D3D88-9DDB-28BF-314C-61A52B84B14F}"/>
              </a:ext>
            </a:extLst>
          </p:cNvPr>
          <p:cNvSpPr txBox="1">
            <a:spLocks/>
          </p:cNvSpPr>
          <p:nvPr/>
        </p:nvSpPr>
        <p:spPr>
          <a:xfrm>
            <a:off x="4014891" y="591520"/>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sp>
        <p:nvSpPr>
          <p:cNvPr id="20" name="TextBox 19">
            <a:extLst>
              <a:ext uri="{FF2B5EF4-FFF2-40B4-BE49-F238E27FC236}">
                <a16:creationId xmlns:a16="http://schemas.microsoft.com/office/drawing/2014/main" id="{5304F72F-36CD-BF04-9C77-96FF9946E0D9}"/>
              </a:ext>
            </a:extLst>
          </p:cNvPr>
          <p:cNvSpPr txBox="1"/>
          <p:nvPr/>
        </p:nvSpPr>
        <p:spPr>
          <a:xfrm>
            <a:off x="4159389" y="1880590"/>
            <a:ext cx="3609105"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opperplate Gothic Light"/>
                <a:ea typeface="Calibri"/>
                <a:cs typeface="Calibri"/>
              </a:rPr>
              <a:t>Attention</a:t>
            </a:r>
          </a:p>
        </p:txBody>
      </p:sp>
      <p:sp>
        <p:nvSpPr>
          <p:cNvPr id="24" name="Elipse 23">
            <a:extLst>
              <a:ext uri="{FF2B5EF4-FFF2-40B4-BE49-F238E27FC236}">
                <a16:creationId xmlns:a16="http://schemas.microsoft.com/office/drawing/2014/main" id="{FAAFAA97-A101-2807-1C7C-2D18B223E630}"/>
              </a:ext>
            </a:extLst>
          </p:cNvPr>
          <p:cNvSpPr/>
          <p:nvPr/>
        </p:nvSpPr>
        <p:spPr>
          <a:xfrm>
            <a:off x="-4057374" y="1579183"/>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cxnSp>
        <p:nvCxnSpPr>
          <p:cNvPr id="26" name="Conector recto 25">
            <a:extLst>
              <a:ext uri="{FF2B5EF4-FFF2-40B4-BE49-F238E27FC236}">
                <a16:creationId xmlns:a16="http://schemas.microsoft.com/office/drawing/2014/main" id="{89F4C7A1-71B9-180B-A5CA-1B482CC92340}"/>
              </a:ext>
            </a:extLst>
          </p:cNvPr>
          <p:cNvCxnSpPr>
            <a:cxnSpLocks/>
          </p:cNvCxnSpPr>
          <p:nvPr/>
        </p:nvCxnSpPr>
        <p:spPr>
          <a:xfrm>
            <a:off x="-3805375" y="1710867"/>
            <a:ext cx="2144313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Elipse 27">
            <a:extLst>
              <a:ext uri="{FF2B5EF4-FFF2-40B4-BE49-F238E27FC236}">
                <a16:creationId xmlns:a16="http://schemas.microsoft.com/office/drawing/2014/main" id="{7A6CF5E3-22E5-07A1-5AEB-4B05EC4ADEEB}"/>
              </a:ext>
            </a:extLst>
          </p:cNvPr>
          <p:cNvSpPr/>
          <p:nvPr/>
        </p:nvSpPr>
        <p:spPr>
          <a:xfrm>
            <a:off x="5777941" y="1599252"/>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0" name="Elipse 9">
            <a:extLst>
              <a:ext uri="{FF2B5EF4-FFF2-40B4-BE49-F238E27FC236}">
                <a16:creationId xmlns:a16="http://schemas.microsoft.com/office/drawing/2014/main" id="{8280F8AA-D6DC-E09B-3157-7EDC721A163A}"/>
              </a:ext>
            </a:extLst>
          </p:cNvPr>
          <p:cNvSpPr/>
          <p:nvPr/>
        </p:nvSpPr>
        <p:spPr>
          <a:xfrm>
            <a:off x="16563697" y="1599253"/>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6" name="灯片编号占位符 5">
            <a:extLst>
              <a:ext uri="{FF2B5EF4-FFF2-40B4-BE49-F238E27FC236}">
                <a16:creationId xmlns:a16="http://schemas.microsoft.com/office/drawing/2014/main" id="{E4B939D0-8C6F-C3F9-1803-8D5A7A0C5D04}"/>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22</a:t>
            </a:fld>
            <a:endParaRPr lang="zh-CN" altLang="en-US">
              <a:latin typeface="Abadi MT Condensed Light" panose="020B0306030101010103" pitchFamily="34" charset="77"/>
            </a:endParaRPr>
          </a:p>
        </p:txBody>
      </p:sp>
      <p:pic>
        <p:nvPicPr>
          <p:cNvPr id="8" name="Imagen 7">
            <a:extLst>
              <a:ext uri="{FF2B5EF4-FFF2-40B4-BE49-F238E27FC236}">
                <a16:creationId xmlns:a16="http://schemas.microsoft.com/office/drawing/2014/main" id="{449FB94C-BF2C-14C5-2D80-A9F321A205CF}"/>
              </a:ext>
            </a:extLst>
          </p:cNvPr>
          <p:cNvPicPr>
            <a:picLocks noChangeAspect="1"/>
          </p:cNvPicPr>
          <p:nvPr/>
        </p:nvPicPr>
        <p:blipFill>
          <a:blip r:embed="rId3">
            <a:extLst>
              <a:ext uri="{28A0092B-C50C-407E-A947-70E740481C1C}">
                <a14:useLocalDpi xmlns:a14="http://schemas.microsoft.com/office/drawing/2010/main" val="0"/>
              </a:ext>
            </a:extLst>
          </a:blip>
          <a:srcRect l="984" t="2739" r="4500" b="8189"/>
          <a:stretch>
            <a:fillRect/>
          </a:stretch>
        </p:blipFill>
        <p:spPr>
          <a:xfrm>
            <a:off x="4404080" y="2475027"/>
            <a:ext cx="2999722" cy="1483496"/>
          </a:xfrm>
          <a:prstGeom prst="rect">
            <a:avLst/>
          </a:prstGeom>
          <a:ln w="76200">
            <a:solidFill>
              <a:schemeClr val="bg1">
                <a:lumMod val="50000"/>
                <a:lumOff val="50000"/>
              </a:schemeClr>
            </a:solidFill>
          </a:ln>
        </p:spPr>
      </p:pic>
      <p:pic>
        <p:nvPicPr>
          <p:cNvPr id="13" name="Imagen 12">
            <a:extLst>
              <a:ext uri="{FF2B5EF4-FFF2-40B4-BE49-F238E27FC236}">
                <a16:creationId xmlns:a16="http://schemas.microsoft.com/office/drawing/2014/main" id="{9A862141-9331-E07A-065D-347D672F12D3}"/>
              </a:ext>
            </a:extLst>
          </p:cNvPr>
          <p:cNvPicPr>
            <a:picLocks noChangeAspect="1"/>
          </p:cNvPicPr>
          <p:nvPr/>
        </p:nvPicPr>
        <p:blipFill>
          <a:blip r:embed="rId4">
            <a:extLst>
              <a:ext uri="{28A0092B-C50C-407E-A947-70E740481C1C}">
                <a14:useLocalDpi xmlns:a14="http://schemas.microsoft.com/office/drawing/2010/main" val="0"/>
              </a:ext>
            </a:extLst>
          </a:blip>
          <a:srcRect l="1065" t="8420" r="1668" b="9614"/>
          <a:stretch>
            <a:fillRect/>
          </a:stretch>
        </p:blipFill>
        <p:spPr>
          <a:xfrm>
            <a:off x="3829025" y="4180414"/>
            <a:ext cx="4149832" cy="1182328"/>
          </a:xfrm>
          <a:prstGeom prst="rect">
            <a:avLst/>
          </a:prstGeom>
          <a:ln w="76200">
            <a:solidFill>
              <a:schemeClr val="bg1">
                <a:lumMod val="50000"/>
                <a:lumOff val="50000"/>
              </a:schemeClr>
            </a:solidFill>
          </a:ln>
        </p:spPr>
      </p:pic>
      <p:sp>
        <p:nvSpPr>
          <p:cNvPr id="14" name="Content Placeholder 2">
            <a:extLst>
              <a:ext uri="{FF2B5EF4-FFF2-40B4-BE49-F238E27FC236}">
                <a16:creationId xmlns:a16="http://schemas.microsoft.com/office/drawing/2014/main" id="{E55A143F-A634-4E93-C8DA-4F252518EE57}"/>
              </a:ext>
            </a:extLst>
          </p:cNvPr>
          <p:cNvSpPr txBox="1">
            <a:spLocks/>
          </p:cNvSpPr>
          <p:nvPr/>
        </p:nvSpPr>
        <p:spPr>
          <a:xfrm>
            <a:off x="203841" y="1982156"/>
            <a:ext cx="3203925" cy="1861424"/>
          </a:xfrm>
          <a:prstGeom prst="rect">
            <a:avLst/>
          </a:prstGeom>
          <a:noFill/>
          <a:ln w="19050">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atin typeface="Aldhabi" pitchFamily="2" charset="-78"/>
                <a:cs typeface="Aldhabi" pitchFamily="2" charset="-78"/>
              </a:rPr>
              <a:t>Purpose: </a:t>
            </a:r>
          </a:p>
          <a:p>
            <a:pPr marL="0" indent="0">
              <a:lnSpc>
                <a:spcPct val="150000"/>
              </a:lnSpc>
              <a:buNone/>
            </a:pPr>
            <a:r>
              <a:rPr lang="en-US" sz="2200">
                <a:latin typeface="Aldhabi"/>
                <a:cs typeface="Aldhabi"/>
              </a:rPr>
              <a:t>Identifies the most informative timestamps and weather conditions</a:t>
            </a:r>
          </a:p>
        </p:txBody>
      </p:sp>
      <p:sp>
        <p:nvSpPr>
          <p:cNvPr id="5" name="CuadroTexto 4">
            <a:extLst>
              <a:ext uri="{FF2B5EF4-FFF2-40B4-BE49-F238E27FC236}">
                <a16:creationId xmlns:a16="http://schemas.microsoft.com/office/drawing/2014/main" id="{55368E96-A286-DD5A-B200-5FE26BABEB98}"/>
              </a:ext>
            </a:extLst>
          </p:cNvPr>
          <p:cNvSpPr txBox="1"/>
          <p:nvPr/>
        </p:nvSpPr>
        <p:spPr>
          <a:xfrm>
            <a:off x="8395560" y="1872253"/>
            <a:ext cx="3596989" cy="2778957"/>
          </a:xfrm>
          <a:prstGeom prst="rect">
            <a:avLst/>
          </a:prstGeom>
          <a:noFill/>
          <a:ln w="19050">
            <a:solidFill>
              <a:schemeClr val="tx1"/>
            </a:solidFill>
          </a:ln>
        </p:spPr>
        <p:txBody>
          <a:bodyPr wrap="square" lIns="91440" tIns="45720" rIns="91440" bIns="45720" anchor="t">
            <a:spAutoFit/>
          </a:bodyPr>
          <a:lstStyle/>
          <a:p>
            <a:pPr marL="0" indent="0">
              <a:lnSpc>
                <a:spcPct val="150000"/>
              </a:lnSpc>
              <a:buNone/>
            </a:pPr>
            <a:r>
              <a:rPr lang="en-US" sz="2800">
                <a:latin typeface="Aldhabi" pitchFamily="2" charset="-78"/>
                <a:cs typeface="Aldhabi" pitchFamily="2" charset="-78"/>
              </a:rPr>
              <a:t>How it works:</a:t>
            </a:r>
          </a:p>
          <a:p>
            <a:pPr>
              <a:lnSpc>
                <a:spcPct val="150000"/>
              </a:lnSpc>
              <a:buFont typeface="Wingdings" pitchFamily="2" charset="2"/>
              <a:buChar char="v"/>
            </a:pPr>
            <a:r>
              <a:rPr lang="en-US" sz="2200">
                <a:latin typeface="Aldhabi"/>
                <a:cs typeface="Aldhabi"/>
              </a:rPr>
              <a:t> Computes importance weights for different temporal features</a:t>
            </a:r>
          </a:p>
          <a:p>
            <a:pPr>
              <a:lnSpc>
                <a:spcPct val="150000"/>
              </a:lnSpc>
              <a:buFont typeface="Wingdings" pitchFamily="2" charset="2"/>
              <a:buChar char="v"/>
            </a:pPr>
            <a:r>
              <a:rPr lang="en-US" sz="2200">
                <a:latin typeface="Aldhabi"/>
                <a:cs typeface="Aldhabi"/>
              </a:rPr>
              <a:t>Influence the skip connections that are passed to the decoder</a:t>
            </a:r>
            <a:endParaRPr lang="en-US"/>
          </a:p>
        </p:txBody>
      </p:sp>
      <p:sp>
        <p:nvSpPr>
          <p:cNvPr id="4" name="CuadroTexto 25">
            <a:extLst>
              <a:ext uri="{FF2B5EF4-FFF2-40B4-BE49-F238E27FC236}">
                <a16:creationId xmlns:a16="http://schemas.microsoft.com/office/drawing/2014/main" id="{E6DC8675-7AD6-D255-3BDB-40551100C887}"/>
              </a:ext>
            </a:extLst>
          </p:cNvPr>
          <p:cNvSpPr txBox="1"/>
          <p:nvPr/>
        </p:nvSpPr>
        <p:spPr>
          <a:xfrm>
            <a:off x="-2" y="6519446"/>
            <a:ext cx="9806153"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latin typeface="Aldhabi"/>
                <a:cs typeface="Aldhabi"/>
                <a:hlinkClick r:id="rId5"/>
              </a:rPr>
              <a:t>https://arxiv.org/pdf/2105.02963</a:t>
            </a:r>
            <a:r>
              <a:rPr lang="en-US" sz="2000">
                <a:latin typeface="Aldhabi"/>
                <a:cs typeface="Aldhabi"/>
              </a:rPr>
              <a:t>  </a:t>
            </a:r>
          </a:p>
        </p:txBody>
      </p:sp>
    </p:spTree>
    <p:extLst>
      <p:ext uri="{BB962C8B-B14F-4D97-AF65-F5344CB8AC3E}">
        <p14:creationId xmlns:p14="http://schemas.microsoft.com/office/powerpoint/2010/main" val="37202251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7C2F0-E087-089E-6D75-3F87B8D3B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46E31-0A4D-6A2A-02A1-C2D5AAC69F9F}"/>
              </a:ext>
            </a:extLst>
          </p:cNvPr>
          <p:cNvSpPr txBox="1">
            <a:spLocks/>
          </p:cNvSpPr>
          <p:nvPr/>
        </p:nvSpPr>
        <p:spPr>
          <a:xfrm>
            <a:off x="4014891" y="591520"/>
            <a:ext cx="4345095" cy="84105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Copperplate Gothic Light"/>
              </a:rPr>
              <a:t>Methods</a:t>
            </a:r>
          </a:p>
        </p:txBody>
      </p:sp>
      <p:sp>
        <p:nvSpPr>
          <p:cNvPr id="20" name="TextBox 19">
            <a:extLst>
              <a:ext uri="{FF2B5EF4-FFF2-40B4-BE49-F238E27FC236}">
                <a16:creationId xmlns:a16="http://schemas.microsoft.com/office/drawing/2014/main" id="{6ADFDCCC-6263-88BC-68A5-F2E76843F21F}"/>
              </a:ext>
            </a:extLst>
          </p:cNvPr>
          <p:cNvSpPr txBox="1"/>
          <p:nvPr/>
        </p:nvSpPr>
        <p:spPr>
          <a:xfrm>
            <a:off x="3408782" y="1839770"/>
            <a:ext cx="5714424"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latin typeface="Copperplate Gothic Light"/>
                <a:ea typeface="Calibri"/>
                <a:cs typeface="Calibri"/>
              </a:rPr>
              <a:t>Crop Classification Map</a:t>
            </a:r>
          </a:p>
        </p:txBody>
      </p:sp>
      <p:sp>
        <p:nvSpPr>
          <p:cNvPr id="24" name="Elipse 23">
            <a:extLst>
              <a:ext uri="{FF2B5EF4-FFF2-40B4-BE49-F238E27FC236}">
                <a16:creationId xmlns:a16="http://schemas.microsoft.com/office/drawing/2014/main" id="{AD3FD307-EF53-D64C-2E83-6E976C997BA5}"/>
              </a:ext>
            </a:extLst>
          </p:cNvPr>
          <p:cNvSpPr/>
          <p:nvPr/>
        </p:nvSpPr>
        <p:spPr>
          <a:xfrm>
            <a:off x="6384561" y="1564088"/>
            <a:ext cx="251999" cy="26725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cxnSp>
        <p:nvCxnSpPr>
          <p:cNvPr id="26" name="Conector recto 25">
            <a:extLst>
              <a:ext uri="{FF2B5EF4-FFF2-40B4-BE49-F238E27FC236}">
                <a16:creationId xmlns:a16="http://schemas.microsoft.com/office/drawing/2014/main" id="{69C61F8C-9981-AD92-BD75-5FF7DEAD1E26}"/>
              </a:ext>
            </a:extLst>
          </p:cNvPr>
          <p:cNvCxnSpPr>
            <a:cxnSpLocks/>
          </p:cNvCxnSpPr>
          <p:nvPr/>
        </p:nvCxnSpPr>
        <p:spPr>
          <a:xfrm>
            <a:off x="0" y="1697718"/>
            <a:ext cx="651056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7" name="Picture 15">
            <a:extLst>
              <a:ext uri="{FF2B5EF4-FFF2-40B4-BE49-F238E27FC236}">
                <a16:creationId xmlns:a16="http://schemas.microsoft.com/office/drawing/2014/main" id="{17CED96D-2BF5-5341-67DE-BE4B081DAB61}"/>
              </a:ext>
            </a:extLst>
          </p:cNvPr>
          <p:cNvPicPr>
            <a:picLocks noChangeAspect="1"/>
          </p:cNvPicPr>
          <p:nvPr/>
        </p:nvPicPr>
        <p:blipFill>
          <a:blip r:embed="rId3"/>
          <a:srcRect l="-131" r="-1" b="7101"/>
          <a:stretch>
            <a:fillRect/>
          </a:stretch>
        </p:blipFill>
        <p:spPr>
          <a:xfrm>
            <a:off x="4186989" y="2406913"/>
            <a:ext cx="3995661" cy="2937189"/>
          </a:xfrm>
          <a:prstGeom prst="rect">
            <a:avLst/>
          </a:prstGeom>
        </p:spPr>
      </p:pic>
      <p:sp>
        <p:nvSpPr>
          <p:cNvPr id="3" name="灯片编号占位符 2">
            <a:extLst>
              <a:ext uri="{FF2B5EF4-FFF2-40B4-BE49-F238E27FC236}">
                <a16:creationId xmlns:a16="http://schemas.microsoft.com/office/drawing/2014/main" id="{18F3C0B0-228C-3754-7597-628E70BF1939}"/>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23</a:t>
            </a:fld>
            <a:endParaRPr lang="zh-CN" altLang="en-US">
              <a:latin typeface="Abadi MT Condensed Light" panose="020B0306030101010103" pitchFamily="34" charset="77"/>
            </a:endParaRPr>
          </a:p>
        </p:txBody>
      </p:sp>
      <p:pic>
        <p:nvPicPr>
          <p:cNvPr id="5" name="Picture 4">
            <a:extLst>
              <a:ext uri="{FF2B5EF4-FFF2-40B4-BE49-F238E27FC236}">
                <a16:creationId xmlns:a16="http://schemas.microsoft.com/office/drawing/2014/main" id="{8E7A135A-E1A6-0104-20DD-FF02BBC0D4D6}"/>
              </a:ext>
            </a:extLst>
          </p:cNvPr>
          <p:cNvPicPr>
            <a:picLocks noChangeAspect="1"/>
          </p:cNvPicPr>
          <p:nvPr/>
        </p:nvPicPr>
        <p:blipFill>
          <a:blip r:embed="rId4"/>
          <a:stretch>
            <a:fillRect/>
          </a:stretch>
        </p:blipFill>
        <p:spPr>
          <a:xfrm>
            <a:off x="252412" y="5917040"/>
            <a:ext cx="11687175" cy="458584"/>
          </a:xfrm>
          <a:prstGeom prst="rect">
            <a:avLst/>
          </a:prstGeom>
        </p:spPr>
      </p:pic>
      <p:sp>
        <p:nvSpPr>
          <p:cNvPr id="4" name="CuadroTexto 25">
            <a:extLst>
              <a:ext uri="{FF2B5EF4-FFF2-40B4-BE49-F238E27FC236}">
                <a16:creationId xmlns:a16="http://schemas.microsoft.com/office/drawing/2014/main" id="{59C382EB-8ED5-1C09-2644-76EA45ABB1A3}"/>
              </a:ext>
            </a:extLst>
          </p:cNvPr>
          <p:cNvSpPr txBox="1"/>
          <p:nvPr/>
        </p:nvSpPr>
        <p:spPr>
          <a:xfrm>
            <a:off x="-2" y="6519446"/>
            <a:ext cx="9806153" cy="400110"/>
          </a:xfrm>
          <a:prstGeom prst="rect">
            <a:avLst/>
          </a:prstGeom>
          <a:noFill/>
        </p:spPr>
        <p:txBody>
          <a:bodyPr wrap="square">
            <a:spAutoFit/>
          </a:bodyPr>
          <a:lstStyle/>
          <a:p>
            <a:r>
              <a:rPr lang="en-US" sz="2000">
                <a:solidFill>
                  <a:srgbClr val="FF0000"/>
                </a:solidFill>
                <a:latin typeface="Aldhabi"/>
                <a:cs typeface="Aldhabi"/>
              </a:rPr>
              <a:t>Reference: </a:t>
            </a:r>
            <a:r>
              <a:rPr lang="en-US" sz="2000">
                <a:solidFill>
                  <a:srgbClr val="FFFFFF"/>
                </a:solidFill>
                <a:latin typeface="Aldhabi"/>
                <a:ea typeface="+mn-lt"/>
                <a:cs typeface="Aldhabi"/>
                <a:hlinkClick r:id="rId5"/>
              </a:rPr>
              <a:t>https://arxiv.org/pdf/2401.15875</a:t>
            </a:r>
            <a:r>
              <a:rPr lang="en-US" sz="2000">
                <a:solidFill>
                  <a:srgbClr val="FFFFFF"/>
                </a:solidFill>
                <a:latin typeface="Aldhabi"/>
                <a:ea typeface="+mn-lt"/>
                <a:cs typeface="Aldhabi"/>
              </a:rPr>
              <a:t> </a:t>
            </a:r>
            <a:endParaRPr lang="en-US" sz="2000">
              <a:latin typeface="Aldhabi"/>
              <a:cs typeface="Aldhabi"/>
            </a:endParaRPr>
          </a:p>
        </p:txBody>
      </p:sp>
    </p:spTree>
    <p:extLst>
      <p:ext uri="{BB962C8B-B14F-4D97-AF65-F5344CB8AC3E}">
        <p14:creationId xmlns:p14="http://schemas.microsoft.com/office/powerpoint/2010/main" val="1092503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E94E8-9F08-7776-0FD7-DA070F8D9679}"/>
              </a:ext>
            </a:extLst>
          </p:cNvPr>
          <p:cNvSpPr>
            <a:spLocks noGrp="1"/>
          </p:cNvSpPr>
          <p:nvPr>
            <p:ph type="title"/>
          </p:nvPr>
        </p:nvSpPr>
        <p:spPr/>
        <p:txBody>
          <a:bodyPr>
            <a:normAutofit/>
          </a:bodyPr>
          <a:lstStyle/>
          <a:p>
            <a:r>
              <a:rPr lang="en-US">
                <a:latin typeface="Copperplate Gothic Light"/>
              </a:rPr>
              <a:t>Experimental Design</a:t>
            </a:r>
          </a:p>
        </p:txBody>
      </p:sp>
      <p:graphicFrame>
        <p:nvGraphicFramePr>
          <p:cNvPr id="8" name="Diagrama 7">
            <a:extLst>
              <a:ext uri="{FF2B5EF4-FFF2-40B4-BE49-F238E27FC236}">
                <a16:creationId xmlns:a16="http://schemas.microsoft.com/office/drawing/2014/main" id="{EC235C60-67CE-A6D8-794C-110F014D5D4C}"/>
              </a:ext>
            </a:extLst>
          </p:cNvPr>
          <p:cNvGraphicFramePr/>
          <p:nvPr>
            <p:extLst>
              <p:ext uri="{D42A27DB-BD31-4B8C-83A1-F6EECF244321}">
                <p14:modId xmlns:p14="http://schemas.microsoft.com/office/powerpoint/2010/main" val="3727933296"/>
              </p:ext>
            </p:extLst>
          </p:nvPr>
        </p:nvGraphicFramePr>
        <p:xfrm>
          <a:off x="2078574" y="2075980"/>
          <a:ext cx="8034852" cy="37118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灯片编号占位符 20">
            <a:extLst>
              <a:ext uri="{FF2B5EF4-FFF2-40B4-BE49-F238E27FC236}">
                <a16:creationId xmlns:a16="http://schemas.microsoft.com/office/drawing/2014/main" id="{44F8526D-7E56-EABA-83DA-AEEFF259ED45}"/>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24</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2850020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71B1C-0107-D983-69EF-6A2DFB776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E0AC9-D43F-CD87-9DDE-CBFCEB95F329}"/>
              </a:ext>
            </a:extLst>
          </p:cNvPr>
          <p:cNvSpPr>
            <a:spLocks noGrp="1"/>
          </p:cNvSpPr>
          <p:nvPr>
            <p:ph type="title"/>
          </p:nvPr>
        </p:nvSpPr>
        <p:spPr>
          <a:xfrm>
            <a:off x="746301" y="365124"/>
            <a:ext cx="10515600" cy="1325563"/>
          </a:xfrm>
        </p:spPr>
        <p:txBody>
          <a:bodyPr/>
          <a:lstStyle/>
          <a:p>
            <a:r>
              <a:rPr lang="en-US">
                <a:latin typeface="Copperplate Gothic Light"/>
              </a:rPr>
              <a:t>Results &amp; Analysis – Original STATT &amp; WSTATT Test</a:t>
            </a:r>
          </a:p>
        </p:txBody>
      </p:sp>
      <p:sp>
        <p:nvSpPr>
          <p:cNvPr id="4" name="灯片编号占位符 3">
            <a:extLst>
              <a:ext uri="{FF2B5EF4-FFF2-40B4-BE49-F238E27FC236}">
                <a16:creationId xmlns:a16="http://schemas.microsoft.com/office/drawing/2014/main" id="{5D3C3AAA-BFC6-4B0B-2A51-D61FFC8ABC47}"/>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25</a:t>
            </a:fld>
            <a:endParaRPr lang="zh-CN" altLang="en-US">
              <a:latin typeface="Abadi MT Condensed Light" panose="020B0306030101010103" pitchFamily="34" charset="77"/>
            </a:endParaRPr>
          </a:p>
        </p:txBody>
      </p:sp>
      <p:sp>
        <p:nvSpPr>
          <p:cNvPr id="15" name="TextBox 12">
            <a:extLst>
              <a:ext uri="{FF2B5EF4-FFF2-40B4-BE49-F238E27FC236}">
                <a16:creationId xmlns:a16="http://schemas.microsoft.com/office/drawing/2014/main" id="{D7721729-1ACF-AF19-32B0-1C10634756B7}"/>
              </a:ext>
            </a:extLst>
          </p:cNvPr>
          <p:cNvSpPr txBox="1"/>
          <p:nvPr/>
        </p:nvSpPr>
        <p:spPr>
          <a:xfrm>
            <a:off x="1039819" y="4961831"/>
            <a:ext cx="7333630" cy="6848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pPr>
            <a:r>
              <a:rPr lang="en-US" sz="2800">
                <a:latin typeface="Aldhabi"/>
                <a:cs typeface="Aldhabi"/>
              </a:rPr>
              <a:t>Outcome: </a:t>
            </a:r>
            <a:r>
              <a:rPr lang="en-US" sz="2800">
                <a:solidFill>
                  <a:srgbClr val="FF0000"/>
                </a:solidFill>
                <a:latin typeface="Aldhabi"/>
                <a:cs typeface="Aldhabi"/>
              </a:rPr>
              <a:t>Results were not consistent across time stamps and weather bands</a:t>
            </a:r>
          </a:p>
        </p:txBody>
      </p:sp>
      <p:pic>
        <p:nvPicPr>
          <p:cNvPr id="5" name="Picture 4">
            <a:extLst>
              <a:ext uri="{FF2B5EF4-FFF2-40B4-BE49-F238E27FC236}">
                <a16:creationId xmlns:a16="http://schemas.microsoft.com/office/drawing/2014/main" id="{4E8D11D6-8E75-5694-178D-6892FFE78994}"/>
              </a:ext>
            </a:extLst>
          </p:cNvPr>
          <p:cNvPicPr>
            <a:picLocks noChangeAspect="1"/>
          </p:cNvPicPr>
          <p:nvPr/>
        </p:nvPicPr>
        <p:blipFill>
          <a:blip r:embed="rId3"/>
          <a:stretch>
            <a:fillRect/>
          </a:stretch>
        </p:blipFill>
        <p:spPr>
          <a:xfrm>
            <a:off x="1221889" y="1926110"/>
            <a:ext cx="6368441" cy="3133977"/>
          </a:xfrm>
          <a:prstGeom prst="rect">
            <a:avLst/>
          </a:prstGeom>
          <a:ln w="76200">
            <a:solidFill>
              <a:schemeClr val="tx1"/>
            </a:solidFill>
          </a:ln>
        </p:spPr>
      </p:pic>
      <p:sp>
        <p:nvSpPr>
          <p:cNvPr id="6" name="Rectángulo redondeado 9">
            <a:extLst>
              <a:ext uri="{FF2B5EF4-FFF2-40B4-BE49-F238E27FC236}">
                <a16:creationId xmlns:a16="http://schemas.microsoft.com/office/drawing/2014/main" id="{67009B87-E421-00C5-269F-62CC787CCACA}"/>
              </a:ext>
            </a:extLst>
          </p:cNvPr>
          <p:cNvSpPr/>
          <p:nvPr/>
        </p:nvSpPr>
        <p:spPr>
          <a:xfrm>
            <a:off x="7879463" y="1804560"/>
            <a:ext cx="3028156" cy="3248879"/>
          </a:xfrm>
          <a:prstGeom prst="roundRect">
            <a:avLst>
              <a:gd name="adj" fmla="val 675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7" name="CuadroTexto 11">
            <a:extLst>
              <a:ext uri="{FF2B5EF4-FFF2-40B4-BE49-F238E27FC236}">
                <a16:creationId xmlns:a16="http://schemas.microsoft.com/office/drawing/2014/main" id="{639F760F-EBCD-2516-13DB-CBE8C56406F8}"/>
              </a:ext>
            </a:extLst>
          </p:cNvPr>
          <p:cNvSpPr txBox="1"/>
          <p:nvPr/>
        </p:nvSpPr>
        <p:spPr>
          <a:xfrm>
            <a:off x="8007077" y="2048706"/>
            <a:ext cx="2900542" cy="2523768"/>
          </a:xfrm>
          <a:prstGeom prst="rect">
            <a:avLst/>
          </a:prstGeom>
          <a:noFill/>
        </p:spPr>
        <p:txBody>
          <a:bodyPr wrap="square" lIns="91440" tIns="45720" rIns="91440" bIns="45720" anchor="t">
            <a:spAutoFit/>
          </a:bodyPr>
          <a:lstStyle/>
          <a:p>
            <a:r>
              <a:rPr lang="en-US" sz="2200">
                <a:solidFill>
                  <a:schemeClr val="bg1"/>
                </a:solidFill>
                <a:latin typeface="Aldhabi" pitchFamily="2" charset="-78"/>
                <a:cs typeface="Aldhabi" pitchFamily="2" charset="-78"/>
              </a:rPr>
              <a:t>Key:</a:t>
            </a:r>
          </a:p>
          <a:p>
            <a:r>
              <a:rPr lang="en-US" sz="2200">
                <a:solidFill>
                  <a:schemeClr val="bg1"/>
                </a:solidFill>
                <a:latin typeface="Aldhabi"/>
                <a:cs typeface="Aldhabi"/>
              </a:rPr>
              <a:t>*Water bands (prcp, swe, vp)</a:t>
            </a:r>
          </a:p>
          <a:p>
            <a:r>
              <a:rPr lang="en-US" sz="2200">
                <a:solidFill>
                  <a:schemeClr val="bg1"/>
                </a:solidFill>
                <a:latin typeface="Aldhabi"/>
                <a:cs typeface="Aldhabi"/>
              </a:rPr>
              <a:t>**Sun bands (dayl, srad, tmax, tmin)</a:t>
            </a:r>
          </a:p>
          <a:p>
            <a:endParaRPr lang="en-US" sz="2200">
              <a:solidFill>
                <a:schemeClr val="bg1"/>
              </a:solidFill>
              <a:latin typeface="Aldhabi" pitchFamily="2" charset="-78"/>
              <a:cs typeface="Aldhabi" pitchFamily="2" charset="-78"/>
            </a:endParaRPr>
          </a:p>
          <a:p>
            <a:r>
              <a:rPr lang="en-US" sz="2400">
                <a:highlight>
                  <a:srgbClr val="0000FF"/>
                </a:highlight>
                <a:latin typeface="Aldhabi"/>
                <a:cs typeface="Aldhabi"/>
              </a:rPr>
              <a:t>Blue -&gt; Best Scores</a:t>
            </a:r>
          </a:p>
          <a:p>
            <a:r>
              <a:rPr lang="en-US" sz="2400">
                <a:solidFill>
                  <a:schemeClr val="bg1"/>
                </a:solidFill>
                <a:latin typeface="Aldhabi"/>
                <a:cs typeface="Aldhabi"/>
              </a:rPr>
              <a:t>White -&gt; In Between </a:t>
            </a:r>
          </a:p>
          <a:p>
            <a:r>
              <a:rPr lang="en-US" sz="2200">
                <a:highlight>
                  <a:srgbClr val="FF0000"/>
                </a:highlight>
                <a:latin typeface="Aldhabi"/>
                <a:cs typeface="Aldhabi"/>
              </a:rPr>
              <a:t>Red -&gt; Worst Scores</a:t>
            </a:r>
            <a:endParaRPr lang="en-US" sz="2200">
              <a:highlight>
                <a:srgbClr val="FF0000"/>
              </a:highlight>
              <a:latin typeface="Aldhabi" pitchFamily="2" charset="-78"/>
              <a:cs typeface="Aldhabi" pitchFamily="2" charset="-78"/>
            </a:endParaRPr>
          </a:p>
        </p:txBody>
      </p:sp>
      <p:pic>
        <p:nvPicPr>
          <p:cNvPr id="3" name="Picture 2" descr="Red White Blue Patriotic Gradient Mesh Stock Vector (Royalty Free)  1171176958 | Shutterstock">
            <a:extLst>
              <a:ext uri="{FF2B5EF4-FFF2-40B4-BE49-F238E27FC236}">
                <a16:creationId xmlns:a16="http://schemas.microsoft.com/office/drawing/2014/main" id="{1C4E283E-46E6-7B81-F9FE-6D0B6375EF35}"/>
              </a:ext>
            </a:extLst>
          </p:cNvPr>
          <p:cNvPicPr>
            <a:picLocks noChangeAspect="1"/>
          </p:cNvPicPr>
          <p:nvPr/>
        </p:nvPicPr>
        <p:blipFill>
          <a:blip r:embed="rId4"/>
          <a:srcRect t="5882" r="93821" b="9586"/>
          <a:stretch>
            <a:fillRect/>
          </a:stretch>
        </p:blipFill>
        <p:spPr>
          <a:xfrm>
            <a:off x="179433" y="1875620"/>
            <a:ext cx="753323" cy="3350992"/>
          </a:xfrm>
          <a:prstGeom prst="rect">
            <a:avLst/>
          </a:prstGeom>
        </p:spPr>
      </p:pic>
    </p:spTree>
    <p:extLst>
      <p:ext uri="{BB962C8B-B14F-4D97-AF65-F5344CB8AC3E}">
        <p14:creationId xmlns:p14="http://schemas.microsoft.com/office/powerpoint/2010/main" val="400195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6" grpId="0" animBg="1"/>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CF1C-FF74-3B16-D824-5C60FDE75D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AF3220-52ED-CB19-76D7-132A1458878C}"/>
              </a:ext>
            </a:extLst>
          </p:cNvPr>
          <p:cNvSpPr txBox="1">
            <a:spLocks/>
          </p:cNvSpPr>
          <p:nvPr/>
        </p:nvSpPr>
        <p:spPr>
          <a:xfrm>
            <a:off x="2700033" y="390626"/>
            <a:ext cx="6509050" cy="1333418"/>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The Problem: Labels</a:t>
            </a:r>
          </a:p>
        </p:txBody>
      </p:sp>
      <p:pic>
        <p:nvPicPr>
          <p:cNvPr id="6" name="Picture 5">
            <a:extLst>
              <a:ext uri="{FF2B5EF4-FFF2-40B4-BE49-F238E27FC236}">
                <a16:creationId xmlns:a16="http://schemas.microsoft.com/office/drawing/2014/main" id="{99FBBFCD-1749-4C79-21E3-10F6C241BF61}"/>
              </a:ext>
            </a:extLst>
          </p:cNvPr>
          <p:cNvPicPr>
            <a:picLocks noChangeAspect="1"/>
          </p:cNvPicPr>
          <p:nvPr/>
        </p:nvPicPr>
        <p:blipFill>
          <a:blip r:embed="rId3"/>
          <a:stretch>
            <a:fillRect/>
          </a:stretch>
        </p:blipFill>
        <p:spPr>
          <a:xfrm>
            <a:off x="6669184" y="1311896"/>
            <a:ext cx="4274045" cy="4242062"/>
          </a:xfrm>
          <a:prstGeom prst="rect">
            <a:avLst/>
          </a:prstGeom>
          <a:ln w="57150">
            <a:solidFill>
              <a:schemeClr val="accent3">
                <a:lumMod val="60000"/>
                <a:lumOff val="40000"/>
              </a:schemeClr>
            </a:solidFill>
          </a:ln>
        </p:spPr>
      </p:pic>
      <p:pic>
        <p:nvPicPr>
          <p:cNvPr id="9" name="Picture 8">
            <a:extLst>
              <a:ext uri="{FF2B5EF4-FFF2-40B4-BE49-F238E27FC236}">
                <a16:creationId xmlns:a16="http://schemas.microsoft.com/office/drawing/2014/main" id="{41ED5257-246B-7EC4-AE78-2A4F96DB0095}"/>
              </a:ext>
            </a:extLst>
          </p:cNvPr>
          <p:cNvPicPr>
            <a:picLocks noChangeAspect="1"/>
          </p:cNvPicPr>
          <p:nvPr/>
        </p:nvPicPr>
        <p:blipFill>
          <a:blip r:embed="rId4"/>
          <a:stretch>
            <a:fillRect/>
          </a:stretch>
        </p:blipFill>
        <p:spPr>
          <a:xfrm>
            <a:off x="1341476" y="1345284"/>
            <a:ext cx="4241285" cy="4210461"/>
          </a:xfrm>
          <a:prstGeom prst="rect">
            <a:avLst/>
          </a:prstGeom>
          <a:ln w="57150">
            <a:solidFill>
              <a:srgbClr val="FF0000"/>
            </a:solidFill>
          </a:ln>
        </p:spPr>
      </p:pic>
      <p:sp>
        <p:nvSpPr>
          <p:cNvPr id="10" name="Title 1">
            <a:extLst>
              <a:ext uri="{FF2B5EF4-FFF2-40B4-BE49-F238E27FC236}">
                <a16:creationId xmlns:a16="http://schemas.microsoft.com/office/drawing/2014/main" id="{0A8BA5E9-F072-3DA7-8713-E6AE386A920A}"/>
              </a:ext>
            </a:extLst>
          </p:cNvPr>
          <p:cNvSpPr txBox="1">
            <a:spLocks/>
          </p:cNvSpPr>
          <p:nvPr/>
        </p:nvSpPr>
        <p:spPr>
          <a:xfrm>
            <a:off x="3850407" y="5553958"/>
            <a:ext cx="7389125" cy="1317707"/>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a:latin typeface="Aldhabi"/>
                <a:cs typeface="Aldhabi"/>
              </a:rPr>
              <a:t>We were training on </a:t>
            </a:r>
            <a:r>
              <a:rPr lang="en-US" sz="2800">
                <a:solidFill>
                  <a:srgbClr val="FF0000"/>
                </a:solidFill>
                <a:latin typeface="Aldhabi"/>
                <a:cs typeface="Aldhabi"/>
              </a:rPr>
              <a:t>Ground-Truth</a:t>
            </a:r>
            <a:r>
              <a:rPr lang="en-US" sz="2800">
                <a:latin typeface="Aldhabi"/>
                <a:cs typeface="Aldhabi"/>
              </a:rPr>
              <a:t> (combined)</a:t>
            </a:r>
          </a:p>
        </p:txBody>
      </p:sp>
      <p:sp>
        <p:nvSpPr>
          <p:cNvPr id="2" name="TextBox 6">
            <a:extLst>
              <a:ext uri="{FF2B5EF4-FFF2-40B4-BE49-F238E27FC236}">
                <a16:creationId xmlns:a16="http://schemas.microsoft.com/office/drawing/2014/main" id="{36BE60D8-A2E7-D06A-32B1-629B001EAF2F}"/>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
        <p:nvSpPr>
          <p:cNvPr id="3" name="灯片编号占位符 2">
            <a:extLst>
              <a:ext uri="{FF2B5EF4-FFF2-40B4-BE49-F238E27FC236}">
                <a16:creationId xmlns:a16="http://schemas.microsoft.com/office/drawing/2014/main" id="{38C67EE6-C061-52A0-082B-5625B170D02F}"/>
              </a:ext>
            </a:extLst>
          </p:cNvPr>
          <p:cNvSpPr>
            <a:spLocks noGrp="1"/>
          </p:cNvSpPr>
          <p:nvPr>
            <p:ph type="sldNum" sz="quarter" idx="12"/>
          </p:nvPr>
        </p:nvSpPr>
        <p:spPr>
          <a:xfrm>
            <a:off x="8610600" y="6356350"/>
            <a:ext cx="2743200" cy="365125"/>
          </a:xfrm>
        </p:spPr>
        <p:txBody>
          <a:bodyPr/>
          <a:lstStyle/>
          <a:p>
            <a:fld id="{48F63A3B-78C7-47BE-AE5E-E10140E04643}" type="slidenum">
              <a:rPr lang="en-US" dirty="0">
                <a:latin typeface="Abadi MT Condensed Light" panose="020B0306030101010103" pitchFamily="34" charset="77"/>
              </a:rPr>
              <a:t>26</a:t>
            </a:fld>
            <a:endParaRPr lang="zh-CN" altLang="en-US">
              <a:latin typeface="Abadi MT Condensed Light" panose="020B0306030101010103" pitchFamily="34" charset="77"/>
            </a:endParaRPr>
          </a:p>
        </p:txBody>
      </p:sp>
    </p:spTree>
    <p:extLst>
      <p:ext uri="{BB962C8B-B14F-4D97-AF65-F5344CB8AC3E}">
        <p14:creationId xmlns:p14="http://schemas.microsoft.com/office/powerpoint/2010/main" val="2787725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62FD832-4B2A-E0FB-ED69-B3EEF00F3F88}"/>
              </a:ext>
            </a:extLst>
          </p:cNvPr>
          <p:cNvPicPr>
            <a:picLocks noGrp="1" noChangeAspect="1"/>
          </p:cNvPicPr>
          <p:nvPr>
            <p:ph idx="1"/>
          </p:nvPr>
        </p:nvPicPr>
        <p:blipFill>
          <a:blip r:embed="rId2"/>
          <a:stretch>
            <a:fillRect/>
          </a:stretch>
        </p:blipFill>
        <p:spPr>
          <a:xfrm>
            <a:off x="90054" y="1706561"/>
            <a:ext cx="12011891" cy="1346662"/>
          </a:xfrm>
          <a:prstGeom prst="rect">
            <a:avLst/>
          </a:prstGeom>
          <a:ln w="76200">
            <a:solidFill>
              <a:schemeClr val="tx1"/>
            </a:solidFill>
          </a:ln>
        </p:spPr>
      </p:pic>
      <p:sp>
        <p:nvSpPr>
          <p:cNvPr id="4" name="Slide Number Placeholder 3">
            <a:extLst>
              <a:ext uri="{FF2B5EF4-FFF2-40B4-BE49-F238E27FC236}">
                <a16:creationId xmlns:a16="http://schemas.microsoft.com/office/drawing/2014/main" id="{5CC392B1-6EDB-5079-9A90-0ACBF82C1BB2}"/>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cs typeface="Aldhabi" pitchFamily="2" charset="-78"/>
              </a:rPr>
              <a:t>27</a:t>
            </a:fld>
            <a:endParaRPr lang="en-US">
              <a:latin typeface="Abadi MT Condensed Light" panose="020B0306030101010103" pitchFamily="34" charset="77"/>
              <a:cs typeface="Aldhabi" pitchFamily="2" charset="-78"/>
            </a:endParaRPr>
          </a:p>
        </p:txBody>
      </p:sp>
      <p:sp>
        <p:nvSpPr>
          <p:cNvPr id="7" name="Title 1">
            <a:extLst>
              <a:ext uri="{FF2B5EF4-FFF2-40B4-BE49-F238E27FC236}">
                <a16:creationId xmlns:a16="http://schemas.microsoft.com/office/drawing/2014/main" id="{C3E5F8B3-2C32-9D2E-B1AA-B93C7382255E}"/>
              </a:ext>
            </a:extLst>
          </p:cNvPr>
          <p:cNvSpPr txBox="1">
            <a:spLocks/>
          </p:cNvSpPr>
          <p:nvPr/>
        </p:nvSpPr>
        <p:spPr>
          <a:xfrm>
            <a:off x="366899" y="139245"/>
            <a:ext cx="9140699" cy="1333418"/>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Results &amp; Analysis – New STATT &amp; WSTATT Test</a:t>
            </a:r>
            <a:endParaRPr lang="en-US"/>
          </a:p>
        </p:txBody>
      </p:sp>
      <p:sp>
        <p:nvSpPr>
          <p:cNvPr id="13" name="Rectángulo redondeado 12">
            <a:extLst>
              <a:ext uri="{FF2B5EF4-FFF2-40B4-BE49-F238E27FC236}">
                <a16:creationId xmlns:a16="http://schemas.microsoft.com/office/drawing/2014/main" id="{4C0A7F49-42ED-0AB8-B4E7-A788BD847932}"/>
              </a:ext>
            </a:extLst>
          </p:cNvPr>
          <p:cNvSpPr/>
          <p:nvPr/>
        </p:nvSpPr>
        <p:spPr>
          <a:xfrm>
            <a:off x="109484" y="3429000"/>
            <a:ext cx="5446788" cy="3288843"/>
          </a:xfrm>
          <a:prstGeom prst="roundRect">
            <a:avLst>
              <a:gd name="adj" fmla="val 1045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5" name="TextBox 8">
            <a:extLst>
              <a:ext uri="{FF2B5EF4-FFF2-40B4-BE49-F238E27FC236}">
                <a16:creationId xmlns:a16="http://schemas.microsoft.com/office/drawing/2014/main" id="{8492CCE4-DF5A-0BF9-B538-50C23E8D3108}"/>
              </a:ext>
            </a:extLst>
          </p:cNvPr>
          <p:cNvSpPr txBox="1"/>
          <p:nvPr/>
        </p:nvSpPr>
        <p:spPr>
          <a:xfrm>
            <a:off x="186548" y="3542255"/>
            <a:ext cx="210888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bg1"/>
                </a:solidFill>
                <a:latin typeface="Copperplate Gothic Light"/>
              </a:rPr>
              <a:t>Outcome</a:t>
            </a:r>
          </a:p>
        </p:txBody>
      </p:sp>
      <p:sp>
        <p:nvSpPr>
          <p:cNvPr id="17" name="TextBox 12">
            <a:extLst>
              <a:ext uri="{FF2B5EF4-FFF2-40B4-BE49-F238E27FC236}">
                <a16:creationId xmlns:a16="http://schemas.microsoft.com/office/drawing/2014/main" id="{B8756CBE-76E9-2352-DA63-036A8985EB66}"/>
              </a:ext>
            </a:extLst>
          </p:cNvPr>
          <p:cNvSpPr txBox="1"/>
          <p:nvPr/>
        </p:nvSpPr>
        <p:spPr>
          <a:xfrm>
            <a:off x="149914" y="3910706"/>
            <a:ext cx="5281926" cy="30814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Wingdings"/>
              <a:buChar char="v"/>
            </a:pPr>
            <a:r>
              <a:rPr lang="en-US" sz="2200">
                <a:solidFill>
                  <a:schemeClr val="bg1"/>
                </a:solidFill>
                <a:latin typeface="Aldhabi"/>
                <a:cs typeface="Aldhabi"/>
              </a:rPr>
              <a:t>WSTATT showed clear improvement</a:t>
            </a:r>
          </a:p>
          <a:p>
            <a:pPr marL="342900" indent="-342900">
              <a:lnSpc>
                <a:spcPct val="150000"/>
              </a:lnSpc>
              <a:buFont typeface="Wingdings"/>
              <a:buChar char="v"/>
            </a:pPr>
            <a:r>
              <a:rPr lang="en-US" sz="2200">
                <a:solidFill>
                  <a:schemeClr val="bg1"/>
                </a:solidFill>
                <a:latin typeface="Aldhabi"/>
                <a:cs typeface="Aldhabi"/>
              </a:rPr>
              <a:t>The </a:t>
            </a:r>
            <a:r>
              <a:rPr lang="en-US" sz="2200" b="1">
                <a:solidFill>
                  <a:schemeClr val="bg1"/>
                </a:solidFill>
                <a:latin typeface="Aldhabi"/>
                <a:cs typeface="Aldhabi"/>
              </a:rPr>
              <a:t>water-trained model showed consistently higher scores</a:t>
            </a:r>
            <a:r>
              <a:rPr lang="en-US" sz="2200">
                <a:solidFill>
                  <a:schemeClr val="bg1"/>
                </a:solidFill>
                <a:latin typeface="Aldhabi"/>
                <a:cs typeface="Aldhabi"/>
              </a:rPr>
              <a:t> than the sun-trained model (</a:t>
            </a:r>
            <a:r>
              <a:rPr lang="en-US" sz="2200" i="1">
                <a:solidFill>
                  <a:schemeClr val="bg1"/>
                </a:solidFill>
                <a:latin typeface="Aldhabi"/>
                <a:cs typeface="Aldhabi"/>
              </a:rPr>
              <a:t>Dry Beans, Cherries</a:t>
            </a:r>
            <a:r>
              <a:rPr lang="en-US" sz="2200">
                <a:solidFill>
                  <a:schemeClr val="bg1"/>
                </a:solidFill>
                <a:latin typeface="Aldhabi"/>
                <a:cs typeface="Aldhabi"/>
              </a:rPr>
              <a:t>) or the same (</a:t>
            </a:r>
            <a:r>
              <a:rPr lang="en-US" sz="2200" i="1">
                <a:solidFill>
                  <a:schemeClr val="bg1"/>
                </a:solidFill>
                <a:latin typeface="Aldhabi"/>
                <a:cs typeface="Aldhabi"/>
              </a:rPr>
              <a:t>Corn, Cotton, Garlic</a:t>
            </a:r>
            <a:r>
              <a:rPr lang="en-US" sz="2200">
                <a:solidFill>
                  <a:schemeClr val="bg1"/>
                </a:solidFill>
                <a:latin typeface="Aldhabi"/>
                <a:cs typeface="Aldhabi"/>
              </a:rPr>
              <a:t>)</a:t>
            </a:r>
          </a:p>
          <a:p>
            <a:pPr marL="342900" indent="-342900">
              <a:lnSpc>
                <a:spcPct val="150000"/>
              </a:lnSpc>
              <a:buFont typeface="Wingdings"/>
              <a:buChar char="v"/>
            </a:pPr>
            <a:r>
              <a:rPr lang="en-US" sz="2200">
                <a:solidFill>
                  <a:schemeClr val="bg1"/>
                </a:solidFill>
                <a:latin typeface="Aldhabi"/>
                <a:cs typeface="Aldhabi"/>
              </a:rPr>
              <a:t>The water model's scores were very </a:t>
            </a:r>
            <a:r>
              <a:rPr lang="en-US" sz="2200" b="1">
                <a:solidFill>
                  <a:schemeClr val="bg1"/>
                </a:solidFill>
                <a:latin typeface="Aldhabi"/>
                <a:cs typeface="Aldhabi"/>
              </a:rPr>
              <a:t>similar to WSTATT</a:t>
            </a:r>
            <a:r>
              <a:rPr lang="en-US" sz="2200">
                <a:solidFill>
                  <a:schemeClr val="bg1"/>
                </a:solidFill>
                <a:latin typeface="Aldhabi"/>
                <a:cs typeface="Aldhabi"/>
              </a:rPr>
              <a:t> in full</a:t>
            </a:r>
          </a:p>
          <a:p>
            <a:pPr>
              <a:lnSpc>
                <a:spcPct val="150000"/>
              </a:lnSpc>
            </a:pPr>
            <a:endParaRPr lang="en-US" sz="2200">
              <a:solidFill>
                <a:schemeClr val="bg1"/>
              </a:solidFill>
              <a:latin typeface="Aldhabi"/>
              <a:cs typeface="Aldhabi"/>
            </a:endParaRPr>
          </a:p>
        </p:txBody>
      </p:sp>
      <p:pic>
        <p:nvPicPr>
          <p:cNvPr id="2" name="Picture 1">
            <a:extLst>
              <a:ext uri="{FF2B5EF4-FFF2-40B4-BE49-F238E27FC236}">
                <a16:creationId xmlns:a16="http://schemas.microsoft.com/office/drawing/2014/main" id="{662E5F40-CA40-DF96-34E4-DB6D8E37271B}"/>
              </a:ext>
            </a:extLst>
          </p:cNvPr>
          <p:cNvPicPr>
            <a:picLocks noChangeAspect="1"/>
          </p:cNvPicPr>
          <p:nvPr/>
        </p:nvPicPr>
        <p:blipFill>
          <a:blip r:embed="rId3"/>
          <a:stretch>
            <a:fillRect/>
          </a:stretch>
        </p:blipFill>
        <p:spPr>
          <a:xfrm>
            <a:off x="5883940" y="3905187"/>
            <a:ext cx="6176596" cy="1350352"/>
          </a:xfrm>
          <a:prstGeom prst="rect">
            <a:avLst/>
          </a:prstGeom>
        </p:spPr>
      </p:pic>
      <p:sp>
        <p:nvSpPr>
          <p:cNvPr id="6" name="TextBox 12">
            <a:extLst>
              <a:ext uri="{FF2B5EF4-FFF2-40B4-BE49-F238E27FC236}">
                <a16:creationId xmlns:a16="http://schemas.microsoft.com/office/drawing/2014/main" id="{52B2536D-2E4F-135C-6697-1C34817ABF4B}"/>
              </a:ext>
            </a:extLst>
          </p:cNvPr>
          <p:cNvSpPr txBox="1"/>
          <p:nvPr/>
        </p:nvSpPr>
        <p:spPr>
          <a:xfrm>
            <a:off x="5883940" y="5151439"/>
            <a:ext cx="4952215" cy="5578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a:latin typeface="Aldhabi"/>
                <a:cs typeface="Aldhabi"/>
              </a:rPr>
              <a:t>*Shows direct improvements over STATT for each trained model</a:t>
            </a:r>
            <a:endParaRPr lang="en-US"/>
          </a:p>
        </p:txBody>
      </p:sp>
    </p:spTree>
    <p:extLst>
      <p:ext uri="{BB962C8B-B14F-4D97-AF65-F5344CB8AC3E}">
        <p14:creationId xmlns:p14="http://schemas.microsoft.com/office/powerpoint/2010/main" val="175608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7"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4986DF-4565-FCD4-0FDF-82542934518B}"/>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28</a:t>
            </a:fld>
            <a:endParaRPr lang="en-US">
              <a:latin typeface="Abadi MT Condensed Light" panose="020B0306030101010103" pitchFamily="34" charset="77"/>
            </a:endParaRPr>
          </a:p>
        </p:txBody>
      </p:sp>
      <p:sp>
        <p:nvSpPr>
          <p:cNvPr id="5" name="Title 1">
            <a:extLst>
              <a:ext uri="{FF2B5EF4-FFF2-40B4-BE49-F238E27FC236}">
                <a16:creationId xmlns:a16="http://schemas.microsoft.com/office/drawing/2014/main" id="{2DD761D4-4A8C-BE21-0D9E-F19226787453}"/>
              </a:ext>
            </a:extLst>
          </p:cNvPr>
          <p:cNvSpPr txBox="1">
            <a:spLocks/>
          </p:cNvSpPr>
          <p:nvPr/>
        </p:nvSpPr>
        <p:spPr>
          <a:xfrm>
            <a:off x="601361" y="124591"/>
            <a:ext cx="10877178" cy="893803"/>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Direct Model Comparison</a:t>
            </a:r>
            <a:endParaRPr lang="en-US"/>
          </a:p>
        </p:txBody>
      </p:sp>
      <p:grpSp>
        <p:nvGrpSpPr>
          <p:cNvPr id="9" name="Group 8">
            <a:extLst>
              <a:ext uri="{FF2B5EF4-FFF2-40B4-BE49-F238E27FC236}">
                <a16:creationId xmlns:a16="http://schemas.microsoft.com/office/drawing/2014/main" id="{EBA917BC-A2C6-F636-BF09-C7605CFC8401}"/>
              </a:ext>
            </a:extLst>
          </p:cNvPr>
          <p:cNvGrpSpPr/>
          <p:nvPr/>
        </p:nvGrpSpPr>
        <p:grpSpPr>
          <a:xfrm>
            <a:off x="600113" y="1016569"/>
            <a:ext cx="10886342" cy="4807437"/>
            <a:chOff x="1086122" y="833396"/>
            <a:chExt cx="9975372" cy="4367822"/>
          </a:xfrm>
        </p:grpSpPr>
        <p:sp>
          <p:nvSpPr>
            <p:cNvPr id="25" name="Rectangle 24">
              <a:extLst>
                <a:ext uri="{FF2B5EF4-FFF2-40B4-BE49-F238E27FC236}">
                  <a16:creationId xmlns:a16="http://schemas.microsoft.com/office/drawing/2014/main" id="{46055142-58FE-3140-D5A3-3DB83D198442}"/>
                </a:ext>
              </a:extLst>
            </p:cNvPr>
            <p:cNvSpPr/>
            <p:nvPr/>
          </p:nvSpPr>
          <p:spPr>
            <a:xfrm>
              <a:off x="1086122" y="835842"/>
              <a:ext cx="9975372" cy="436537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509A37B-26FA-3A06-96ED-AF58AE996BF5}"/>
                </a:ext>
              </a:extLst>
            </p:cNvPr>
            <p:cNvPicPr>
              <a:picLocks noChangeAspect="1"/>
            </p:cNvPicPr>
            <p:nvPr/>
          </p:nvPicPr>
          <p:blipFill>
            <a:blip r:embed="rId3"/>
            <a:stretch>
              <a:fillRect/>
            </a:stretch>
          </p:blipFill>
          <p:spPr>
            <a:xfrm>
              <a:off x="1306756" y="4615554"/>
              <a:ext cx="9738212" cy="487890"/>
            </a:xfrm>
            <a:prstGeom prst="rect">
              <a:avLst/>
            </a:prstGeom>
          </p:spPr>
        </p:pic>
        <p:pic>
          <p:nvPicPr>
            <p:cNvPr id="2" name="Picture 1">
              <a:extLst>
                <a:ext uri="{FF2B5EF4-FFF2-40B4-BE49-F238E27FC236}">
                  <a16:creationId xmlns:a16="http://schemas.microsoft.com/office/drawing/2014/main" id="{BBF76AC1-35F4-CEF6-F521-797E3732A2E3}"/>
                </a:ext>
              </a:extLst>
            </p:cNvPr>
            <p:cNvPicPr>
              <a:picLocks noChangeAspect="1"/>
            </p:cNvPicPr>
            <p:nvPr/>
          </p:nvPicPr>
          <p:blipFill>
            <a:blip r:embed="rId4"/>
            <a:stretch>
              <a:fillRect/>
            </a:stretch>
          </p:blipFill>
          <p:spPr>
            <a:xfrm>
              <a:off x="1304193" y="1195388"/>
              <a:ext cx="1905001" cy="1646360"/>
            </a:xfrm>
            <a:prstGeom prst="rect">
              <a:avLst/>
            </a:prstGeom>
          </p:spPr>
        </p:pic>
        <p:pic>
          <p:nvPicPr>
            <p:cNvPr id="3" name="Picture 2">
              <a:extLst>
                <a:ext uri="{FF2B5EF4-FFF2-40B4-BE49-F238E27FC236}">
                  <a16:creationId xmlns:a16="http://schemas.microsoft.com/office/drawing/2014/main" id="{FE5A6241-5D7F-A752-BEA7-23F4C3E8FD39}"/>
                </a:ext>
              </a:extLst>
            </p:cNvPr>
            <p:cNvPicPr>
              <a:picLocks noChangeAspect="1"/>
            </p:cNvPicPr>
            <p:nvPr/>
          </p:nvPicPr>
          <p:blipFill>
            <a:blip r:embed="rId5"/>
            <a:stretch>
              <a:fillRect/>
            </a:stretch>
          </p:blipFill>
          <p:spPr>
            <a:xfrm>
              <a:off x="7175990" y="1190989"/>
              <a:ext cx="1899139" cy="1655154"/>
            </a:xfrm>
            <a:prstGeom prst="rect">
              <a:avLst/>
            </a:prstGeom>
          </p:spPr>
        </p:pic>
        <p:pic>
          <p:nvPicPr>
            <p:cNvPr id="7" name="Picture 6">
              <a:extLst>
                <a:ext uri="{FF2B5EF4-FFF2-40B4-BE49-F238E27FC236}">
                  <a16:creationId xmlns:a16="http://schemas.microsoft.com/office/drawing/2014/main" id="{C1F3413E-6453-AE77-AD08-0A0BF2929EA3}"/>
                </a:ext>
              </a:extLst>
            </p:cNvPr>
            <p:cNvPicPr>
              <a:picLocks noChangeAspect="1"/>
            </p:cNvPicPr>
            <p:nvPr/>
          </p:nvPicPr>
          <p:blipFill>
            <a:blip r:embed="rId6"/>
            <a:stretch>
              <a:fillRect/>
            </a:stretch>
          </p:blipFill>
          <p:spPr>
            <a:xfrm>
              <a:off x="3261582" y="1195386"/>
              <a:ext cx="1910129" cy="1646363"/>
            </a:xfrm>
            <a:prstGeom prst="rect">
              <a:avLst/>
            </a:prstGeom>
          </p:spPr>
        </p:pic>
        <p:pic>
          <p:nvPicPr>
            <p:cNvPr id="8" name="Picture 7">
              <a:extLst>
                <a:ext uri="{FF2B5EF4-FFF2-40B4-BE49-F238E27FC236}">
                  <a16:creationId xmlns:a16="http://schemas.microsoft.com/office/drawing/2014/main" id="{3EB57556-95B8-492D-FC9C-1D47D1DE6B78}"/>
                </a:ext>
              </a:extLst>
            </p:cNvPr>
            <p:cNvPicPr>
              <a:picLocks noChangeAspect="1"/>
            </p:cNvPicPr>
            <p:nvPr/>
          </p:nvPicPr>
          <p:blipFill>
            <a:blip r:embed="rId7"/>
            <a:stretch>
              <a:fillRect/>
            </a:stretch>
          </p:blipFill>
          <p:spPr>
            <a:xfrm>
              <a:off x="5221532" y="1197218"/>
              <a:ext cx="1910131" cy="1650026"/>
            </a:xfrm>
            <a:prstGeom prst="rect">
              <a:avLst/>
            </a:prstGeom>
          </p:spPr>
        </p:pic>
        <p:pic>
          <p:nvPicPr>
            <p:cNvPr id="24" name="Picture 23">
              <a:extLst>
                <a:ext uri="{FF2B5EF4-FFF2-40B4-BE49-F238E27FC236}">
                  <a16:creationId xmlns:a16="http://schemas.microsoft.com/office/drawing/2014/main" id="{1F3A9E46-8CF0-1F31-DF04-619CA66A8324}"/>
                </a:ext>
              </a:extLst>
            </p:cNvPr>
            <p:cNvPicPr>
              <a:picLocks noChangeAspect="1"/>
            </p:cNvPicPr>
            <p:nvPr/>
          </p:nvPicPr>
          <p:blipFill>
            <a:blip r:embed="rId8"/>
            <a:stretch>
              <a:fillRect/>
            </a:stretch>
          </p:blipFill>
          <p:spPr>
            <a:xfrm>
              <a:off x="9101501" y="1193920"/>
              <a:ext cx="1858110" cy="1649292"/>
            </a:xfrm>
            <a:prstGeom prst="rect">
              <a:avLst/>
            </a:prstGeom>
          </p:spPr>
        </p:pic>
        <p:sp>
          <p:nvSpPr>
            <p:cNvPr id="28" name="TextBox 12">
              <a:extLst>
                <a:ext uri="{FF2B5EF4-FFF2-40B4-BE49-F238E27FC236}">
                  <a16:creationId xmlns:a16="http://schemas.microsoft.com/office/drawing/2014/main" id="{5D728C84-D0B4-0E53-28B4-107C0C5333BF}"/>
                </a:ext>
              </a:extLst>
            </p:cNvPr>
            <p:cNvSpPr txBox="1"/>
            <p:nvPr/>
          </p:nvSpPr>
          <p:spPr>
            <a:xfrm>
              <a:off x="1893721" y="833396"/>
              <a:ext cx="72458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solidFill>
                    <a:schemeClr val="bg1"/>
                  </a:solidFill>
                  <a:latin typeface="Aldhabi"/>
                  <a:cs typeface="Aldhabi"/>
                </a:rPr>
                <a:t>STATT</a:t>
              </a:r>
              <a:endParaRPr lang="en-US">
                <a:solidFill>
                  <a:schemeClr val="bg1"/>
                </a:solidFill>
              </a:endParaRPr>
            </a:p>
          </p:txBody>
        </p:sp>
        <p:sp>
          <p:nvSpPr>
            <p:cNvPr id="34" name="TextBox 12">
              <a:extLst>
                <a:ext uri="{FF2B5EF4-FFF2-40B4-BE49-F238E27FC236}">
                  <a16:creationId xmlns:a16="http://schemas.microsoft.com/office/drawing/2014/main" id="{8A23F9D6-8BC0-3F65-9EB2-948C2C6707A9}"/>
                </a:ext>
              </a:extLst>
            </p:cNvPr>
            <p:cNvSpPr txBox="1"/>
            <p:nvPr/>
          </p:nvSpPr>
          <p:spPr>
            <a:xfrm>
              <a:off x="9122463" y="837792"/>
              <a:ext cx="178698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CDL Ground-Truth</a:t>
              </a:r>
            </a:p>
          </p:txBody>
        </p:sp>
        <p:sp>
          <p:nvSpPr>
            <p:cNvPr id="36" name="TextBox 12">
              <a:extLst>
                <a:ext uri="{FF2B5EF4-FFF2-40B4-BE49-F238E27FC236}">
                  <a16:creationId xmlns:a16="http://schemas.microsoft.com/office/drawing/2014/main" id="{5E42A7DC-37C6-736E-890D-4F25F12CC0AB}"/>
                </a:ext>
              </a:extLst>
            </p:cNvPr>
            <p:cNvSpPr txBox="1"/>
            <p:nvPr/>
          </p:nvSpPr>
          <p:spPr>
            <a:xfrm>
              <a:off x="7230651" y="836327"/>
              <a:ext cx="178698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WSTATT</a:t>
              </a:r>
              <a:endParaRPr lang="en-US">
                <a:solidFill>
                  <a:schemeClr val="bg1"/>
                </a:solidFill>
              </a:endParaRPr>
            </a:p>
          </p:txBody>
        </p:sp>
        <p:sp>
          <p:nvSpPr>
            <p:cNvPr id="38" name="TextBox 12">
              <a:extLst>
                <a:ext uri="{FF2B5EF4-FFF2-40B4-BE49-F238E27FC236}">
                  <a16:creationId xmlns:a16="http://schemas.microsoft.com/office/drawing/2014/main" id="{6D2F72F5-F9C2-CE02-394E-B2A9E7C9EC4B}"/>
                </a:ext>
              </a:extLst>
            </p:cNvPr>
            <p:cNvSpPr txBox="1"/>
            <p:nvPr/>
          </p:nvSpPr>
          <p:spPr>
            <a:xfrm>
              <a:off x="5215749" y="836327"/>
              <a:ext cx="191887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Water-Trained Model</a:t>
              </a:r>
              <a:endParaRPr lang="en-US">
                <a:solidFill>
                  <a:schemeClr val="bg1"/>
                </a:solidFill>
              </a:endParaRPr>
            </a:p>
          </p:txBody>
        </p:sp>
        <p:sp>
          <p:nvSpPr>
            <p:cNvPr id="40" name="TextBox 12">
              <a:extLst>
                <a:ext uri="{FF2B5EF4-FFF2-40B4-BE49-F238E27FC236}">
                  <a16:creationId xmlns:a16="http://schemas.microsoft.com/office/drawing/2014/main" id="{8265F87F-46E3-EB52-C479-C80636A197B8}"/>
                </a:ext>
              </a:extLst>
            </p:cNvPr>
            <p:cNvSpPr txBox="1"/>
            <p:nvPr/>
          </p:nvSpPr>
          <p:spPr>
            <a:xfrm>
              <a:off x="3325401" y="836327"/>
              <a:ext cx="178698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Sun-Trained Model</a:t>
              </a:r>
              <a:endParaRPr lang="en-US">
                <a:solidFill>
                  <a:schemeClr val="bg1"/>
                </a:solidFill>
              </a:endParaRPr>
            </a:p>
          </p:txBody>
        </p:sp>
        <p:sp>
          <p:nvSpPr>
            <p:cNvPr id="41" name="Oval 40">
              <a:extLst>
                <a:ext uri="{FF2B5EF4-FFF2-40B4-BE49-F238E27FC236}">
                  <a16:creationId xmlns:a16="http://schemas.microsoft.com/office/drawing/2014/main" id="{F2C63C5B-8F99-91D5-E64C-10A6F9D046D4}"/>
                </a:ext>
              </a:extLst>
            </p:cNvPr>
            <p:cNvSpPr/>
            <p:nvPr/>
          </p:nvSpPr>
          <p:spPr>
            <a:xfrm>
              <a:off x="3264375" y="1529385"/>
              <a:ext cx="870438" cy="1310053"/>
            </a:xfrm>
            <a:custGeom>
              <a:avLst/>
              <a:gdLst>
                <a:gd name="csX0" fmla="*/ 0 w 870438"/>
                <a:gd name="csY0" fmla="*/ 655027 h 1310053"/>
                <a:gd name="csX1" fmla="*/ 435219 w 870438"/>
                <a:gd name="csY1" fmla="*/ 0 h 1310053"/>
                <a:gd name="csX2" fmla="*/ 870438 w 870438"/>
                <a:gd name="csY2" fmla="*/ 655027 h 1310053"/>
                <a:gd name="csX3" fmla="*/ 435219 w 870438"/>
                <a:gd name="csY3" fmla="*/ 1310054 h 1310053"/>
                <a:gd name="csX4" fmla="*/ 0 w 870438"/>
                <a:gd name="csY4" fmla="*/ 655027 h 1310053"/>
              </a:gdLst>
              <a:ahLst/>
              <a:cxnLst>
                <a:cxn ang="0">
                  <a:pos x="csX0" y="csY0"/>
                </a:cxn>
                <a:cxn ang="0">
                  <a:pos x="csX1" y="csY1"/>
                </a:cxn>
                <a:cxn ang="0">
                  <a:pos x="csX2" y="csY2"/>
                </a:cxn>
                <a:cxn ang="0">
                  <a:pos x="csX3" y="csY3"/>
                </a:cxn>
                <a:cxn ang="0">
                  <a:pos x="csX4" y="csY4"/>
                </a:cxn>
              </a:cxnLst>
              <a:rect l="l" t="t" r="r" b="b"/>
              <a:pathLst>
                <a:path w="870438" h="1310053" extrusionOk="0">
                  <a:moveTo>
                    <a:pt x="0" y="655027"/>
                  </a:moveTo>
                  <a:cubicBezTo>
                    <a:pt x="-16007" y="243020"/>
                    <a:pt x="168334" y="2283"/>
                    <a:pt x="435219" y="0"/>
                  </a:cubicBezTo>
                  <a:cubicBezTo>
                    <a:pt x="622169" y="74414"/>
                    <a:pt x="863157" y="285612"/>
                    <a:pt x="870438" y="655027"/>
                  </a:cubicBezTo>
                  <a:cubicBezTo>
                    <a:pt x="875910" y="1026038"/>
                    <a:pt x="700302" y="1316716"/>
                    <a:pt x="435219" y="1310054"/>
                  </a:cubicBezTo>
                  <a:cubicBezTo>
                    <a:pt x="178935" y="1321103"/>
                    <a:pt x="-74032" y="950173"/>
                    <a:pt x="0" y="655027"/>
                  </a:cubicBezTo>
                  <a:close/>
                </a:path>
              </a:pathLst>
            </a:custGeom>
            <a:noFill/>
            <a:ln w="28575">
              <a:solidFill>
                <a:srgbClr val="FF0000"/>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EEEA9DBF-2C8A-3F3F-AC95-697176454499}"/>
                </a:ext>
              </a:extLst>
            </p:cNvPr>
            <p:cNvSpPr/>
            <p:nvPr/>
          </p:nvSpPr>
          <p:spPr>
            <a:xfrm>
              <a:off x="9067297" y="1529384"/>
              <a:ext cx="870438" cy="1310053"/>
            </a:xfrm>
            <a:custGeom>
              <a:avLst/>
              <a:gdLst>
                <a:gd name="csX0" fmla="*/ 0 w 870438"/>
                <a:gd name="csY0" fmla="*/ 655027 h 1310053"/>
                <a:gd name="csX1" fmla="*/ 435219 w 870438"/>
                <a:gd name="csY1" fmla="*/ 0 h 1310053"/>
                <a:gd name="csX2" fmla="*/ 870438 w 870438"/>
                <a:gd name="csY2" fmla="*/ 655027 h 1310053"/>
                <a:gd name="csX3" fmla="*/ 435219 w 870438"/>
                <a:gd name="csY3" fmla="*/ 1310054 h 1310053"/>
                <a:gd name="csX4" fmla="*/ 0 w 870438"/>
                <a:gd name="csY4" fmla="*/ 655027 h 1310053"/>
              </a:gdLst>
              <a:ahLst/>
              <a:cxnLst>
                <a:cxn ang="0">
                  <a:pos x="csX0" y="csY0"/>
                </a:cxn>
                <a:cxn ang="0">
                  <a:pos x="csX1" y="csY1"/>
                </a:cxn>
                <a:cxn ang="0">
                  <a:pos x="csX2" y="csY2"/>
                </a:cxn>
                <a:cxn ang="0">
                  <a:pos x="csX3" y="csY3"/>
                </a:cxn>
                <a:cxn ang="0">
                  <a:pos x="csX4" y="csY4"/>
                </a:cxn>
              </a:cxnLst>
              <a:rect l="l" t="t" r="r" b="b"/>
              <a:pathLst>
                <a:path w="870438" h="1310053" extrusionOk="0">
                  <a:moveTo>
                    <a:pt x="0" y="655027"/>
                  </a:moveTo>
                  <a:cubicBezTo>
                    <a:pt x="-16007" y="243020"/>
                    <a:pt x="168334" y="2283"/>
                    <a:pt x="435219" y="0"/>
                  </a:cubicBezTo>
                  <a:cubicBezTo>
                    <a:pt x="622169" y="74414"/>
                    <a:pt x="863157" y="285612"/>
                    <a:pt x="870438" y="655027"/>
                  </a:cubicBezTo>
                  <a:cubicBezTo>
                    <a:pt x="875910" y="1026038"/>
                    <a:pt x="700302" y="1316716"/>
                    <a:pt x="435219" y="1310054"/>
                  </a:cubicBezTo>
                  <a:cubicBezTo>
                    <a:pt x="178935" y="1321103"/>
                    <a:pt x="-74032" y="950173"/>
                    <a:pt x="0" y="655027"/>
                  </a:cubicBezTo>
                  <a:close/>
                </a:path>
              </a:pathLst>
            </a:custGeom>
            <a:noFill/>
            <a:ln w="28575">
              <a:solidFill>
                <a:srgbClr val="FF0000"/>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8" name="Picture 47">
              <a:extLst>
                <a:ext uri="{FF2B5EF4-FFF2-40B4-BE49-F238E27FC236}">
                  <a16:creationId xmlns:a16="http://schemas.microsoft.com/office/drawing/2014/main" id="{69D69B09-2A86-E8B9-F342-2C43AFD7EE55}"/>
                </a:ext>
              </a:extLst>
            </p:cNvPr>
            <p:cNvPicPr>
              <a:picLocks noChangeAspect="1"/>
            </p:cNvPicPr>
            <p:nvPr/>
          </p:nvPicPr>
          <p:blipFill>
            <a:blip r:embed="rId9"/>
            <a:stretch>
              <a:fillRect/>
            </a:stretch>
          </p:blipFill>
          <p:spPr>
            <a:xfrm>
              <a:off x="5218967" y="2858234"/>
              <a:ext cx="1915258" cy="1727688"/>
            </a:xfrm>
            <a:prstGeom prst="rect">
              <a:avLst/>
            </a:prstGeom>
          </p:spPr>
        </p:pic>
        <p:pic>
          <p:nvPicPr>
            <p:cNvPr id="49" name="Picture 48">
              <a:extLst>
                <a:ext uri="{FF2B5EF4-FFF2-40B4-BE49-F238E27FC236}">
                  <a16:creationId xmlns:a16="http://schemas.microsoft.com/office/drawing/2014/main" id="{B541F9E0-243D-34A0-5A45-186C256C96B3}"/>
                </a:ext>
              </a:extLst>
            </p:cNvPr>
            <p:cNvPicPr>
              <a:picLocks noChangeAspect="1"/>
            </p:cNvPicPr>
            <p:nvPr/>
          </p:nvPicPr>
          <p:blipFill>
            <a:blip r:embed="rId10"/>
            <a:stretch>
              <a:fillRect/>
            </a:stretch>
          </p:blipFill>
          <p:spPr>
            <a:xfrm>
              <a:off x="3257916" y="2862263"/>
              <a:ext cx="1924784" cy="1726957"/>
            </a:xfrm>
            <a:prstGeom prst="rect">
              <a:avLst/>
            </a:prstGeom>
          </p:spPr>
        </p:pic>
        <p:pic>
          <p:nvPicPr>
            <p:cNvPr id="50" name="Picture 49">
              <a:extLst>
                <a:ext uri="{FF2B5EF4-FFF2-40B4-BE49-F238E27FC236}">
                  <a16:creationId xmlns:a16="http://schemas.microsoft.com/office/drawing/2014/main" id="{6FD55F7B-35FF-69CD-5C2C-C28DDB04E4EA}"/>
                </a:ext>
              </a:extLst>
            </p:cNvPr>
            <p:cNvPicPr>
              <a:picLocks noChangeAspect="1"/>
            </p:cNvPicPr>
            <p:nvPr/>
          </p:nvPicPr>
          <p:blipFill>
            <a:blip r:embed="rId11"/>
            <a:stretch>
              <a:fillRect/>
            </a:stretch>
          </p:blipFill>
          <p:spPr>
            <a:xfrm>
              <a:off x="1300894" y="2864827"/>
              <a:ext cx="1918922" cy="1729154"/>
            </a:xfrm>
            <a:prstGeom prst="rect">
              <a:avLst/>
            </a:prstGeom>
          </p:spPr>
        </p:pic>
        <p:pic>
          <p:nvPicPr>
            <p:cNvPr id="51" name="Picture 50">
              <a:extLst>
                <a:ext uri="{FF2B5EF4-FFF2-40B4-BE49-F238E27FC236}">
                  <a16:creationId xmlns:a16="http://schemas.microsoft.com/office/drawing/2014/main" id="{9AC5C78E-38E5-B9A4-515E-EF986E5DCF61}"/>
                </a:ext>
              </a:extLst>
            </p:cNvPr>
            <p:cNvPicPr>
              <a:picLocks noChangeAspect="1"/>
            </p:cNvPicPr>
            <p:nvPr/>
          </p:nvPicPr>
          <p:blipFill>
            <a:blip r:embed="rId9"/>
            <a:stretch>
              <a:fillRect/>
            </a:stretch>
          </p:blipFill>
          <p:spPr>
            <a:xfrm>
              <a:off x="7182582" y="2865560"/>
              <a:ext cx="1900604" cy="1705708"/>
            </a:xfrm>
            <a:prstGeom prst="rect">
              <a:avLst/>
            </a:prstGeom>
          </p:spPr>
        </p:pic>
        <p:pic>
          <p:nvPicPr>
            <p:cNvPr id="52" name="Picture 51">
              <a:extLst>
                <a:ext uri="{FF2B5EF4-FFF2-40B4-BE49-F238E27FC236}">
                  <a16:creationId xmlns:a16="http://schemas.microsoft.com/office/drawing/2014/main" id="{113739DD-332E-D058-4589-C294FFD57F7B}"/>
                </a:ext>
              </a:extLst>
            </p:cNvPr>
            <p:cNvPicPr>
              <a:picLocks noChangeAspect="1"/>
            </p:cNvPicPr>
            <p:nvPr/>
          </p:nvPicPr>
          <p:blipFill>
            <a:blip r:embed="rId12"/>
            <a:stretch>
              <a:fillRect/>
            </a:stretch>
          </p:blipFill>
          <p:spPr>
            <a:xfrm>
              <a:off x="9105308" y="2864826"/>
              <a:ext cx="1857825" cy="1685194"/>
            </a:xfrm>
            <a:prstGeom prst="rect">
              <a:avLst/>
            </a:prstGeom>
          </p:spPr>
        </p:pic>
        <p:sp>
          <p:nvSpPr>
            <p:cNvPr id="53" name="Oval 52">
              <a:extLst>
                <a:ext uri="{FF2B5EF4-FFF2-40B4-BE49-F238E27FC236}">
                  <a16:creationId xmlns:a16="http://schemas.microsoft.com/office/drawing/2014/main" id="{D85053DE-1BAE-DE5F-D484-F1ABC7D2B4CB}"/>
                </a:ext>
              </a:extLst>
            </p:cNvPr>
            <p:cNvSpPr/>
            <p:nvPr/>
          </p:nvSpPr>
          <p:spPr>
            <a:xfrm>
              <a:off x="7704489" y="2826248"/>
              <a:ext cx="1383322" cy="1024304"/>
            </a:xfrm>
            <a:custGeom>
              <a:avLst/>
              <a:gdLst>
                <a:gd name="csX0" fmla="*/ 0 w 1383322"/>
                <a:gd name="csY0" fmla="*/ 512152 h 1024304"/>
                <a:gd name="csX1" fmla="*/ 691661 w 1383322"/>
                <a:gd name="csY1" fmla="*/ 0 h 1024304"/>
                <a:gd name="csX2" fmla="*/ 1383322 w 1383322"/>
                <a:gd name="csY2" fmla="*/ 512152 h 1024304"/>
                <a:gd name="csX3" fmla="*/ 691661 w 1383322"/>
                <a:gd name="csY3" fmla="*/ 1024304 h 1024304"/>
                <a:gd name="csX4" fmla="*/ 0 w 1383322"/>
                <a:gd name="csY4" fmla="*/ 512152 h 1024304"/>
              </a:gdLst>
              <a:ahLst/>
              <a:cxnLst>
                <a:cxn ang="0">
                  <a:pos x="csX0" y="csY0"/>
                </a:cxn>
                <a:cxn ang="0">
                  <a:pos x="csX1" y="csY1"/>
                </a:cxn>
                <a:cxn ang="0">
                  <a:pos x="csX2" y="csY2"/>
                </a:cxn>
                <a:cxn ang="0">
                  <a:pos x="csX3" y="csY3"/>
                </a:cxn>
                <a:cxn ang="0">
                  <a:pos x="csX4" y="csY4"/>
                </a:cxn>
              </a:cxnLst>
              <a:rect l="l" t="t" r="r" b="b"/>
              <a:pathLst>
                <a:path w="1383322" h="1024304" extrusionOk="0">
                  <a:moveTo>
                    <a:pt x="0" y="512152"/>
                  </a:moveTo>
                  <a:cubicBezTo>
                    <a:pt x="-6613" y="208539"/>
                    <a:pt x="296453" y="1138"/>
                    <a:pt x="691661" y="0"/>
                  </a:cubicBezTo>
                  <a:cubicBezTo>
                    <a:pt x="1050442" y="32338"/>
                    <a:pt x="1346288" y="190370"/>
                    <a:pt x="1383322" y="512152"/>
                  </a:cubicBezTo>
                  <a:cubicBezTo>
                    <a:pt x="1423046" y="862157"/>
                    <a:pt x="1158441" y="1047156"/>
                    <a:pt x="691661" y="1024304"/>
                  </a:cubicBezTo>
                  <a:cubicBezTo>
                    <a:pt x="296476" y="1033460"/>
                    <a:pt x="-21242" y="775892"/>
                    <a:pt x="0" y="512152"/>
                  </a:cubicBezTo>
                  <a:close/>
                </a:path>
              </a:pathLst>
            </a:custGeom>
            <a:noFill/>
            <a:ln w="28575">
              <a:solidFill>
                <a:srgbClr val="FF0000"/>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Oval 53">
              <a:extLst>
                <a:ext uri="{FF2B5EF4-FFF2-40B4-BE49-F238E27FC236}">
                  <a16:creationId xmlns:a16="http://schemas.microsoft.com/office/drawing/2014/main" id="{6199D2CC-EFA0-69C5-4E96-20B91E45757B}"/>
                </a:ext>
              </a:extLst>
            </p:cNvPr>
            <p:cNvSpPr/>
            <p:nvPr/>
          </p:nvSpPr>
          <p:spPr>
            <a:xfrm>
              <a:off x="3733296" y="2855555"/>
              <a:ext cx="1383322" cy="1024304"/>
            </a:xfrm>
            <a:custGeom>
              <a:avLst/>
              <a:gdLst>
                <a:gd name="csX0" fmla="*/ 0 w 1383322"/>
                <a:gd name="csY0" fmla="*/ 512152 h 1024304"/>
                <a:gd name="csX1" fmla="*/ 691661 w 1383322"/>
                <a:gd name="csY1" fmla="*/ 0 h 1024304"/>
                <a:gd name="csX2" fmla="*/ 1383322 w 1383322"/>
                <a:gd name="csY2" fmla="*/ 512152 h 1024304"/>
                <a:gd name="csX3" fmla="*/ 691661 w 1383322"/>
                <a:gd name="csY3" fmla="*/ 1024304 h 1024304"/>
                <a:gd name="csX4" fmla="*/ 0 w 1383322"/>
                <a:gd name="csY4" fmla="*/ 512152 h 1024304"/>
              </a:gdLst>
              <a:ahLst/>
              <a:cxnLst>
                <a:cxn ang="0">
                  <a:pos x="csX0" y="csY0"/>
                </a:cxn>
                <a:cxn ang="0">
                  <a:pos x="csX1" y="csY1"/>
                </a:cxn>
                <a:cxn ang="0">
                  <a:pos x="csX2" y="csY2"/>
                </a:cxn>
                <a:cxn ang="0">
                  <a:pos x="csX3" y="csY3"/>
                </a:cxn>
                <a:cxn ang="0">
                  <a:pos x="csX4" y="csY4"/>
                </a:cxn>
              </a:cxnLst>
              <a:rect l="l" t="t" r="r" b="b"/>
              <a:pathLst>
                <a:path w="1383322" h="1024304" extrusionOk="0">
                  <a:moveTo>
                    <a:pt x="0" y="512152"/>
                  </a:moveTo>
                  <a:cubicBezTo>
                    <a:pt x="-6613" y="208539"/>
                    <a:pt x="296453" y="1138"/>
                    <a:pt x="691661" y="0"/>
                  </a:cubicBezTo>
                  <a:cubicBezTo>
                    <a:pt x="1050442" y="32338"/>
                    <a:pt x="1346288" y="190370"/>
                    <a:pt x="1383322" y="512152"/>
                  </a:cubicBezTo>
                  <a:cubicBezTo>
                    <a:pt x="1423046" y="862157"/>
                    <a:pt x="1158441" y="1047156"/>
                    <a:pt x="691661" y="1024304"/>
                  </a:cubicBezTo>
                  <a:cubicBezTo>
                    <a:pt x="296476" y="1033460"/>
                    <a:pt x="-21242" y="775892"/>
                    <a:pt x="0" y="512152"/>
                  </a:cubicBezTo>
                  <a:close/>
                </a:path>
              </a:pathLst>
            </a:custGeom>
            <a:noFill/>
            <a:ln w="28575">
              <a:solidFill>
                <a:srgbClr val="FF0000"/>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5" name="Oval 54">
              <a:extLst>
                <a:ext uri="{FF2B5EF4-FFF2-40B4-BE49-F238E27FC236}">
                  <a16:creationId xmlns:a16="http://schemas.microsoft.com/office/drawing/2014/main" id="{3C31FA69-9054-473D-7046-BE5889CE7B14}"/>
                </a:ext>
              </a:extLst>
            </p:cNvPr>
            <p:cNvSpPr/>
            <p:nvPr/>
          </p:nvSpPr>
          <p:spPr>
            <a:xfrm>
              <a:off x="9587507" y="2840901"/>
              <a:ext cx="1383322" cy="1024304"/>
            </a:xfrm>
            <a:custGeom>
              <a:avLst/>
              <a:gdLst>
                <a:gd name="csX0" fmla="*/ 0 w 1383322"/>
                <a:gd name="csY0" fmla="*/ 512152 h 1024304"/>
                <a:gd name="csX1" fmla="*/ 691661 w 1383322"/>
                <a:gd name="csY1" fmla="*/ 0 h 1024304"/>
                <a:gd name="csX2" fmla="*/ 1383322 w 1383322"/>
                <a:gd name="csY2" fmla="*/ 512152 h 1024304"/>
                <a:gd name="csX3" fmla="*/ 691661 w 1383322"/>
                <a:gd name="csY3" fmla="*/ 1024304 h 1024304"/>
                <a:gd name="csX4" fmla="*/ 0 w 1383322"/>
                <a:gd name="csY4" fmla="*/ 512152 h 1024304"/>
              </a:gdLst>
              <a:ahLst/>
              <a:cxnLst>
                <a:cxn ang="0">
                  <a:pos x="csX0" y="csY0"/>
                </a:cxn>
                <a:cxn ang="0">
                  <a:pos x="csX1" y="csY1"/>
                </a:cxn>
                <a:cxn ang="0">
                  <a:pos x="csX2" y="csY2"/>
                </a:cxn>
                <a:cxn ang="0">
                  <a:pos x="csX3" y="csY3"/>
                </a:cxn>
                <a:cxn ang="0">
                  <a:pos x="csX4" y="csY4"/>
                </a:cxn>
              </a:cxnLst>
              <a:rect l="l" t="t" r="r" b="b"/>
              <a:pathLst>
                <a:path w="1383322" h="1024304" extrusionOk="0">
                  <a:moveTo>
                    <a:pt x="0" y="512152"/>
                  </a:moveTo>
                  <a:cubicBezTo>
                    <a:pt x="-6613" y="208539"/>
                    <a:pt x="296453" y="1138"/>
                    <a:pt x="691661" y="0"/>
                  </a:cubicBezTo>
                  <a:cubicBezTo>
                    <a:pt x="1050442" y="32338"/>
                    <a:pt x="1346288" y="190370"/>
                    <a:pt x="1383322" y="512152"/>
                  </a:cubicBezTo>
                  <a:cubicBezTo>
                    <a:pt x="1423046" y="862157"/>
                    <a:pt x="1158441" y="1047156"/>
                    <a:pt x="691661" y="1024304"/>
                  </a:cubicBezTo>
                  <a:cubicBezTo>
                    <a:pt x="296476" y="1033460"/>
                    <a:pt x="-21242" y="775892"/>
                    <a:pt x="0" y="512152"/>
                  </a:cubicBezTo>
                  <a:close/>
                </a:path>
              </a:pathLst>
            </a:custGeom>
            <a:noFill/>
            <a:ln w="28575">
              <a:solidFill>
                <a:srgbClr val="FF0000"/>
              </a:solidFill>
              <a:extLst>
                <a:ext uri="{C807C97D-BFC1-408E-A445-0C87EB9F89A2}">
                  <ask:lineSketchStyleProps xmlns:ask="http://schemas.microsoft.com/office/drawing/2018/sketchyshapes" sd="349921161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1" name="TextBox 12">
            <a:extLst>
              <a:ext uri="{FF2B5EF4-FFF2-40B4-BE49-F238E27FC236}">
                <a16:creationId xmlns:a16="http://schemas.microsoft.com/office/drawing/2014/main" id="{8B7A384F-18C7-D8F9-3E6A-745C8C7DF99B}"/>
              </a:ext>
            </a:extLst>
          </p:cNvPr>
          <p:cNvSpPr txBox="1"/>
          <p:nvPr/>
        </p:nvSpPr>
        <p:spPr>
          <a:xfrm>
            <a:off x="471410" y="5687159"/>
            <a:ext cx="10879694" cy="5578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a:latin typeface="Aldhabi"/>
                <a:cs typeface="Aldhabi"/>
              </a:rPr>
              <a:t>*Features predicted by the water-trained model are more represented in WSTATT's predictions than those predicted by the sun-trained model </a:t>
            </a:r>
          </a:p>
        </p:txBody>
      </p:sp>
    </p:spTree>
    <p:extLst>
      <p:ext uri="{BB962C8B-B14F-4D97-AF65-F5344CB8AC3E}">
        <p14:creationId xmlns:p14="http://schemas.microsoft.com/office/powerpoint/2010/main" val="141752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00CA-8B80-0694-76C8-ED2BF2FFF078}"/>
              </a:ext>
            </a:extLst>
          </p:cNvPr>
          <p:cNvSpPr>
            <a:spLocks noGrp="1"/>
          </p:cNvSpPr>
          <p:nvPr>
            <p:ph type="title"/>
          </p:nvPr>
        </p:nvSpPr>
        <p:spPr>
          <a:xfrm>
            <a:off x="838200" y="365125"/>
            <a:ext cx="11621964" cy="1340215"/>
          </a:xfrm>
        </p:spPr>
        <p:txBody>
          <a:bodyPr/>
          <a:lstStyle/>
          <a:p>
            <a:r>
              <a:rPr lang="en-US">
                <a:latin typeface="Copperplate Gothic Light"/>
              </a:rPr>
              <a:t>Crop vs. Sun Variables: Possible Explanation</a:t>
            </a:r>
          </a:p>
        </p:txBody>
      </p:sp>
      <p:sp>
        <p:nvSpPr>
          <p:cNvPr id="3" name="Content Placeholder 2">
            <a:extLst>
              <a:ext uri="{FF2B5EF4-FFF2-40B4-BE49-F238E27FC236}">
                <a16:creationId xmlns:a16="http://schemas.microsoft.com/office/drawing/2014/main" id="{2218C1A7-CDD1-5288-40C4-FAEE320DC873}"/>
              </a:ext>
            </a:extLst>
          </p:cNvPr>
          <p:cNvSpPr>
            <a:spLocks noGrp="1"/>
          </p:cNvSpPr>
          <p:nvPr>
            <p:ph idx="1"/>
          </p:nvPr>
        </p:nvSpPr>
        <p:spPr>
          <a:xfrm>
            <a:off x="838200" y="1937375"/>
            <a:ext cx="6837485" cy="1523148"/>
          </a:xfrm>
        </p:spPr>
        <p:txBody>
          <a:bodyPr vert="horz" lIns="91440" tIns="45720" rIns="91440" bIns="45720" rtlCol="0" anchor="t">
            <a:normAutofit/>
          </a:bodyPr>
          <a:lstStyle/>
          <a:p>
            <a:pPr>
              <a:lnSpc>
                <a:spcPct val="100000"/>
              </a:lnSpc>
              <a:buFont typeface="Wingdings" pitchFamily="2" charset="2"/>
              <a:buChar char="v"/>
            </a:pPr>
            <a:r>
              <a:rPr lang="en-US" sz="2200">
                <a:latin typeface="Aldhabi"/>
                <a:cs typeface="Aldhabi"/>
              </a:rPr>
              <a:t>Most sun variables are seasonal and demonstrate redundant trends, so there is less info for the model to gather</a:t>
            </a:r>
          </a:p>
          <a:p>
            <a:pPr>
              <a:lnSpc>
                <a:spcPct val="100000"/>
              </a:lnSpc>
              <a:buFont typeface="Wingdings" pitchFamily="2" charset="2"/>
              <a:buChar char="v"/>
            </a:pPr>
            <a:r>
              <a:rPr lang="en-US" sz="2200">
                <a:latin typeface="Aldhabi"/>
                <a:cs typeface="Aldhabi"/>
              </a:rPr>
              <a:t>Crop phenology is directly influenced by water availability</a:t>
            </a:r>
          </a:p>
          <a:p>
            <a:endParaRPr lang="en-US"/>
          </a:p>
        </p:txBody>
      </p:sp>
      <p:sp>
        <p:nvSpPr>
          <p:cNvPr id="4" name="Slide Number Placeholder 3">
            <a:extLst>
              <a:ext uri="{FF2B5EF4-FFF2-40B4-BE49-F238E27FC236}">
                <a16:creationId xmlns:a16="http://schemas.microsoft.com/office/drawing/2014/main" id="{A5841B0C-7A17-47B4-B855-DFD725113854}"/>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cs typeface="Aldhabi" pitchFamily="2" charset="-78"/>
              </a:rPr>
              <a:t>29</a:t>
            </a:fld>
            <a:endParaRPr lang="en-US">
              <a:latin typeface="Abadi MT Condensed Light" panose="020B0306030101010103" pitchFamily="34" charset="77"/>
              <a:cs typeface="Aldhabi" pitchFamily="2" charset="-78"/>
            </a:endParaRPr>
          </a:p>
        </p:txBody>
      </p:sp>
      <p:sp>
        <p:nvSpPr>
          <p:cNvPr id="16" name="TextBox 12">
            <a:extLst>
              <a:ext uri="{FF2B5EF4-FFF2-40B4-BE49-F238E27FC236}">
                <a16:creationId xmlns:a16="http://schemas.microsoft.com/office/drawing/2014/main" id="{C2CD25C3-548F-063F-CA83-1646B1213799}"/>
              </a:ext>
            </a:extLst>
          </p:cNvPr>
          <p:cNvSpPr txBox="1"/>
          <p:nvPr/>
        </p:nvSpPr>
        <p:spPr>
          <a:xfrm>
            <a:off x="606183" y="6116289"/>
            <a:ext cx="8842288" cy="5578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a:latin typeface="Aldhabi"/>
                <a:cs typeface="Aldhabi"/>
              </a:rPr>
              <a:t>*Most of WSTATT's predictive power comes from prcp and vp (swe doesn't provide a pattern in this region)</a:t>
            </a:r>
          </a:p>
        </p:txBody>
      </p:sp>
      <p:sp>
        <p:nvSpPr>
          <p:cNvPr id="15" name="Rectángulo 14">
            <a:extLst>
              <a:ext uri="{FF2B5EF4-FFF2-40B4-BE49-F238E27FC236}">
                <a16:creationId xmlns:a16="http://schemas.microsoft.com/office/drawing/2014/main" id="{98AEEBAE-3A59-F919-9244-7C990FC11793}"/>
              </a:ext>
            </a:extLst>
          </p:cNvPr>
          <p:cNvSpPr/>
          <p:nvPr/>
        </p:nvSpPr>
        <p:spPr>
          <a:xfrm>
            <a:off x="838200" y="3185652"/>
            <a:ext cx="6409277" cy="308585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grpSp>
        <p:nvGrpSpPr>
          <p:cNvPr id="17" name="Group 13">
            <a:extLst>
              <a:ext uri="{FF2B5EF4-FFF2-40B4-BE49-F238E27FC236}">
                <a16:creationId xmlns:a16="http://schemas.microsoft.com/office/drawing/2014/main" id="{8DBFB467-C2BA-113C-A9F9-9C5B5320E7CE}"/>
              </a:ext>
            </a:extLst>
          </p:cNvPr>
          <p:cNvGrpSpPr/>
          <p:nvPr/>
        </p:nvGrpSpPr>
        <p:grpSpPr>
          <a:xfrm>
            <a:off x="1076008" y="3295492"/>
            <a:ext cx="5964128" cy="2829524"/>
            <a:chOff x="1121020" y="4029155"/>
            <a:chExt cx="4974994" cy="2375255"/>
          </a:xfrm>
        </p:grpSpPr>
        <p:pic>
          <p:nvPicPr>
            <p:cNvPr id="18" name="Picture 10">
              <a:extLst>
                <a:ext uri="{FF2B5EF4-FFF2-40B4-BE49-F238E27FC236}">
                  <a16:creationId xmlns:a16="http://schemas.microsoft.com/office/drawing/2014/main" id="{ACD691FA-2976-C7BE-4589-D0FF0C9363B1}"/>
                </a:ext>
              </a:extLst>
            </p:cNvPr>
            <p:cNvPicPr>
              <a:picLocks noChangeAspect="1"/>
            </p:cNvPicPr>
            <p:nvPr/>
          </p:nvPicPr>
          <p:blipFill>
            <a:blip r:embed="rId3"/>
            <a:srcRect l="23558" r="66707" b="412"/>
            <a:stretch>
              <a:fillRect/>
            </a:stretch>
          </p:blipFill>
          <p:spPr>
            <a:xfrm>
              <a:off x="1121020" y="4029155"/>
              <a:ext cx="1597285" cy="2375255"/>
            </a:xfrm>
            <a:prstGeom prst="rect">
              <a:avLst/>
            </a:prstGeom>
            <a:ln w="12700">
              <a:solidFill>
                <a:schemeClr val="bg1">
                  <a:lumMod val="95000"/>
                  <a:lumOff val="5000"/>
                </a:schemeClr>
              </a:solidFill>
            </a:ln>
          </p:spPr>
        </p:pic>
        <p:pic>
          <p:nvPicPr>
            <p:cNvPr id="19" name="Picture 11">
              <a:extLst>
                <a:ext uri="{FF2B5EF4-FFF2-40B4-BE49-F238E27FC236}">
                  <a16:creationId xmlns:a16="http://schemas.microsoft.com/office/drawing/2014/main" id="{A7C4CBDF-B79C-FFCD-3694-1C4520E3A17F}"/>
                </a:ext>
              </a:extLst>
            </p:cNvPr>
            <p:cNvPicPr>
              <a:picLocks noChangeAspect="1"/>
            </p:cNvPicPr>
            <p:nvPr/>
          </p:nvPicPr>
          <p:blipFill>
            <a:blip r:embed="rId3"/>
            <a:srcRect l="46394" r="44727" b="412"/>
            <a:stretch>
              <a:fillRect/>
            </a:stretch>
          </p:blipFill>
          <p:spPr>
            <a:xfrm>
              <a:off x="2886808" y="4043809"/>
              <a:ext cx="1425358" cy="2353275"/>
            </a:xfrm>
            <a:prstGeom prst="rect">
              <a:avLst/>
            </a:prstGeom>
            <a:ln w="12700">
              <a:solidFill>
                <a:schemeClr val="bg1">
                  <a:lumMod val="95000"/>
                  <a:lumOff val="5000"/>
                </a:schemeClr>
              </a:solidFill>
            </a:ln>
          </p:spPr>
        </p:pic>
        <p:pic>
          <p:nvPicPr>
            <p:cNvPr id="20" name="Picture 12">
              <a:extLst>
                <a:ext uri="{FF2B5EF4-FFF2-40B4-BE49-F238E27FC236}">
                  <a16:creationId xmlns:a16="http://schemas.microsoft.com/office/drawing/2014/main" id="{352019B3-560F-56A8-3C7B-7E922219C0DE}"/>
                </a:ext>
              </a:extLst>
            </p:cNvPr>
            <p:cNvPicPr>
              <a:picLocks noChangeAspect="1"/>
            </p:cNvPicPr>
            <p:nvPr/>
          </p:nvPicPr>
          <p:blipFill>
            <a:blip r:embed="rId3"/>
            <a:srcRect l="80529" r="9916" b="412"/>
            <a:stretch>
              <a:fillRect/>
            </a:stretch>
          </p:blipFill>
          <p:spPr>
            <a:xfrm>
              <a:off x="4586654" y="4051135"/>
              <a:ext cx="1509360" cy="2331293"/>
            </a:xfrm>
            <a:prstGeom prst="rect">
              <a:avLst/>
            </a:prstGeom>
            <a:ln w="12700">
              <a:solidFill>
                <a:schemeClr val="bg1">
                  <a:lumMod val="95000"/>
                  <a:lumOff val="5000"/>
                </a:schemeClr>
              </a:solidFill>
            </a:ln>
          </p:spPr>
        </p:pic>
      </p:grpSp>
      <p:sp>
        <p:nvSpPr>
          <p:cNvPr id="26" name="Rectángulo 25">
            <a:extLst>
              <a:ext uri="{FF2B5EF4-FFF2-40B4-BE49-F238E27FC236}">
                <a16:creationId xmlns:a16="http://schemas.microsoft.com/office/drawing/2014/main" id="{22B97012-FD11-3F79-3ECB-76BCE842A6EE}"/>
              </a:ext>
            </a:extLst>
          </p:cNvPr>
          <p:cNvSpPr/>
          <p:nvPr/>
        </p:nvSpPr>
        <p:spPr>
          <a:xfrm rot="5400000">
            <a:off x="7614600" y="1840468"/>
            <a:ext cx="4797657" cy="40173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grpSp>
        <p:nvGrpSpPr>
          <p:cNvPr id="27" name="Group 9">
            <a:extLst>
              <a:ext uri="{FF2B5EF4-FFF2-40B4-BE49-F238E27FC236}">
                <a16:creationId xmlns:a16="http://schemas.microsoft.com/office/drawing/2014/main" id="{9AB52CC1-69C2-D981-7752-772FB33E6610}"/>
              </a:ext>
            </a:extLst>
          </p:cNvPr>
          <p:cNvGrpSpPr/>
          <p:nvPr/>
        </p:nvGrpSpPr>
        <p:grpSpPr>
          <a:xfrm>
            <a:off x="8231357" y="1468566"/>
            <a:ext cx="3556053" cy="4706285"/>
            <a:chOff x="7198483" y="1372032"/>
            <a:chExt cx="3570674" cy="5043321"/>
          </a:xfrm>
        </p:grpSpPr>
        <p:pic>
          <p:nvPicPr>
            <p:cNvPr id="28" name="Picture 5">
              <a:extLst>
                <a:ext uri="{FF2B5EF4-FFF2-40B4-BE49-F238E27FC236}">
                  <a16:creationId xmlns:a16="http://schemas.microsoft.com/office/drawing/2014/main" id="{AA41AEFF-157E-7E51-3D51-1255931C8E4C}"/>
                </a:ext>
              </a:extLst>
            </p:cNvPr>
            <p:cNvPicPr>
              <a:picLocks noChangeAspect="1"/>
            </p:cNvPicPr>
            <p:nvPr/>
          </p:nvPicPr>
          <p:blipFill>
            <a:blip r:embed="rId3"/>
            <a:srcRect l="69302" t="-590" r="22049" b="1447"/>
            <a:stretch>
              <a:fillRect/>
            </a:stretch>
          </p:blipFill>
          <p:spPr>
            <a:xfrm>
              <a:off x="9047872" y="3886766"/>
              <a:ext cx="1721285" cy="2528550"/>
            </a:xfrm>
            <a:prstGeom prst="rect">
              <a:avLst/>
            </a:prstGeom>
            <a:ln w="12700">
              <a:solidFill>
                <a:schemeClr val="bg1">
                  <a:lumMod val="95000"/>
                  <a:lumOff val="5000"/>
                </a:schemeClr>
              </a:solidFill>
            </a:ln>
          </p:spPr>
        </p:pic>
        <p:pic>
          <p:nvPicPr>
            <p:cNvPr id="29" name="Picture 6">
              <a:extLst>
                <a:ext uri="{FF2B5EF4-FFF2-40B4-BE49-F238E27FC236}">
                  <a16:creationId xmlns:a16="http://schemas.microsoft.com/office/drawing/2014/main" id="{BC39C988-8305-CBBD-0AB5-85A4872B09E2}"/>
                </a:ext>
              </a:extLst>
            </p:cNvPr>
            <p:cNvPicPr>
              <a:picLocks noChangeAspect="1"/>
            </p:cNvPicPr>
            <p:nvPr/>
          </p:nvPicPr>
          <p:blipFill>
            <a:blip r:embed="rId3"/>
            <a:srcRect l="57486" t="297" r="33090" b="1035"/>
            <a:stretch>
              <a:fillRect/>
            </a:stretch>
          </p:blipFill>
          <p:spPr>
            <a:xfrm>
              <a:off x="7198483" y="3887886"/>
              <a:ext cx="1619793" cy="2527467"/>
            </a:xfrm>
            <a:prstGeom prst="rect">
              <a:avLst/>
            </a:prstGeom>
            <a:ln w="12700">
              <a:solidFill>
                <a:schemeClr val="bg1">
                  <a:lumMod val="95000"/>
                  <a:lumOff val="5000"/>
                </a:schemeClr>
              </a:solidFill>
            </a:ln>
          </p:spPr>
        </p:pic>
        <p:pic>
          <p:nvPicPr>
            <p:cNvPr id="30" name="Picture 7">
              <a:extLst>
                <a:ext uri="{FF2B5EF4-FFF2-40B4-BE49-F238E27FC236}">
                  <a16:creationId xmlns:a16="http://schemas.microsoft.com/office/drawing/2014/main" id="{D2C257DB-CF38-007E-702F-936801746F29}"/>
                </a:ext>
              </a:extLst>
            </p:cNvPr>
            <p:cNvPicPr>
              <a:picLocks noChangeAspect="1"/>
            </p:cNvPicPr>
            <p:nvPr/>
          </p:nvPicPr>
          <p:blipFill>
            <a:blip r:embed="rId3"/>
            <a:srcRect l="12620" t="-317" r="78818" b="412"/>
            <a:stretch>
              <a:fillRect/>
            </a:stretch>
          </p:blipFill>
          <p:spPr>
            <a:xfrm>
              <a:off x="7208128" y="1372032"/>
              <a:ext cx="1610146" cy="2402861"/>
            </a:xfrm>
            <a:prstGeom prst="rect">
              <a:avLst/>
            </a:prstGeom>
            <a:ln w="12700">
              <a:solidFill>
                <a:schemeClr val="bg1">
                  <a:lumMod val="95000"/>
                  <a:lumOff val="5000"/>
                </a:schemeClr>
              </a:solidFill>
            </a:ln>
          </p:spPr>
        </p:pic>
        <p:pic>
          <p:nvPicPr>
            <p:cNvPr id="31" name="Picture 8">
              <a:extLst>
                <a:ext uri="{FF2B5EF4-FFF2-40B4-BE49-F238E27FC236}">
                  <a16:creationId xmlns:a16="http://schemas.microsoft.com/office/drawing/2014/main" id="{BAC672AB-F06E-839E-B5D5-0138728F5244}"/>
                </a:ext>
              </a:extLst>
            </p:cNvPr>
            <p:cNvPicPr>
              <a:picLocks noChangeAspect="1"/>
            </p:cNvPicPr>
            <p:nvPr/>
          </p:nvPicPr>
          <p:blipFill>
            <a:blip r:embed="rId3"/>
            <a:srcRect l="35051" t="102" r="56604" b="949"/>
            <a:stretch>
              <a:fillRect/>
            </a:stretch>
          </p:blipFill>
          <p:spPr>
            <a:xfrm>
              <a:off x="9045817" y="1378634"/>
              <a:ext cx="1610146" cy="2393216"/>
            </a:xfrm>
            <a:prstGeom prst="rect">
              <a:avLst/>
            </a:prstGeom>
            <a:ln w="12700">
              <a:solidFill>
                <a:schemeClr val="bg1">
                  <a:lumMod val="95000"/>
                  <a:lumOff val="5000"/>
                </a:schemeClr>
              </a:solidFill>
            </a:ln>
          </p:spPr>
        </p:pic>
      </p:grpSp>
      <p:sp>
        <p:nvSpPr>
          <p:cNvPr id="32" name="TextBox 6">
            <a:extLst>
              <a:ext uri="{FF2B5EF4-FFF2-40B4-BE49-F238E27FC236}">
                <a16:creationId xmlns:a16="http://schemas.microsoft.com/office/drawing/2014/main" id="{E2AC1500-C55A-66AF-88B2-F7B54F644617}"/>
              </a:ext>
            </a:extLst>
          </p:cNvPr>
          <p:cNvSpPr txBox="1"/>
          <p:nvPr/>
        </p:nvSpPr>
        <p:spPr>
          <a:xfrm>
            <a:off x="0" y="651944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u="sng">
                <a:solidFill>
                  <a:schemeClr val="bg2">
                    <a:lumMod val="76000"/>
                    <a:lumOff val="24000"/>
                  </a:schemeClr>
                </a:solidFill>
                <a:latin typeface="Aldhabi"/>
              </a:rPr>
              <a:t>Jupyter Notebooks</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393431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7BFD3-E72A-619D-D0E3-FF50EA3CF8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1E3388-8970-0952-4C71-6FB1BD87A4B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8F63A3B-78C7-47BE-AE5E-E10140E04643}" type="slidenum">
              <a:rPr lang="en-US">
                <a:solidFill>
                  <a:schemeClr val="tx1">
                    <a:tint val="75000"/>
                  </a:schemeClr>
                </a:solidFill>
                <a:latin typeface="Abadi MT Condensed Light" panose="020B0306030101010103" pitchFamily="34" charset="77"/>
              </a:rPr>
              <a:pPr>
                <a:spcAft>
                  <a:spcPts val="600"/>
                </a:spcAft>
              </a:pPr>
              <a:t>30</a:t>
            </a:fld>
            <a:endParaRPr lang="en-US">
              <a:solidFill>
                <a:schemeClr val="tx1">
                  <a:tint val="75000"/>
                </a:schemeClr>
              </a:solidFill>
              <a:latin typeface="Abadi MT Condensed Light" panose="020B0306030101010103" pitchFamily="34" charset="77"/>
            </a:endParaRPr>
          </a:p>
        </p:txBody>
      </p:sp>
      <p:grpSp>
        <p:nvGrpSpPr>
          <p:cNvPr id="14" name="Group 13">
            <a:extLst>
              <a:ext uri="{FF2B5EF4-FFF2-40B4-BE49-F238E27FC236}">
                <a16:creationId xmlns:a16="http://schemas.microsoft.com/office/drawing/2014/main" id="{273DF48F-8D5C-4463-7E62-134079F4A5B6}"/>
              </a:ext>
            </a:extLst>
          </p:cNvPr>
          <p:cNvGrpSpPr/>
          <p:nvPr/>
        </p:nvGrpSpPr>
        <p:grpSpPr>
          <a:xfrm>
            <a:off x="1369255" y="1965118"/>
            <a:ext cx="2832069" cy="3299787"/>
            <a:chOff x="-564" y="2325917"/>
            <a:chExt cx="2832069" cy="3299787"/>
          </a:xfrm>
        </p:grpSpPr>
        <p:pic>
          <p:nvPicPr>
            <p:cNvPr id="6" name="Picture 5">
              <a:extLst>
                <a:ext uri="{FF2B5EF4-FFF2-40B4-BE49-F238E27FC236}">
                  <a16:creationId xmlns:a16="http://schemas.microsoft.com/office/drawing/2014/main" id="{765C8BDE-4FB0-A628-E640-22352EC67DC3}"/>
                </a:ext>
              </a:extLst>
            </p:cNvPr>
            <p:cNvPicPr>
              <a:picLocks noChangeAspect="1"/>
            </p:cNvPicPr>
            <p:nvPr/>
          </p:nvPicPr>
          <p:blipFill>
            <a:blip r:embed="rId2"/>
            <a:stretch>
              <a:fillRect/>
            </a:stretch>
          </p:blipFill>
          <p:spPr>
            <a:xfrm>
              <a:off x="-564" y="2800716"/>
              <a:ext cx="2832069" cy="2824988"/>
            </a:xfrm>
            <a:prstGeom prst="rect">
              <a:avLst/>
            </a:prstGeom>
          </p:spPr>
        </p:pic>
        <p:sp>
          <p:nvSpPr>
            <p:cNvPr id="9" name="TextBox 8">
              <a:extLst>
                <a:ext uri="{FF2B5EF4-FFF2-40B4-BE49-F238E27FC236}">
                  <a16:creationId xmlns:a16="http://schemas.microsoft.com/office/drawing/2014/main" id="{929E3DA7-6C9D-5216-082C-9971FC7C6EED}"/>
                </a:ext>
              </a:extLst>
            </p:cNvPr>
            <p:cNvSpPr txBox="1"/>
            <p:nvPr/>
          </p:nvSpPr>
          <p:spPr>
            <a:xfrm>
              <a:off x="1035914" y="2325917"/>
              <a:ext cx="99881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ldhabi" pitchFamily="2" charset="-78"/>
                  <a:cs typeface="Aldhabi" pitchFamily="2" charset="-78"/>
                </a:rPr>
                <a:t>STATT</a:t>
              </a:r>
            </a:p>
          </p:txBody>
        </p:sp>
      </p:grpSp>
      <p:grpSp>
        <p:nvGrpSpPr>
          <p:cNvPr id="17" name="Group 16">
            <a:extLst>
              <a:ext uri="{FF2B5EF4-FFF2-40B4-BE49-F238E27FC236}">
                <a16:creationId xmlns:a16="http://schemas.microsoft.com/office/drawing/2014/main" id="{D715D2C3-0461-6664-E941-756E620CD70D}"/>
              </a:ext>
            </a:extLst>
          </p:cNvPr>
          <p:cNvGrpSpPr/>
          <p:nvPr/>
        </p:nvGrpSpPr>
        <p:grpSpPr>
          <a:xfrm>
            <a:off x="4821688" y="1965118"/>
            <a:ext cx="2832069" cy="3319623"/>
            <a:chOff x="3105452" y="2325917"/>
            <a:chExt cx="2832069" cy="3319623"/>
          </a:xfrm>
        </p:grpSpPr>
        <p:pic>
          <p:nvPicPr>
            <p:cNvPr id="7" name="Picture 6">
              <a:extLst>
                <a:ext uri="{FF2B5EF4-FFF2-40B4-BE49-F238E27FC236}">
                  <a16:creationId xmlns:a16="http://schemas.microsoft.com/office/drawing/2014/main" id="{96B902C3-C2B1-BFB4-34A4-CBBD304C7175}"/>
                </a:ext>
              </a:extLst>
            </p:cNvPr>
            <p:cNvPicPr>
              <a:picLocks noChangeAspect="1"/>
            </p:cNvPicPr>
            <p:nvPr/>
          </p:nvPicPr>
          <p:blipFill>
            <a:blip r:embed="rId3"/>
            <a:stretch>
              <a:fillRect/>
            </a:stretch>
          </p:blipFill>
          <p:spPr>
            <a:xfrm>
              <a:off x="3105452" y="2799240"/>
              <a:ext cx="2832069" cy="2846300"/>
            </a:xfrm>
            <a:prstGeom prst="rect">
              <a:avLst/>
            </a:prstGeom>
          </p:spPr>
        </p:pic>
        <p:sp>
          <p:nvSpPr>
            <p:cNvPr id="10" name="TextBox 9">
              <a:extLst>
                <a:ext uri="{FF2B5EF4-FFF2-40B4-BE49-F238E27FC236}">
                  <a16:creationId xmlns:a16="http://schemas.microsoft.com/office/drawing/2014/main" id="{8948009D-55A9-76B2-CE49-9B4FE189BAC9}"/>
                </a:ext>
              </a:extLst>
            </p:cNvPr>
            <p:cNvSpPr txBox="1"/>
            <p:nvPr/>
          </p:nvSpPr>
          <p:spPr>
            <a:xfrm>
              <a:off x="3971847" y="2325917"/>
              <a:ext cx="129116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ldhabi" pitchFamily="2" charset="-78"/>
                  <a:cs typeface="Aldhabi" pitchFamily="2" charset="-78"/>
                </a:rPr>
                <a:t>WSTATT</a:t>
              </a:r>
            </a:p>
          </p:txBody>
        </p:sp>
      </p:grpSp>
      <p:grpSp>
        <p:nvGrpSpPr>
          <p:cNvPr id="19" name="Group 18">
            <a:extLst>
              <a:ext uri="{FF2B5EF4-FFF2-40B4-BE49-F238E27FC236}">
                <a16:creationId xmlns:a16="http://schemas.microsoft.com/office/drawing/2014/main" id="{4C2735C4-5170-9DEA-5389-2DABE1483C44}"/>
              </a:ext>
            </a:extLst>
          </p:cNvPr>
          <p:cNvGrpSpPr/>
          <p:nvPr/>
        </p:nvGrpSpPr>
        <p:grpSpPr>
          <a:xfrm>
            <a:off x="8402381" y="1945282"/>
            <a:ext cx="2951419" cy="3314608"/>
            <a:chOff x="9360495" y="2335716"/>
            <a:chExt cx="2832069" cy="3295628"/>
          </a:xfrm>
        </p:grpSpPr>
        <p:pic>
          <p:nvPicPr>
            <p:cNvPr id="5" name="Picture 4">
              <a:extLst>
                <a:ext uri="{FF2B5EF4-FFF2-40B4-BE49-F238E27FC236}">
                  <a16:creationId xmlns:a16="http://schemas.microsoft.com/office/drawing/2014/main" id="{8F28C559-1759-A31F-F50C-C51D88A98B1D}"/>
                </a:ext>
              </a:extLst>
            </p:cNvPr>
            <p:cNvPicPr>
              <a:picLocks noChangeAspect="1"/>
            </p:cNvPicPr>
            <p:nvPr/>
          </p:nvPicPr>
          <p:blipFill>
            <a:blip r:embed="rId4"/>
            <a:stretch>
              <a:fillRect/>
            </a:stretch>
          </p:blipFill>
          <p:spPr>
            <a:xfrm>
              <a:off x="9360495" y="2813436"/>
              <a:ext cx="2832069" cy="2817908"/>
            </a:xfrm>
            <a:prstGeom prst="rect">
              <a:avLst/>
            </a:prstGeom>
          </p:spPr>
        </p:pic>
        <p:sp>
          <p:nvSpPr>
            <p:cNvPr id="12" name="TextBox 11">
              <a:extLst>
                <a:ext uri="{FF2B5EF4-FFF2-40B4-BE49-F238E27FC236}">
                  <a16:creationId xmlns:a16="http://schemas.microsoft.com/office/drawing/2014/main" id="{0E2B0A72-C1D6-D608-F89E-3D618099FEB3}"/>
                </a:ext>
              </a:extLst>
            </p:cNvPr>
            <p:cNvSpPr txBox="1"/>
            <p:nvPr/>
          </p:nvSpPr>
          <p:spPr>
            <a:xfrm>
              <a:off x="9955773" y="2335716"/>
              <a:ext cx="1641512" cy="5202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Aldhabi" pitchFamily="2" charset="-78"/>
                  <a:cs typeface="Aldhabi" pitchFamily="2" charset="-78"/>
                </a:rPr>
                <a:t>Ground-Truth</a:t>
              </a:r>
            </a:p>
          </p:txBody>
        </p:sp>
      </p:grpSp>
      <p:sp>
        <p:nvSpPr>
          <p:cNvPr id="11" name="Title 1">
            <a:extLst>
              <a:ext uri="{FF2B5EF4-FFF2-40B4-BE49-F238E27FC236}">
                <a16:creationId xmlns:a16="http://schemas.microsoft.com/office/drawing/2014/main" id="{A81F0593-835B-B216-2FA5-638D483C7028}"/>
              </a:ext>
            </a:extLst>
          </p:cNvPr>
          <p:cNvSpPr txBox="1">
            <a:spLocks/>
          </p:cNvSpPr>
          <p:nvPr/>
        </p:nvSpPr>
        <p:spPr>
          <a:xfrm>
            <a:off x="2200763" y="1070354"/>
            <a:ext cx="7782229" cy="871822"/>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6 timestamps comparison</a:t>
            </a:r>
          </a:p>
        </p:txBody>
      </p:sp>
      <p:pic>
        <p:nvPicPr>
          <p:cNvPr id="8" name="Picture 7">
            <a:extLst>
              <a:ext uri="{FF2B5EF4-FFF2-40B4-BE49-F238E27FC236}">
                <a16:creationId xmlns:a16="http://schemas.microsoft.com/office/drawing/2014/main" id="{8BA1C6AF-A2F2-8E30-CB28-76B79C4E7DD2}"/>
              </a:ext>
            </a:extLst>
          </p:cNvPr>
          <p:cNvPicPr>
            <a:picLocks noChangeAspect="1"/>
          </p:cNvPicPr>
          <p:nvPr/>
        </p:nvPicPr>
        <p:blipFill>
          <a:blip r:embed="rId5"/>
          <a:stretch>
            <a:fillRect/>
          </a:stretch>
        </p:blipFill>
        <p:spPr>
          <a:xfrm>
            <a:off x="248289" y="5897766"/>
            <a:ext cx="11687175" cy="458584"/>
          </a:xfrm>
          <a:prstGeom prst="rect">
            <a:avLst/>
          </a:prstGeom>
        </p:spPr>
      </p:pic>
    </p:spTree>
    <p:extLst>
      <p:ext uri="{BB962C8B-B14F-4D97-AF65-F5344CB8AC3E}">
        <p14:creationId xmlns:p14="http://schemas.microsoft.com/office/powerpoint/2010/main" val="352292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BBA1F-FA6F-B402-7D27-D28DD2FF0F6A}"/>
              </a:ext>
            </a:extLst>
          </p:cNvPr>
          <p:cNvSpPr>
            <a:spLocks noGrp="1"/>
          </p:cNvSpPr>
          <p:nvPr>
            <p:ph type="title"/>
          </p:nvPr>
        </p:nvSpPr>
        <p:spPr>
          <a:xfrm>
            <a:off x="838200" y="826720"/>
            <a:ext cx="10515600" cy="1325563"/>
          </a:xfrm>
        </p:spPr>
        <p:txBody>
          <a:bodyPr/>
          <a:lstStyle/>
          <a:p>
            <a:r>
              <a:rPr lang="en-US">
                <a:latin typeface="Copperplate Gothic Light"/>
                <a:ea typeface="Calibri"/>
                <a:cs typeface="Calibri"/>
              </a:rPr>
              <a:t>Can we build a good model with fewer timestamps?</a:t>
            </a:r>
          </a:p>
        </p:txBody>
      </p:sp>
      <p:sp>
        <p:nvSpPr>
          <p:cNvPr id="4" name="Slide Number Placeholder 3">
            <a:extLst>
              <a:ext uri="{FF2B5EF4-FFF2-40B4-BE49-F238E27FC236}">
                <a16:creationId xmlns:a16="http://schemas.microsoft.com/office/drawing/2014/main" id="{9A949F8F-82C2-9158-9770-777AC341205C}"/>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31</a:t>
            </a:fld>
            <a:endParaRPr lang="en-US">
              <a:latin typeface="Abadi MT Condensed Light" panose="020B0306030101010103" pitchFamily="34" charset="77"/>
            </a:endParaRPr>
          </a:p>
        </p:txBody>
      </p:sp>
      <p:sp>
        <p:nvSpPr>
          <p:cNvPr id="6" name="Content Placeholder 2">
            <a:extLst>
              <a:ext uri="{FF2B5EF4-FFF2-40B4-BE49-F238E27FC236}">
                <a16:creationId xmlns:a16="http://schemas.microsoft.com/office/drawing/2014/main" id="{68F47F97-DE98-E6D8-0A20-1513AB19492B}"/>
              </a:ext>
            </a:extLst>
          </p:cNvPr>
          <p:cNvSpPr txBox="1">
            <a:spLocks/>
          </p:cNvSpPr>
          <p:nvPr/>
        </p:nvSpPr>
        <p:spPr>
          <a:xfrm>
            <a:off x="836125" y="2543297"/>
            <a:ext cx="5445369" cy="17337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atin typeface="Aldhabi"/>
                <a:cs typeface="Aldhabi"/>
              </a:rPr>
              <a:t>Hypothesis: </a:t>
            </a:r>
            <a:r>
              <a:rPr lang="en-US" sz="2200">
                <a:latin typeface="Aldhabi"/>
                <a:cs typeface="Aldhabi"/>
              </a:rPr>
              <a:t>By utilizing transformers, we can more effectively use sparse temporal data to improve temporal feature representations in our predictions.</a:t>
            </a:r>
          </a:p>
        </p:txBody>
      </p:sp>
      <p:pic>
        <p:nvPicPr>
          <p:cNvPr id="3" name="Picture 2">
            <a:extLst>
              <a:ext uri="{FF2B5EF4-FFF2-40B4-BE49-F238E27FC236}">
                <a16:creationId xmlns:a16="http://schemas.microsoft.com/office/drawing/2014/main" id="{E5D2B154-8F92-7E14-468D-C72AE7B72BAC}"/>
              </a:ext>
            </a:extLst>
          </p:cNvPr>
          <p:cNvPicPr>
            <a:picLocks noChangeAspect="1"/>
          </p:cNvPicPr>
          <p:nvPr/>
        </p:nvPicPr>
        <p:blipFill>
          <a:blip r:embed="rId3"/>
          <a:srcRect t="-243"/>
          <a:stretch>
            <a:fillRect/>
          </a:stretch>
        </p:blipFill>
        <p:spPr>
          <a:xfrm>
            <a:off x="8024539" y="1622322"/>
            <a:ext cx="2743200" cy="4916589"/>
          </a:xfrm>
          <a:prstGeom prst="rect">
            <a:avLst/>
          </a:prstGeom>
          <a:ln w="76200">
            <a:solidFill>
              <a:schemeClr val="bg1">
                <a:lumMod val="50000"/>
                <a:lumOff val="50000"/>
              </a:schemeClr>
            </a:solidFill>
          </a:ln>
        </p:spPr>
      </p:pic>
    </p:spTree>
    <p:extLst>
      <p:ext uri="{BB962C8B-B14F-4D97-AF65-F5344CB8AC3E}">
        <p14:creationId xmlns:p14="http://schemas.microsoft.com/office/powerpoint/2010/main" val="321400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088826-95B2-EFF8-99E5-A4D4E0911397}"/>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32</a:t>
            </a:fld>
            <a:endParaRPr lang="en-US">
              <a:latin typeface="Abadi MT Condensed Light" panose="020B0306030101010103" pitchFamily="34" charset="77"/>
            </a:endParaRPr>
          </a:p>
        </p:txBody>
      </p:sp>
      <p:sp>
        <p:nvSpPr>
          <p:cNvPr id="8" name="Title 1">
            <a:extLst>
              <a:ext uri="{FF2B5EF4-FFF2-40B4-BE49-F238E27FC236}">
                <a16:creationId xmlns:a16="http://schemas.microsoft.com/office/drawing/2014/main" id="{AF373C2E-2FAE-5A19-91E1-8C86EE6A52DC}"/>
              </a:ext>
            </a:extLst>
          </p:cNvPr>
          <p:cNvSpPr>
            <a:spLocks noGrp="1"/>
          </p:cNvSpPr>
          <p:nvPr>
            <p:ph type="title"/>
          </p:nvPr>
        </p:nvSpPr>
        <p:spPr>
          <a:xfrm>
            <a:off x="716973" y="278534"/>
            <a:ext cx="10515600" cy="1325563"/>
          </a:xfrm>
        </p:spPr>
        <p:txBody>
          <a:bodyPr>
            <a:normAutofit/>
          </a:bodyPr>
          <a:lstStyle/>
          <a:p>
            <a:r>
              <a:rPr lang="en-US">
                <a:latin typeface="Copperplate Gothic Light"/>
              </a:rPr>
              <a:t>Transformer Model Pipeline</a:t>
            </a:r>
          </a:p>
        </p:txBody>
      </p:sp>
      <p:pic>
        <p:nvPicPr>
          <p:cNvPr id="2" name="Picture 1">
            <a:extLst>
              <a:ext uri="{FF2B5EF4-FFF2-40B4-BE49-F238E27FC236}">
                <a16:creationId xmlns:a16="http://schemas.microsoft.com/office/drawing/2014/main" id="{9CB7C61C-2EC0-47EE-940D-C08F0EBC368E}"/>
              </a:ext>
            </a:extLst>
          </p:cNvPr>
          <p:cNvPicPr>
            <a:picLocks noChangeAspect="1"/>
          </p:cNvPicPr>
          <p:nvPr/>
        </p:nvPicPr>
        <p:blipFill>
          <a:blip r:embed="rId3"/>
          <a:stretch>
            <a:fillRect/>
          </a:stretch>
        </p:blipFill>
        <p:spPr>
          <a:xfrm>
            <a:off x="714866" y="1439984"/>
            <a:ext cx="10636578" cy="4802877"/>
          </a:xfrm>
          <a:prstGeom prst="rect">
            <a:avLst/>
          </a:prstGeom>
          <a:ln w="76200">
            <a:solidFill>
              <a:schemeClr val="bg1">
                <a:lumMod val="50000"/>
                <a:lumOff val="50000"/>
              </a:schemeClr>
            </a:solidFill>
          </a:ln>
        </p:spPr>
      </p:pic>
      <p:sp>
        <p:nvSpPr>
          <p:cNvPr id="7" name="TextBox 6">
            <a:extLst>
              <a:ext uri="{FF2B5EF4-FFF2-40B4-BE49-F238E27FC236}">
                <a16:creationId xmlns:a16="http://schemas.microsoft.com/office/drawing/2014/main" id="{02B45664-B80B-7C22-3DDA-68BF43442A7A}"/>
              </a:ext>
            </a:extLst>
          </p:cNvPr>
          <p:cNvSpPr txBox="1"/>
          <p:nvPr/>
        </p:nvSpPr>
        <p:spPr>
          <a:xfrm>
            <a:off x="-1" y="6519446"/>
            <a:ext cx="7555583"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a:latin typeface="Aldhabi" pitchFamily="2" charset="-78"/>
                <a:cs typeface="Aldhabi" pitchFamily="2" charset="-78"/>
                <a:hlinkClick r:id="rId4"/>
              </a:rPr>
              <a:t>https://drive.google.com/file/d/10MdjF9_hlnFuo7ktOqXeHC5Ke7gM0u3M/view?usp=sharing</a:t>
            </a:r>
            <a:r>
              <a:rPr lang="en-US" sz="2000">
                <a:latin typeface="Aldhabi" pitchFamily="2" charset="-78"/>
                <a:cs typeface="Aldhabi" pitchFamily="2" charset="-78"/>
              </a:rPr>
              <a:t> </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994059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93B4AB-2AB6-70CC-7167-F496F91232BF}"/>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33</a:t>
            </a:fld>
            <a:endParaRPr lang="en-US">
              <a:latin typeface="Abadi MT Condensed Light" panose="020B0306030101010103" pitchFamily="34" charset="77"/>
            </a:endParaRPr>
          </a:p>
        </p:txBody>
      </p:sp>
      <p:pic>
        <p:nvPicPr>
          <p:cNvPr id="5" name="Picture 4">
            <a:extLst>
              <a:ext uri="{FF2B5EF4-FFF2-40B4-BE49-F238E27FC236}">
                <a16:creationId xmlns:a16="http://schemas.microsoft.com/office/drawing/2014/main" id="{10870AFA-D4D4-B39A-94B5-CEB3256FF279}"/>
              </a:ext>
            </a:extLst>
          </p:cNvPr>
          <p:cNvPicPr>
            <a:picLocks noChangeAspect="1"/>
          </p:cNvPicPr>
          <p:nvPr/>
        </p:nvPicPr>
        <p:blipFill>
          <a:blip r:embed="rId3"/>
          <a:stretch>
            <a:fillRect/>
          </a:stretch>
        </p:blipFill>
        <p:spPr>
          <a:xfrm>
            <a:off x="789416" y="1495228"/>
            <a:ext cx="7502456" cy="4438453"/>
          </a:xfrm>
          <a:prstGeom prst="rect">
            <a:avLst/>
          </a:prstGeom>
          <a:ln w="76200">
            <a:solidFill>
              <a:schemeClr val="bg1">
                <a:lumMod val="50000"/>
                <a:lumOff val="50000"/>
              </a:schemeClr>
            </a:solidFill>
          </a:ln>
        </p:spPr>
      </p:pic>
      <p:sp>
        <p:nvSpPr>
          <p:cNvPr id="7" name="Title 1">
            <a:extLst>
              <a:ext uri="{FF2B5EF4-FFF2-40B4-BE49-F238E27FC236}">
                <a16:creationId xmlns:a16="http://schemas.microsoft.com/office/drawing/2014/main" id="{B8F6E927-FFD8-6990-79E2-EAECAF08FBA6}"/>
              </a:ext>
            </a:extLst>
          </p:cNvPr>
          <p:cNvSpPr>
            <a:spLocks noGrp="1"/>
          </p:cNvSpPr>
          <p:nvPr>
            <p:ph type="title"/>
          </p:nvPr>
        </p:nvSpPr>
        <p:spPr>
          <a:xfrm>
            <a:off x="838200" y="169541"/>
            <a:ext cx="10515600" cy="1325563"/>
          </a:xfrm>
        </p:spPr>
        <p:txBody>
          <a:bodyPr>
            <a:normAutofit/>
          </a:bodyPr>
          <a:lstStyle/>
          <a:p>
            <a:r>
              <a:rPr lang="en-US">
                <a:latin typeface="Copperplate Gothic Light"/>
              </a:rPr>
              <a:t>Temporal Pooling with Multi-Head Attention (MHA)</a:t>
            </a:r>
          </a:p>
        </p:txBody>
      </p:sp>
      <p:sp>
        <p:nvSpPr>
          <p:cNvPr id="9" name="Content Placeholder 2">
            <a:extLst>
              <a:ext uri="{FF2B5EF4-FFF2-40B4-BE49-F238E27FC236}">
                <a16:creationId xmlns:a16="http://schemas.microsoft.com/office/drawing/2014/main" id="{D8145A3D-59FF-3821-0121-8BF3906AA74A}"/>
              </a:ext>
            </a:extLst>
          </p:cNvPr>
          <p:cNvSpPr txBox="1">
            <a:spLocks/>
          </p:cNvSpPr>
          <p:nvPr/>
        </p:nvSpPr>
        <p:spPr>
          <a:xfrm>
            <a:off x="8609408" y="1495104"/>
            <a:ext cx="3203925" cy="4438085"/>
          </a:xfrm>
          <a:prstGeom prst="rect">
            <a:avLst/>
          </a:prstGeom>
          <a:noFill/>
          <a:ln w="19050">
            <a:solidFill>
              <a:schemeClr val="tx1"/>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20B0604020202020204" pitchFamily="34" charset="0"/>
              <a:buChar char="v"/>
            </a:pPr>
            <a:r>
              <a:rPr lang="en-US" sz="2200">
                <a:latin typeface="Aldhabi"/>
                <a:cs typeface="Aldhabi"/>
              </a:rPr>
              <a:t>Pools the temporal dimension of transformers' outputs</a:t>
            </a:r>
          </a:p>
          <a:p>
            <a:pPr>
              <a:lnSpc>
                <a:spcPct val="150000"/>
              </a:lnSpc>
              <a:buFont typeface="Wingdings" panose="020B0604020202020204" pitchFamily="34" charset="0"/>
              <a:buChar char="v"/>
            </a:pPr>
            <a:r>
              <a:rPr lang="en-US" sz="2200">
                <a:latin typeface="Aldhabi"/>
                <a:cs typeface="Aldhabi"/>
              </a:rPr>
              <a:t>Computes attention with MHA</a:t>
            </a:r>
          </a:p>
          <a:p>
            <a:pPr>
              <a:lnSpc>
                <a:spcPct val="150000"/>
              </a:lnSpc>
              <a:buFont typeface="Wingdings" panose="020B0604020202020204" pitchFamily="34" charset="0"/>
              <a:buChar char="v"/>
            </a:pPr>
            <a:r>
              <a:rPr lang="en-US" sz="2200">
                <a:latin typeface="Aldhabi"/>
                <a:cs typeface="Aldhabi"/>
              </a:rPr>
              <a:t>Produces a context vector that affects the next temporal pooling layer</a:t>
            </a:r>
          </a:p>
          <a:p>
            <a:pPr>
              <a:lnSpc>
                <a:spcPct val="150000"/>
              </a:lnSpc>
              <a:buFont typeface="Wingdings" panose="020B0604020202020204" pitchFamily="34" charset="0"/>
              <a:buChar char="v"/>
            </a:pPr>
            <a:r>
              <a:rPr lang="en-US" sz="2200">
                <a:latin typeface="Aldhabi"/>
                <a:cs typeface="Aldhabi"/>
              </a:rPr>
              <a:t>Final temporal pooling layer passes output to decoder</a:t>
            </a:r>
          </a:p>
        </p:txBody>
      </p:sp>
      <p:sp>
        <p:nvSpPr>
          <p:cNvPr id="3" name="TextBox 6">
            <a:extLst>
              <a:ext uri="{FF2B5EF4-FFF2-40B4-BE49-F238E27FC236}">
                <a16:creationId xmlns:a16="http://schemas.microsoft.com/office/drawing/2014/main" id="{82ACF29C-EAE4-D8FB-7C12-D540CB207AAA}"/>
              </a:ext>
            </a:extLst>
          </p:cNvPr>
          <p:cNvSpPr txBox="1"/>
          <p:nvPr/>
        </p:nvSpPr>
        <p:spPr>
          <a:xfrm>
            <a:off x="-1" y="6519446"/>
            <a:ext cx="7555583"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Aldhabi"/>
              </a:rPr>
              <a:t>Reference: </a:t>
            </a:r>
            <a:r>
              <a:rPr lang="en-US" sz="2000">
                <a:latin typeface="Aldhabi" pitchFamily="2" charset="-78"/>
                <a:cs typeface="Aldhabi" pitchFamily="2" charset="-78"/>
                <a:hlinkClick r:id="rId4"/>
              </a:rPr>
              <a:t>https://drive.google.com/file/d/10MdjF9_hlnFuo7ktOqXeHC5Ke7gM0u3M/view?usp=sharing</a:t>
            </a:r>
            <a:r>
              <a:rPr lang="en-US" sz="2000">
                <a:latin typeface="Aldhabi" pitchFamily="2" charset="-78"/>
                <a:cs typeface="Aldhabi" pitchFamily="2" charset="-78"/>
              </a:rPr>
              <a:t> </a:t>
            </a:r>
            <a:endParaRPr lang="en-US" sz="2000" u="sng">
              <a:solidFill>
                <a:schemeClr val="bg2">
                  <a:lumMod val="76000"/>
                  <a:lumOff val="24000"/>
                </a:schemeClr>
              </a:solidFill>
              <a:latin typeface="Aptos"/>
              <a:cs typeface="Aldhabi"/>
            </a:endParaRPr>
          </a:p>
          <a:p>
            <a:pPr algn="ctr"/>
            <a:endParaRPr lang="en-US"/>
          </a:p>
        </p:txBody>
      </p:sp>
    </p:spTree>
    <p:extLst>
      <p:ext uri="{BB962C8B-B14F-4D97-AF65-F5344CB8AC3E}">
        <p14:creationId xmlns:p14="http://schemas.microsoft.com/office/powerpoint/2010/main" val="2878612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F2DA5-E32D-75A3-63B8-B8CB8501E0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119CE0-85F3-4652-8958-E2F1E02F3FE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8F63A3B-78C7-47BE-AE5E-E10140E04643}" type="slidenum">
              <a:rPr lang="en-US">
                <a:solidFill>
                  <a:schemeClr val="tx1">
                    <a:tint val="75000"/>
                  </a:schemeClr>
                </a:solidFill>
                <a:latin typeface="Abadi MT Condensed Light" panose="020B0306030101010103" pitchFamily="34" charset="77"/>
              </a:rPr>
              <a:pPr>
                <a:spcAft>
                  <a:spcPts val="600"/>
                </a:spcAft>
              </a:pPr>
              <a:t>34</a:t>
            </a:fld>
            <a:endParaRPr lang="en-US">
              <a:solidFill>
                <a:schemeClr val="tx1">
                  <a:tint val="75000"/>
                </a:schemeClr>
              </a:solidFill>
              <a:latin typeface="Abadi MT Condensed Light" panose="020B0306030101010103" pitchFamily="34" charset="77"/>
            </a:endParaRPr>
          </a:p>
        </p:txBody>
      </p:sp>
      <p:grpSp>
        <p:nvGrpSpPr>
          <p:cNvPr id="14" name="Group 13">
            <a:extLst>
              <a:ext uri="{FF2B5EF4-FFF2-40B4-BE49-F238E27FC236}">
                <a16:creationId xmlns:a16="http://schemas.microsoft.com/office/drawing/2014/main" id="{3702121C-51F9-C34F-2341-F8211C93F4B0}"/>
              </a:ext>
            </a:extLst>
          </p:cNvPr>
          <p:cNvGrpSpPr/>
          <p:nvPr/>
        </p:nvGrpSpPr>
        <p:grpSpPr>
          <a:xfrm>
            <a:off x="1369255" y="1965118"/>
            <a:ext cx="2832069" cy="3299787"/>
            <a:chOff x="-564" y="2325917"/>
            <a:chExt cx="2832069" cy="3299787"/>
          </a:xfrm>
        </p:grpSpPr>
        <p:pic>
          <p:nvPicPr>
            <p:cNvPr id="6" name="Picture 5">
              <a:extLst>
                <a:ext uri="{FF2B5EF4-FFF2-40B4-BE49-F238E27FC236}">
                  <a16:creationId xmlns:a16="http://schemas.microsoft.com/office/drawing/2014/main" id="{89BF5B31-6F9B-7F83-6BBB-2C625D0BB0B5}"/>
                </a:ext>
              </a:extLst>
            </p:cNvPr>
            <p:cNvPicPr>
              <a:picLocks noChangeAspect="1"/>
            </p:cNvPicPr>
            <p:nvPr/>
          </p:nvPicPr>
          <p:blipFill>
            <a:blip r:embed="rId3"/>
            <a:stretch>
              <a:fillRect/>
            </a:stretch>
          </p:blipFill>
          <p:spPr>
            <a:xfrm>
              <a:off x="-564" y="2800716"/>
              <a:ext cx="2832069" cy="2824988"/>
            </a:xfrm>
            <a:prstGeom prst="rect">
              <a:avLst/>
            </a:prstGeom>
          </p:spPr>
        </p:pic>
        <p:sp>
          <p:nvSpPr>
            <p:cNvPr id="9" name="TextBox 8">
              <a:extLst>
                <a:ext uri="{FF2B5EF4-FFF2-40B4-BE49-F238E27FC236}">
                  <a16:creationId xmlns:a16="http://schemas.microsoft.com/office/drawing/2014/main" id="{E9974EA8-921E-8BFF-5FAD-5C86DB5BFBD3}"/>
                </a:ext>
              </a:extLst>
            </p:cNvPr>
            <p:cNvSpPr txBox="1"/>
            <p:nvPr/>
          </p:nvSpPr>
          <p:spPr>
            <a:xfrm>
              <a:off x="1035914" y="2325917"/>
              <a:ext cx="99881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ldhabi" pitchFamily="2" charset="-78"/>
                  <a:cs typeface="Aldhabi" pitchFamily="2" charset="-78"/>
                </a:rPr>
                <a:t>STATT</a:t>
              </a:r>
            </a:p>
          </p:txBody>
        </p:sp>
      </p:grpSp>
      <p:grpSp>
        <p:nvGrpSpPr>
          <p:cNvPr id="17" name="Group 16">
            <a:extLst>
              <a:ext uri="{FF2B5EF4-FFF2-40B4-BE49-F238E27FC236}">
                <a16:creationId xmlns:a16="http://schemas.microsoft.com/office/drawing/2014/main" id="{92368A5D-30DD-D674-0763-CF5649D6CBC8}"/>
              </a:ext>
            </a:extLst>
          </p:cNvPr>
          <p:cNvGrpSpPr/>
          <p:nvPr/>
        </p:nvGrpSpPr>
        <p:grpSpPr>
          <a:xfrm>
            <a:off x="4821688" y="1965118"/>
            <a:ext cx="2832069" cy="3319623"/>
            <a:chOff x="3105452" y="2325917"/>
            <a:chExt cx="2832069" cy="3319623"/>
          </a:xfrm>
        </p:grpSpPr>
        <p:pic>
          <p:nvPicPr>
            <p:cNvPr id="7" name="Picture 6">
              <a:extLst>
                <a:ext uri="{FF2B5EF4-FFF2-40B4-BE49-F238E27FC236}">
                  <a16:creationId xmlns:a16="http://schemas.microsoft.com/office/drawing/2014/main" id="{ADB98D8D-527E-0652-89B2-FFC4C8CC88BB}"/>
                </a:ext>
              </a:extLst>
            </p:cNvPr>
            <p:cNvPicPr>
              <a:picLocks noChangeAspect="1"/>
            </p:cNvPicPr>
            <p:nvPr/>
          </p:nvPicPr>
          <p:blipFill>
            <a:blip r:embed="rId4"/>
            <a:stretch>
              <a:fillRect/>
            </a:stretch>
          </p:blipFill>
          <p:spPr>
            <a:xfrm>
              <a:off x="3105452" y="2799240"/>
              <a:ext cx="2832069" cy="2846300"/>
            </a:xfrm>
            <a:prstGeom prst="rect">
              <a:avLst/>
            </a:prstGeom>
          </p:spPr>
        </p:pic>
        <p:sp>
          <p:nvSpPr>
            <p:cNvPr id="10" name="TextBox 9">
              <a:extLst>
                <a:ext uri="{FF2B5EF4-FFF2-40B4-BE49-F238E27FC236}">
                  <a16:creationId xmlns:a16="http://schemas.microsoft.com/office/drawing/2014/main" id="{4A761A90-ABA3-BD8C-5D75-B1944F55CC71}"/>
                </a:ext>
              </a:extLst>
            </p:cNvPr>
            <p:cNvSpPr txBox="1"/>
            <p:nvPr/>
          </p:nvSpPr>
          <p:spPr>
            <a:xfrm>
              <a:off x="3971847" y="2325917"/>
              <a:ext cx="129116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ldhabi" pitchFamily="2" charset="-78"/>
                  <a:cs typeface="Aldhabi" pitchFamily="2" charset="-78"/>
                </a:rPr>
                <a:t>WSTATT</a:t>
              </a:r>
            </a:p>
          </p:txBody>
        </p:sp>
      </p:grpSp>
      <p:grpSp>
        <p:nvGrpSpPr>
          <p:cNvPr id="19" name="Group 18">
            <a:extLst>
              <a:ext uri="{FF2B5EF4-FFF2-40B4-BE49-F238E27FC236}">
                <a16:creationId xmlns:a16="http://schemas.microsoft.com/office/drawing/2014/main" id="{73E8C8C2-B4BE-509E-C279-1AFAF6A76227}"/>
              </a:ext>
            </a:extLst>
          </p:cNvPr>
          <p:cNvGrpSpPr/>
          <p:nvPr/>
        </p:nvGrpSpPr>
        <p:grpSpPr>
          <a:xfrm>
            <a:off x="8402381" y="1945282"/>
            <a:ext cx="2951419" cy="3314608"/>
            <a:chOff x="9360495" y="2335716"/>
            <a:chExt cx="2832069" cy="3295628"/>
          </a:xfrm>
        </p:grpSpPr>
        <p:pic>
          <p:nvPicPr>
            <p:cNvPr id="5" name="Picture 4">
              <a:extLst>
                <a:ext uri="{FF2B5EF4-FFF2-40B4-BE49-F238E27FC236}">
                  <a16:creationId xmlns:a16="http://schemas.microsoft.com/office/drawing/2014/main" id="{9309B87D-59D5-6F3F-4F2B-6E36367E5497}"/>
                </a:ext>
              </a:extLst>
            </p:cNvPr>
            <p:cNvPicPr>
              <a:picLocks noChangeAspect="1"/>
            </p:cNvPicPr>
            <p:nvPr/>
          </p:nvPicPr>
          <p:blipFill>
            <a:blip r:embed="rId5"/>
            <a:stretch>
              <a:fillRect/>
            </a:stretch>
          </p:blipFill>
          <p:spPr>
            <a:xfrm>
              <a:off x="9360495" y="2813436"/>
              <a:ext cx="2832069" cy="2817908"/>
            </a:xfrm>
            <a:prstGeom prst="rect">
              <a:avLst/>
            </a:prstGeom>
          </p:spPr>
        </p:pic>
        <p:sp>
          <p:nvSpPr>
            <p:cNvPr id="12" name="TextBox 11">
              <a:extLst>
                <a:ext uri="{FF2B5EF4-FFF2-40B4-BE49-F238E27FC236}">
                  <a16:creationId xmlns:a16="http://schemas.microsoft.com/office/drawing/2014/main" id="{FDDACBD6-0E49-6175-52FA-6598EC018BD7}"/>
                </a:ext>
              </a:extLst>
            </p:cNvPr>
            <p:cNvSpPr txBox="1"/>
            <p:nvPr/>
          </p:nvSpPr>
          <p:spPr>
            <a:xfrm>
              <a:off x="9955773" y="2335716"/>
              <a:ext cx="1641512" cy="5202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Aldhabi" pitchFamily="2" charset="-78"/>
                  <a:cs typeface="Aldhabi" pitchFamily="2" charset="-78"/>
                </a:rPr>
                <a:t>Ground-Truth</a:t>
              </a:r>
            </a:p>
          </p:txBody>
        </p:sp>
      </p:grpSp>
      <p:sp>
        <p:nvSpPr>
          <p:cNvPr id="11" name="Title 1">
            <a:extLst>
              <a:ext uri="{FF2B5EF4-FFF2-40B4-BE49-F238E27FC236}">
                <a16:creationId xmlns:a16="http://schemas.microsoft.com/office/drawing/2014/main" id="{62F41FCA-1D18-6B31-38AF-E5C294BC4F22}"/>
              </a:ext>
            </a:extLst>
          </p:cNvPr>
          <p:cNvSpPr txBox="1">
            <a:spLocks/>
          </p:cNvSpPr>
          <p:nvPr/>
        </p:nvSpPr>
        <p:spPr>
          <a:xfrm>
            <a:off x="2200763" y="1070354"/>
            <a:ext cx="7782229" cy="871822"/>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6 timestamps comparison</a:t>
            </a:r>
          </a:p>
        </p:txBody>
      </p:sp>
      <p:pic>
        <p:nvPicPr>
          <p:cNvPr id="8" name="Picture 7">
            <a:extLst>
              <a:ext uri="{FF2B5EF4-FFF2-40B4-BE49-F238E27FC236}">
                <a16:creationId xmlns:a16="http://schemas.microsoft.com/office/drawing/2014/main" id="{4BF9F763-9015-2309-7AFA-574812B4B107}"/>
              </a:ext>
            </a:extLst>
          </p:cNvPr>
          <p:cNvPicPr>
            <a:picLocks noChangeAspect="1"/>
          </p:cNvPicPr>
          <p:nvPr/>
        </p:nvPicPr>
        <p:blipFill>
          <a:blip r:embed="rId6"/>
          <a:stretch>
            <a:fillRect/>
          </a:stretch>
        </p:blipFill>
        <p:spPr>
          <a:xfrm>
            <a:off x="248289" y="5897766"/>
            <a:ext cx="11687175" cy="458584"/>
          </a:xfrm>
          <a:prstGeom prst="rect">
            <a:avLst/>
          </a:prstGeom>
        </p:spPr>
      </p:pic>
    </p:spTree>
    <p:extLst>
      <p:ext uri="{BB962C8B-B14F-4D97-AF65-F5344CB8AC3E}">
        <p14:creationId xmlns:p14="http://schemas.microsoft.com/office/powerpoint/2010/main" val="2616234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F8429-A5EF-0EA3-16F6-26CE5577AE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84AEFE-831E-3991-18E9-DA9E5BF2D53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8F63A3B-78C7-47BE-AE5E-E10140E04643}" type="slidenum">
              <a:rPr lang="en-US">
                <a:solidFill>
                  <a:schemeClr val="tx1">
                    <a:tint val="75000"/>
                  </a:schemeClr>
                </a:solidFill>
                <a:latin typeface="Abadi MT Condensed Light" panose="020B0306030101010103" pitchFamily="34" charset="77"/>
              </a:rPr>
              <a:pPr>
                <a:spcAft>
                  <a:spcPts val="600"/>
                </a:spcAft>
              </a:pPr>
              <a:t>35</a:t>
            </a:fld>
            <a:endParaRPr lang="en-US">
              <a:solidFill>
                <a:schemeClr val="tx1">
                  <a:tint val="75000"/>
                </a:schemeClr>
              </a:solidFill>
              <a:latin typeface="Abadi MT Condensed Light" panose="020B0306030101010103" pitchFamily="34" charset="77"/>
            </a:endParaRPr>
          </a:p>
        </p:txBody>
      </p:sp>
      <p:grpSp>
        <p:nvGrpSpPr>
          <p:cNvPr id="14" name="Group 13">
            <a:extLst>
              <a:ext uri="{FF2B5EF4-FFF2-40B4-BE49-F238E27FC236}">
                <a16:creationId xmlns:a16="http://schemas.microsoft.com/office/drawing/2014/main" id="{D2D6FBD7-BEE2-7483-1055-DD8D4C634431}"/>
              </a:ext>
            </a:extLst>
          </p:cNvPr>
          <p:cNvGrpSpPr/>
          <p:nvPr/>
        </p:nvGrpSpPr>
        <p:grpSpPr>
          <a:xfrm>
            <a:off x="227393" y="1985138"/>
            <a:ext cx="2832069" cy="3299787"/>
            <a:chOff x="-564" y="2325917"/>
            <a:chExt cx="2832069" cy="3299787"/>
          </a:xfrm>
        </p:grpSpPr>
        <p:pic>
          <p:nvPicPr>
            <p:cNvPr id="6" name="Picture 5">
              <a:extLst>
                <a:ext uri="{FF2B5EF4-FFF2-40B4-BE49-F238E27FC236}">
                  <a16:creationId xmlns:a16="http://schemas.microsoft.com/office/drawing/2014/main" id="{57485D88-33C0-7CDA-3A74-55BAABDD1479}"/>
                </a:ext>
              </a:extLst>
            </p:cNvPr>
            <p:cNvPicPr>
              <a:picLocks noChangeAspect="1"/>
            </p:cNvPicPr>
            <p:nvPr/>
          </p:nvPicPr>
          <p:blipFill>
            <a:blip r:embed="rId2"/>
            <a:stretch>
              <a:fillRect/>
            </a:stretch>
          </p:blipFill>
          <p:spPr>
            <a:xfrm>
              <a:off x="-564" y="2800716"/>
              <a:ext cx="2832069" cy="2824988"/>
            </a:xfrm>
            <a:prstGeom prst="rect">
              <a:avLst/>
            </a:prstGeom>
          </p:spPr>
        </p:pic>
        <p:sp>
          <p:nvSpPr>
            <p:cNvPr id="9" name="TextBox 8">
              <a:extLst>
                <a:ext uri="{FF2B5EF4-FFF2-40B4-BE49-F238E27FC236}">
                  <a16:creationId xmlns:a16="http://schemas.microsoft.com/office/drawing/2014/main" id="{A2437381-F97D-13F6-46F0-BA906A12D8F2}"/>
                </a:ext>
              </a:extLst>
            </p:cNvPr>
            <p:cNvSpPr txBox="1"/>
            <p:nvPr/>
          </p:nvSpPr>
          <p:spPr>
            <a:xfrm>
              <a:off x="1035914" y="2325917"/>
              <a:ext cx="99881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ldhabi" pitchFamily="2" charset="-78"/>
                  <a:cs typeface="Aldhabi" pitchFamily="2" charset="-78"/>
                </a:rPr>
                <a:t>STATT</a:t>
              </a:r>
            </a:p>
          </p:txBody>
        </p:sp>
      </p:grpSp>
      <p:grpSp>
        <p:nvGrpSpPr>
          <p:cNvPr id="17" name="Group 16">
            <a:extLst>
              <a:ext uri="{FF2B5EF4-FFF2-40B4-BE49-F238E27FC236}">
                <a16:creationId xmlns:a16="http://schemas.microsoft.com/office/drawing/2014/main" id="{B92A0236-662D-8E80-8BB0-2A354141F5A2}"/>
              </a:ext>
            </a:extLst>
          </p:cNvPr>
          <p:cNvGrpSpPr/>
          <p:nvPr/>
        </p:nvGrpSpPr>
        <p:grpSpPr>
          <a:xfrm>
            <a:off x="3208340" y="1985138"/>
            <a:ext cx="2832069" cy="3319623"/>
            <a:chOff x="3105452" y="2325917"/>
            <a:chExt cx="2832069" cy="3319623"/>
          </a:xfrm>
        </p:grpSpPr>
        <p:pic>
          <p:nvPicPr>
            <p:cNvPr id="7" name="Picture 6">
              <a:extLst>
                <a:ext uri="{FF2B5EF4-FFF2-40B4-BE49-F238E27FC236}">
                  <a16:creationId xmlns:a16="http://schemas.microsoft.com/office/drawing/2014/main" id="{74EA4928-82E7-2429-6E7B-D9D7B6664515}"/>
                </a:ext>
              </a:extLst>
            </p:cNvPr>
            <p:cNvPicPr>
              <a:picLocks noChangeAspect="1"/>
            </p:cNvPicPr>
            <p:nvPr/>
          </p:nvPicPr>
          <p:blipFill>
            <a:blip r:embed="rId3"/>
            <a:stretch>
              <a:fillRect/>
            </a:stretch>
          </p:blipFill>
          <p:spPr>
            <a:xfrm>
              <a:off x="3105452" y="2799240"/>
              <a:ext cx="2832069" cy="2846300"/>
            </a:xfrm>
            <a:prstGeom prst="rect">
              <a:avLst/>
            </a:prstGeom>
          </p:spPr>
        </p:pic>
        <p:sp>
          <p:nvSpPr>
            <p:cNvPr id="10" name="TextBox 9">
              <a:extLst>
                <a:ext uri="{FF2B5EF4-FFF2-40B4-BE49-F238E27FC236}">
                  <a16:creationId xmlns:a16="http://schemas.microsoft.com/office/drawing/2014/main" id="{F4349C5B-FAB7-2ADA-4EAE-60C3C7175F78}"/>
                </a:ext>
              </a:extLst>
            </p:cNvPr>
            <p:cNvSpPr txBox="1"/>
            <p:nvPr/>
          </p:nvSpPr>
          <p:spPr>
            <a:xfrm>
              <a:off x="3971847" y="2325917"/>
              <a:ext cx="129116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a:latin typeface="Aldhabi" pitchFamily="2" charset="-78"/>
                  <a:cs typeface="Aldhabi" pitchFamily="2" charset="-78"/>
                </a:rPr>
                <a:t>WSTATT</a:t>
              </a:r>
            </a:p>
          </p:txBody>
        </p:sp>
      </p:grpSp>
      <p:grpSp>
        <p:nvGrpSpPr>
          <p:cNvPr id="18" name="Group 17">
            <a:extLst>
              <a:ext uri="{FF2B5EF4-FFF2-40B4-BE49-F238E27FC236}">
                <a16:creationId xmlns:a16="http://schemas.microsoft.com/office/drawing/2014/main" id="{E94F8DED-7785-CF8A-9ACA-1B756A2F6BFF}"/>
              </a:ext>
            </a:extLst>
          </p:cNvPr>
          <p:cNvGrpSpPr/>
          <p:nvPr/>
        </p:nvGrpSpPr>
        <p:grpSpPr>
          <a:xfrm>
            <a:off x="6151593" y="1983663"/>
            <a:ext cx="2832069" cy="3321098"/>
            <a:chOff x="6245300" y="2325917"/>
            <a:chExt cx="2832069" cy="3296248"/>
          </a:xfrm>
        </p:grpSpPr>
        <p:pic>
          <p:nvPicPr>
            <p:cNvPr id="8" name="Picture 7">
              <a:extLst>
                <a:ext uri="{FF2B5EF4-FFF2-40B4-BE49-F238E27FC236}">
                  <a16:creationId xmlns:a16="http://schemas.microsoft.com/office/drawing/2014/main" id="{FC84743D-3C4A-9596-4EEB-EDA60F40582F}"/>
                </a:ext>
              </a:extLst>
            </p:cNvPr>
            <p:cNvPicPr>
              <a:picLocks noChangeAspect="1"/>
            </p:cNvPicPr>
            <p:nvPr/>
          </p:nvPicPr>
          <p:blipFill>
            <a:blip r:embed="rId4"/>
            <a:stretch>
              <a:fillRect/>
            </a:stretch>
          </p:blipFill>
          <p:spPr>
            <a:xfrm>
              <a:off x="6245300" y="2804257"/>
              <a:ext cx="2832069" cy="2817908"/>
            </a:xfrm>
            <a:prstGeom prst="rect">
              <a:avLst/>
            </a:prstGeom>
          </p:spPr>
        </p:pic>
        <p:sp>
          <p:nvSpPr>
            <p:cNvPr id="11" name="TextBox 10">
              <a:extLst>
                <a:ext uri="{FF2B5EF4-FFF2-40B4-BE49-F238E27FC236}">
                  <a16:creationId xmlns:a16="http://schemas.microsoft.com/office/drawing/2014/main" id="{2F35E5BA-870D-8A54-780A-49B2460EBCF3}"/>
                </a:ext>
              </a:extLst>
            </p:cNvPr>
            <p:cNvSpPr txBox="1"/>
            <p:nvPr/>
          </p:nvSpPr>
          <p:spPr>
            <a:xfrm>
              <a:off x="6617793" y="2325917"/>
              <a:ext cx="209136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Aldhabi" pitchFamily="2" charset="-78"/>
                  <a:cs typeface="Aldhabi" pitchFamily="2" charset="-78"/>
                </a:rPr>
                <a:t>Transformer-Based</a:t>
              </a:r>
            </a:p>
          </p:txBody>
        </p:sp>
      </p:grpSp>
      <p:grpSp>
        <p:nvGrpSpPr>
          <p:cNvPr id="19" name="Group 18">
            <a:extLst>
              <a:ext uri="{FF2B5EF4-FFF2-40B4-BE49-F238E27FC236}">
                <a16:creationId xmlns:a16="http://schemas.microsoft.com/office/drawing/2014/main" id="{78D43665-6CAF-36E6-FA2E-2D0953D5762D}"/>
              </a:ext>
            </a:extLst>
          </p:cNvPr>
          <p:cNvGrpSpPr/>
          <p:nvPr/>
        </p:nvGrpSpPr>
        <p:grpSpPr>
          <a:xfrm>
            <a:off x="9094847" y="1965303"/>
            <a:ext cx="2962666" cy="3339458"/>
            <a:chOff x="9360495" y="2335716"/>
            <a:chExt cx="2832069" cy="3295628"/>
          </a:xfrm>
        </p:grpSpPr>
        <p:pic>
          <p:nvPicPr>
            <p:cNvPr id="5" name="Picture 4">
              <a:extLst>
                <a:ext uri="{FF2B5EF4-FFF2-40B4-BE49-F238E27FC236}">
                  <a16:creationId xmlns:a16="http://schemas.microsoft.com/office/drawing/2014/main" id="{B8E28353-C583-9E6B-6D2D-8E3FFF658EC6}"/>
                </a:ext>
              </a:extLst>
            </p:cNvPr>
            <p:cNvPicPr>
              <a:picLocks noChangeAspect="1"/>
            </p:cNvPicPr>
            <p:nvPr/>
          </p:nvPicPr>
          <p:blipFill>
            <a:blip r:embed="rId5"/>
            <a:stretch>
              <a:fillRect/>
            </a:stretch>
          </p:blipFill>
          <p:spPr>
            <a:xfrm>
              <a:off x="9360495" y="2813436"/>
              <a:ext cx="2832069" cy="2817908"/>
            </a:xfrm>
            <a:prstGeom prst="rect">
              <a:avLst/>
            </a:prstGeom>
          </p:spPr>
        </p:pic>
        <p:sp>
          <p:nvSpPr>
            <p:cNvPr id="12" name="TextBox 11">
              <a:extLst>
                <a:ext uri="{FF2B5EF4-FFF2-40B4-BE49-F238E27FC236}">
                  <a16:creationId xmlns:a16="http://schemas.microsoft.com/office/drawing/2014/main" id="{FA8F1662-2203-BF8C-FDFF-CC7D6F9C34B2}"/>
                </a:ext>
              </a:extLst>
            </p:cNvPr>
            <p:cNvSpPr txBox="1"/>
            <p:nvPr/>
          </p:nvSpPr>
          <p:spPr>
            <a:xfrm>
              <a:off x="9955773" y="2335716"/>
              <a:ext cx="1641512" cy="5202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Aldhabi" pitchFamily="2" charset="-78"/>
                  <a:cs typeface="Aldhabi" pitchFamily="2" charset="-78"/>
                </a:rPr>
                <a:t>Ground-Truth</a:t>
              </a:r>
            </a:p>
          </p:txBody>
        </p:sp>
      </p:grpSp>
      <p:sp>
        <p:nvSpPr>
          <p:cNvPr id="20" name="TextBox 19">
            <a:extLst>
              <a:ext uri="{FF2B5EF4-FFF2-40B4-BE49-F238E27FC236}">
                <a16:creationId xmlns:a16="http://schemas.microsoft.com/office/drawing/2014/main" id="{0BDA55E0-ED1E-579F-9837-269E201280A0}"/>
              </a:ext>
            </a:extLst>
          </p:cNvPr>
          <p:cNvSpPr txBox="1"/>
          <p:nvPr/>
        </p:nvSpPr>
        <p:spPr>
          <a:xfrm>
            <a:off x="2170371" y="5457265"/>
            <a:ext cx="876176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Aldhabi" pitchFamily="2" charset="-78"/>
                <a:cs typeface="Aldhabi" pitchFamily="2" charset="-78"/>
              </a:rPr>
              <a:t>Transformer model performs much </a:t>
            </a:r>
            <a:r>
              <a:rPr lang="en-US" sz="2200" b="1">
                <a:solidFill>
                  <a:schemeClr val="accent6">
                    <a:lumMod val="50000"/>
                  </a:schemeClr>
                </a:solidFill>
                <a:latin typeface="Aldhabi" pitchFamily="2" charset="-78"/>
                <a:cs typeface="Aldhabi" pitchFamily="2" charset="-78"/>
              </a:rPr>
              <a:t>better</a:t>
            </a:r>
            <a:r>
              <a:rPr lang="en-US" sz="2200">
                <a:latin typeface="Aldhabi" pitchFamily="2" charset="-78"/>
                <a:cs typeface="Aldhabi" pitchFamily="2" charset="-78"/>
              </a:rPr>
              <a:t> with fewer timestamps than the STATT and WSTATT baselines</a:t>
            </a:r>
          </a:p>
        </p:txBody>
      </p:sp>
      <p:sp>
        <p:nvSpPr>
          <p:cNvPr id="15" name="Title 1">
            <a:extLst>
              <a:ext uri="{FF2B5EF4-FFF2-40B4-BE49-F238E27FC236}">
                <a16:creationId xmlns:a16="http://schemas.microsoft.com/office/drawing/2014/main" id="{FD497D03-1C05-DDFF-4510-DD9A3BB0E40A}"/>
              </a:ext>
            </a:extLst>
          </p:cNvPr>
          <p:cNvSpPr txBox="1">
            <a:spLocks/>
          </p:cNvSpPr>
          <p:nvPr/>
        </p:nvSpPr>
        <p:spPr>
          <a:xfrm>
            <a:off x="2127494" y="1033719"/>
            <a:ext cx="7928767" cy="1333418"/>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n w="22225">
                  <a:noFill/>
                  <a:prstDash val="solid"/>
                </a:ln>
                <a:latin typeface="Copperplate Gothic Light"/>
                <a:cs typeface="Aldhabi"/>
              </a:rPr>
              <a:t>6 timestamps comparison</a:t>
            </a:r>
          </a:p>
        </p:txBody>
      </p:sp>
      <p:pic>
        <p:nvPicPr>
          <p:cNvPr id="13" name="Picture 12">
            <a:extLst>
              <a:ext uri="{FF2B5EF4-FFF2-40B4-BE49-F238E27FC236}">
                <a16:creationId xmlns:a16="http://schemas.microsoft.com/office/drawing/2014/main" id="{F790625E-1C37-0215-AFF0-0509CBCDA7DE}"/>
              </a:ext>
            </a:extLst>
          </p:cNvPr>
          <p:cNvPicPr>
            <a:picLocks noChangeAspect="1"/>
          </p:cNvPicPr>
          <p:nvPr/>
        </p:nvPicPr>
        <p:blipFill>
          <a:blip r:embed="rId6"/>
          <a:stretch>
            <a:fillRect/>
          </a:stretch>
        </p:blipFill>
        <p:spPr>
          <a:xfrm>
            <a:off x="248289" y="5897766"/>
            <a:ext cx="11687175" cy="458584"/>
          </a:xfrm>
          <a:prstGeom prst="rect">
            <a:avLst/>
          </a:prstGeom>
        </p:spPr>
      </p:pic>
    </p:spTree>
    <p:extLst>
      <p:ext uri="{BB962C8B-B14F-4D97-AF65-F5344CB8AC3E}">
        <p14:creationId xmlns:p14="http://schemas.microsoft.com/office/powerpoint/2010/main" val="8370762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2993B-1EF5-7C84-2B8A-D7F6A8FA4E79}"/>
              </a:ext>
            </a:extLst>
          </p:cNvPr>
          <p:cNvSpPr>
            <a:spLocks noGrp="1"/>
          </p:cNvSpPr>
          <p:nvPr>
            <p:ph type="title"/>
          </p:nvPr>
        </p:nvSpPr>
        <p:spPr/>
        <p:txBody>
          <a:bodyPr/>
          <a:lstStyle/>
          <a:p>
            <a:pPr algn="ctr"/>
            <a:r>
              <a:rPr lang="en-US">
                <a:latin typeface="Copperplate Gothic Light"/>
              </a:rPr>
              <a:t>Why Is This?</a:t>
            </a:r>
          </a:p>
        </p:txBody>
      </p:sp>
      <p:sp>
        <p:nvSpPr>
          <p:cNvPr id="3" name="Content Placeholder 2">
            <a:extLst>
              <a:ext uri="{FF2B5EF4-FFF2-40B4-BE49-F238E27FC236}">
                <a16:creationId xmlns:a16="http://schemas.microsoft.com/office/drawing/2014/main" id="{D5A828EE-D3D5-1A54-E58D-E34BB1B0991C}"/>
              </a:ext>
            </a:extLst>
          </p:cNvPr>
          <p:cNvSpPr>
            <a:spLocks noGrp="1"/>
          </p:cNvSpPr>
          <p:nvPr>
            <p:ph idx="1"/>
          </p:nvPr>
        </p:nvSpPr>
        <p:spPr>
          <a:xfrm>
            <a:off x="838199" y="1825625"/>
            <a:ext cx="10931013" cy="2354300"/>
          </a:xfrm>
        </p:spPr>
        <p:txBody>
          <a:bodyPr vert="horz" lIns="91440" tIns="45720" rIns="91440" bIns="45720" rtlCol="0" anchor="t">
            <a:normAutofit/>
          </a:bodyPr>
          <a:lstStyle/>
          <a:p>
            <a:pPr marL="0" indent="0" algn="ctr">
              <a:buNone/>
            </a:pPr>
            <a:r>
              <a:rPr lang="en-US" sz="2200">
                <a:latin typeface="Aldhabi"/>
                <a:cs typeface="Aldhabi"/>
              </a:rPr>
              <a:t>- The hope is that </a:t>
            </a:r>
            <a:r>
              <a:rPr lang="en-US" sz="2200" b="1">
                <a:latin typeface="Aldhabi"/>
                <a:cs typeface="Aldhabi"/>
              </a:rPr>
              <a:t>multi-head attention</a:t>
            </a:r>
            <a:r>
              <a:rPr lang="en-US" sz="2200">
                <a:latin typeface="Aldhabi"/>
                <a:cs typeface="Aldhabi"/>
              </a:rPr>
              <a:t> allows our model to represent multiple phenological patterns, like different harvest and growth periods</a:t>
            </a:r>
            <a:endParaRPr lang="en-US"/>
          </a:p>
          <a:p>
            <a:pPr marL="0" indent="0" algn="ctr">
              <a:buNone/>
            </a:pPr>
            <a:r>
              <a:rPr lang="en-US" sz="2200">
                <a:latin typeface="Aldhabi"/>
                <a:cs typeface="Aldhabi"/>
              </a:rPr>
              <a:t>- STATT originally compresses that into a </a:t>
            </a:r>
            <a:r>
              <a:rPr lang="en-US" sz="2200" b="1">
                <a:latin typeface="Aldhabi"/>
                <a:cs typeface="Aldhabi"/>
              </a:rPr>
              <a:t>single hidden state</a:t>
            </a:r>
          </a:p>
          <a:p>
            <a:pPr marL="0" indent="0" algn="ctr">
              <a:buNone/>
            </a:pPr>
            <a:r>
              <a:rPr lang="en-US" sz="2200">
                <a:latin typeface="Aldhabi"/>
                <a:cs typeface="Aldhabi"/>
              </a:rPr>
              <a:t>- Applying </a:t>
            </a:r>
            <a:r>
              <a:rPr lang="en-US" sz="2200" b="1">
                <a:latin typeface="Aldhabi"/>
                <a:cs typeface="Aldhabi"/>
              </a:rPr>
              <a:t>temporal pooling </a:t>
            </a:r>
            <a:r>
              <a:rPr lang="en-US" sz="2200">
                <a:latin typeface="Aldhabi"/>
                <a:cs typeface="Aldhabi"/>
              </a:rPr>
              <a:t>to richer transformer features at </a:t>
            </a:r>
            <a:r>
              <a:rPr lang="en-US" sz="2200" b="1">
                <a:latin typeface="Aldhabi"/>
                <a:cs typeface="Aldhabi"/>
              </a:rPr>
              <a:t>different layers</a:t>
            </a:r>
            <a:r>
              <a:rPr lang="en-US" sz="2200">
                <a:latin typeface="Aldhabi"/>
                <a:cs typeface="Aldhabi"/>
              </a:rPr>
              <a:t> rather than 1 </a:t>
            </a:r>
            <a:r>
              <a:rPr lang="en-US" sz="2200" b="1">
                <a:latin typeface="Aldhabi"/>
                <a:cs typeface="Aldhabi"/>
              </a:rPr>
              <a:t>bottleneck</a:t>
            </a:r>
          </a:p>
          <a:p>
            <a:pPr marL="0" indent="0" algn="ctr">
              <a:buNone/>
            </a:pPr>
            <a:r>
              <a:rPr lang="en-US" sz="2200">
                <a:latin typeface="Aldhabi"/>
                <a:cs typeface="Aldhabi"/>
              </a:rPr>
              <a:t>- Both </a:t>
            </a:r>
            <a:r>
              <a:rPr lang="en-US" sz="2200" b="1">
                <a:latin typeface="Aldhabi"/>
                <a:cs typeface="Aldhabi"/>
              </a:rPr>
              <a:t>spatial and temporal </a:t>
            </a:r>
            <a:r>
              <a:rPr lang="en-US" sz="2200">
                <a:latin typeface="Aldhabi"/>
                <a:cs typeface="Aldhabi"/>
              </a:rPr>
              <a:t>information are passed into the decoder with skip connections </a:t>
            </a:r>
          </a:p>
        </p:txBody>
      </p:sp>
      <p:sp>
        <p:nvSpPr>
          <p:cNvPr id="4" name="Slide Number Placeholder 3">
            <a:extLst>
              <a:ext uri="{FF2B5EF4-FFF2-40B4-BE49-F238E27FC236}">
                <a16:creationId xmlns:a16="http://schemas.microsoft.com/office/drawing/2014/main" id="{9BB891E3-855F-E494-E2DF-D6C6E548F2C2}"/>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36</a:t>
            </a:fld>
            <a:endParaRPr lang="en-US">
              <a:latin typeface="Abadi MT Condensed Light" panose="020B0306030101010103" pitchFamily="34" charset="77"/>
            </a:endParaRPr>
          </a:p>
        </p:txBody>
      </p:sp>
      <p:pic>
        <p:nvPicPr>
          <p:cNvPr id="5" name="Picture 4" descr="Transformer VS Multi-head Self-Attention - nlp - PyTorch Forums">
            <a:extLst>
              <a:ext uri="{FF2B5EF4-FFF2-40B4-BE49-F238E27FC236}">
                <a16:creationId xmlns:a16="http://schemas.microsoft.com/office/drawing/2014/main" id="{61D5CE66-E1CD-8C82-FB5B-424449B9622E}"/>
              </a:ext>
            </a:extLst>
          </p:cNvPr>
          <p:cNvPicPr>
            <a:picLocks noChangeAspect="1"/>
          </p:cNvPicPr>
          <p:nvPr/>
        </p:nvPicPr>
        <p:blipFill>
          <a:blip r:embed="rId2"/>
          <a:stretch>
            <a:fillRect/>
          </a:stretch>
        </p:blipFill>
        <p:spPr>
          <a:xfrm>
            <a:off x="6096000" y="3790690"/>
            <a:ext cx="4410808" cy="2389883"/>
          </a:xfrm>
          <a:prstGeom prst="rect">
            <a:avLst/>
          </a:prstGeom>
          <a:ln w="76200">
            <a:solidFill>
              <a:schemeClr val="bg1">
                <a:lumMod val="50000"/>
                <a:lumOff val="50000"/>
              </a:schemeClr>
            </a:solidFill>
          </a:ln>
        </p:spPr>
      </p:pic>
      <p:pic>
        <p:nvPicPr>
          <p:cNvPr id="7" name="Picture 6">
            <a:extLst>
              <a:ext uri="{FF2B5EF4-FFF2-40B4-BE49-F238E27FC236}">
                <a16:creationId xmlns:a16="http://schemas.microsoft.com/office/drawing/2014/main" id="{1279DFEC-8950-4922-B1AA-23B9E4A6B9C3}"/>
              </a:ext>
            </a:extLst>
          </p:cNvPr>
          <p:cNvPicPr>
            <a:picLocks noChangeAspect="1"/>
          </p:cNvPicPr>
          <p:nvPr/>
        </p:nvPicPr>
        <p:blipFill>
          <a:blip r:embed="rId3"/>
          <a:stretch>
            <a:fillRect/>
          </a:stretch>
        </p:blipFill>
        <p:spPr>
          <a:xfrm>
            <a:off x="1261697" y="3790690"/>
            <a:ext cx="4410807" cy="2386914"/>
          </a:xfrm>
          <a:prstGeom prst="rect">
            <a:avLst/>
          </a:prstGeom>
          <a:ln w="76200">
            <a:solidFill>
              <a:schemeClr val="bg1">
                <a:lumMod val="50000"/>
                <a:lumOff val="50000"/>
              </a:schemeClr>
            </a:solidFill>
          </a:ln>
        </p:spPr>
      </p:pic>
    </p:spTree>
    <p:extLst>
      <p:ext uri="{BB962C8B-B14F-4D97-AF65-F5344CB8AC3E}">
        <p14:creationId xmlns:p14="http://schemas.microsoft.com/office/powerpoint/2010/main" val="496741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FFA7-AF30-F393-C1D5-380BA2F63E07}"/>
              </a:ext>
            </a:extLst>
          </p:cNvPr>
          <p:cNvSpPr>
            <a:spLocks noGrp="1"/>
          </p:cNvSpPr>
          <p:nvPr>
            <p:ph type="title"/>
          </p:nvPr>
        </p:nvSpPr>
        <p:spPr>
          <a:xfrm>
            <a:off x="1021373" y="145317"/>
            <a:ext cx="9777337" cy="1325563"/>
          </a:xfrm>
        </p:spPr>
        <p:txBody>
          <a:bodyPr/>
          <a:lstStyle/>
          <a:p>
            <a:r>
              <a:rPr lang="en-US">
                <a:latin typeface="Copperplate Gothic Light"/>
              </a:rPr>
              <a:t>How Predictions Change 6 vs. 24 Timestamps</a:t>
            </a:r>
          </a:p>
        </p:txBody>
      </p:sp>
      <p:sp>
        <p:nvSpPr>
          <p:cNvPr id="4" name="Slide Number Placeholder 3">
            <a:extLst>
              <a:ext uri="{FF2B5EF4-FFF2-40B4-BE49-F238E27FC236}">
                <a16:creationId xmlns:a16="http://schemas.microsoft.com/office/drawing/2014/main" id="{7F43FDBC-51BC-A7D2-1385-8B6DEA823435}"/>
              </a:ext>
            </a:extLst>
          </p:cNvPr>
          <p:cNvSpPr>
            <a:spLocks noGrp="1"/>
          </p:cNvSpPr>
          <p:nvPr>
            <p:ph type="sldNum" sz="quarter" idx="12"/>
          </p:nvPr>
        </p:nvSpPr>
        <p:spPr/>
        <p:txBody>
          <a:bodyPr/>
          <a:lstStyle/>
          <a:p>
            <a:fld id="{48F63A3B-78C7-47BE-AE5E-E10140E04643}" type="slidenum">
              <a:rPr lang="en-US" dirty="0">
                <a:latin typeface="Abadi MT Condensed Light" panose="020B0306030101010103" pitchFamily="34" charset="77"/>
              </a:rPr>
              <a:t>37</a:t>
            </a:fld>
            <a:endParaRPr lang="en-US">
              <a:latin typeface="Abadi MT Condensed Light" panose="020B0306030101010103" pitchFamily="34" charset="77"/>
            </a:endParaRPr>
          </a:p>
        </p:txBody>
      </p:sp>
      <p:grpSp>
        <p:nvGrpSpPr>
          <p:cNvPr id="21" name="Group 20">
            <a:extLst>
              <a:ext uri="{FF2B5EF4-FFF2-40B4-BE49-F238E27FC236}">
                <a16:creationId xmlns:a16="http://schemas.microsoft.com/office/drawing/2014/main" id="{FEFC61FA-94D5-0F0F-4F79-72BFBAA7BD90}"/>
              </a:ext>
            </a:extLst>
          </p:cNvPr>
          <p:cNvGrpSpPr/>
          <p:nvPr/>
        </p:nvGrpSpPr>
        <p:grpSpPr>
          <a:xfrm>
            <a:off x="1018735" y="1474418"/>
            <a:ext cx="9779976" cy="5034869"/>
            <a:chOff x="1319139" y="1481745"/>
            <a:chExt cx="10153649" cy="5413544"/>
          </a:xfrm>
        </p:grpSpPr>
        <p:sp>
          <p:nvSpPr>
            <p:cNvPr id="10" name="Rectangle 9">
              <a:extLst>
                <a:ext uri="{FF2B5EF4-FFF2-40B4-BE49-F238E27FC236}">
                  <a16:creationId xmlns:a16="http://schemas.microsoft.com/office/drawing/2014/main" id="{4D9C7644-5210-8267-5036-A6B35BD253AC}"/>
                </a:ext>
              </a:extLst>
            </p:cNvPr>
            <p:cNvSpPr/>
            <p:nvPr/>
          </p:nvSpPr>
          <p:spPr>
            <a:xfrm>
              <a:off x="1319139" y="1481745"/>
              <a:ext cx="10153649" cy="541354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757913C-6AC2-30E5-2CD6-4B271B42403D}"/>
                </a:ext>
              </a:extLst>
            </p:cNvPr>
            <p:cNvPicPr>
              <a:picLocks noChangeAspect="1"/>
            </p:cNvPicPr>
            <p:nvPr/>
          </p:nvPicPr>
          <p:blipFill>
            <a:blip r:embed="rId2"/>
            <a:stretch>
              <a:fillRect/>
            </a:stretch>
          </p:blipFill>
          <p:spPr>
            <a:xfrm>
              <a:off x="6572618" y="1934674"/>
              <a:ext cx="4776420" cy="4725133"/>
            </a:xfrm>
            <a:prstGeom prst="rect">
              <a:avLst/>
            </a:prstGeom>
          </p:spPr>
        </p:pic>
        <p:pic>
          <p:nvPicPr>
            <p:cNvPr id="6" name="Picture 5">
              <a:extLst>
                <a:ext uri="{FF2B5EF4-FFF2-40B4-BE49-F238E27FC236}">
                  <a16:creationId xmlns:a16="http://schemas.microsoft.com/office/drawing/2014/main" id="{42979701-E683-DFBE-3521-D2FABA948EE2}"/>
                </a:ext>
              </a:extLst>
            </p:cNvPr>
            <p:cNvPicPr>
              <a:picLocks noChangeAspect="1"/>
            </p:cNvPicPr>
            <p:nvPr/>
          </p:nvPicPr>
          <p:blipFill>
            <a:blip r:embed="rId3"/>
            <a:stretch>
              <a:fillRect/>
            </a:stretch>
          </p:blipFill>
          <p:spPr>
            <a:xfrm>
              <a:off x="1786868" y="1934307"/>
              <a:ext cx="2346419" cy="2344617"/>
            </a:xfrm>
            <a:prstGeom prst="rect">
              <a:avLst/>
            </a:prstGeom>
          </p:spPr>
        </p:pic>
        <p:pic>
          <p:nvPicPr>
            <p:cNvPr id="7" name="Picture 6">
              <a:extLst>
                <a:ext uri="{FF2B5EF4-FFF2-40B4-BE49-F238E27FC236}">
                  <a16:creationId xmlns:a16="http://schemas.microsoft.com/office/drawing/2014/main" id="{BDCCACD3-1B10-5E38-61D2-B2534CE59E17}"/>
                </a:ext>
              </a:extLst>
            </p:cNvPr>
            <p:cNvPicPr>
              <a:picLocks noChangeAspect="1"/>
            </p:cNvPicPr>
            <p:nvPr/>
          </p:nvPicPr>
          <p:blipFill>
            <a:blip r:embed="rId4"/>
            <a:stretch>
              <a:fillRect/>
            </a:stretch>
          </p:blipFill>
          <p:spPr>
            <a:xfrm>
              <a:off x="4173791" y="1934307"/>
              <a:ext cx="2371708" cy="2351944"/>
            </a:xfrm>
            <a:prstGeom prst="rect">
              <a:avLst/>
            </a:prstGeom>
          </p:spPr>
        </p:pic>
        <p:pic>
          <p:nvPicPr>
            <p:cNvPr id="8" name="Picture 7">
              <a:extLst>
                <a:ext uri="{FF2B5EF4-FFF2-40B4-BE49-F238E27FC236}">
                  <a16:creationId xmlns:a16="http://schemas.microsoft.com/office/drawing/2014/main" id="{33F9AAD1-F50E-0201-DFE2-564912937A8B}"/>
                </a:ext>
              </a:extLst>
            </p:cNvPr>
            <p:cNvPicPr>
              <a:picLocks noChangeAspect="1"/>
            </p:cNvPicPr>
            <p:nvPr/>
          </p:nvPicPr>
          <p:blipFill>
            <a:blip r:embed="rId5"/>
            <a:stretch>
              <a:fillRect/>
            </a:stretch>
          </p:blipFill>
          <p:spPr>
            <a:xfrm>
              <a:off x="1785937" y="4320687"/>
              <a:ext cx="2340952" cy="2341685"/>
            </a:xfrm>
            <a:prstGeom prst="rect">
              <a:avLst/>
            </a:prstGeom>
          </p:spPr>
        </p:pic>
        <p:pic>
          <p:nvPicPr>
            <p:cNvPr id="9" name="Picture 8">
              <a:extLst>
                <a:ext uri="{FF2B5EF4-FFF2-40B4-BE49-F238E27FC236}">
                  <a16:creationId xmlns:a16="http://schemas.microsoft.com/office/drawing/2014/main" id="{8FBC3190-78C0-BA84-2502-A0F148D05B26}"/>
                </a:ext>
              </a:extLst>
            </p:cNvPr>
            <p:cNvPicPr>
              <a:picLocks noChangeAspect="1"/>
            </p:cNvPicPr>
            <p:nvPr/>
          </p:nvPicPr>
          <p:blipFill>
            <a:blip r:embed="rId6"/>
            <a:stretch>
              <a:fillRect/>
            </a:stretch>
          </p:blipFill>
          <p:spPr>
            <a:xfrm>
              <a:off x="4165722" y="4321786"/>
              <a:ext cx="2365864" cy="2346814"/>
            </a:xfrm>
            <a:prstGeom prst="rect">
              <a:avLst/>
            </a:prstGeom>
          </p:spPr>
        </p:pic>
        <p:sp>
          <p:nvSpPr>
            <p:cNvPr id="12" name="TextBox 12">
              <a:extLst>
                <a:ext uri="{FF2B5EF4-FFF2-40B4-BE49-F238E27FC236}">
                  <a16:creationId xmlns:a16="http://schemas.microsoft.com/office/drawing/2014/main" id="{3DA28A76-3D5B-9827-37AA-6CAA072F4DB0}"/>
                </a:ext>
              </a:extLst>
            </p:cNvPr>
            <p:cNvSpPr txBox="1"/>
            <p:nvPr/>
          </p:nvSpPr>
          <p:spPr>
            <a:xfrm>
              <a:off x="1781992" y="1543693"/>
              <a:ext cx="23291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6 Timestamps</a:t>
              </a:r>
            </a:p>
          </p:txBody>
        </p:sp>
        <p:sp>
          <p:nvSpPr>
            <p:cNvPr id="14" name="TextBox 12">
              <a:extLst>
                <a:ext uri="{FF2B5EF4-FFF2-40B4-BE49-F238E27FC236}">
                  <a16:creationId xmlns:a16="http://schemas.microsoft.com/office/drawing/2014/main" id="{CD87AB3C-89AA-5AF0-E991-32ABBC7F0ACA}"/>
                </a:ext>
              </a:extLst>
            </p:cNvPr>
            <p:cNvSpPr txBox="1"/>
            <p:nvPr/>
          </p:nvSpPr>
          <p:spPr>
            <a:xfrm>
              <a:off x="4193496" y="1513476"/>
              <a:ext cx="23291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24 Timestamps</a:t>
              </a:r>
              <a:endParaRPr lang="en-US">
                <a:solidFill>
                  <a:schemeClr val="bg1"/>
                </a:solidFill>
              </a:endParaRPr>
            </a:p>
          </p:txBody>
        </p:sp>
        <p:sp>
          <p:nvSpPr>
            <p:cNvPr id="16" name="TextBox 12">
              <a:extLst>
                <a:ext uri="{FF2B5EF4-FFF2-40B4-BE49-F238E27FC236}">
                  <a16:creationId xmlns:a16="http://schemas.microsoft.com/office/drawing/2014/main" id="{088F6B42-73B4-2A3C-F18F-9AB966664656}"/>
                </a:ext>
              </a:extLst>
            </p:cNvPr>
            <p:cNvSpPr txBox="1"/>
            <p:nvPr/>
          </p:nvSpPr>
          <p:spPr>
            <a:xfrm>
              <a:off x="7353262" y="1543692"/>
              <a:ext cx="23291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Ground-Truth</a:t>
              </a:r>
            </a:p>
          </p:txBody>
        </p:sp>
        <p:sp>
          <p:nvSpPr>
            <p:cNvPr id="18" name="TextBox 12">
              <a:extLst>
                <a:ext uri="{FF2B5EF4-FFF2-40B4-BE49-F238E27FC236}">
                  <a16:creationId xmlns:a16="http://schemas.microsoft.com/office/drawing/2014/main" id="{8ACC8BE1-4B61-95CC-E6EF-E6E6B0E53975}"/>
                </a:ext>
              </a:extLst>
            </p:cNvPr>
            <p:cNvSpPr txBox="1"/>
            <p:nvPr/>
          </p:nvSpPr>
          <p:spPr>
            <a:xfrm rot="16200000">
              <a:off x="403425" y="2882005"/>
              <a:ext cx="23291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STATT</a:t>
              </a:r>
              <a:endParaRPr lang="en-US"/>
            </a:p>
          </p:txBody>
        </p:sp>
        <p:sp>
          <p:nvSpPr>
            <p:cNvPr id="20" name="TextBox 12">
              <a:extLst>
                <a:ext uri="{FF2B5EF4-FFF2-40B4-BE49-F238E27FC236}">
                  <a16:creationId xmlns:a16="http://schemas.microsoft.com/office/drawing/2014/main" id="{27090E3B-C5AE-D9C4-708D-869794830BBC}"/>
                </a:ext>
              </a:extLst>
            </p:cNvPr>
            <p:cNvSpPr txBox="1"/>
            <p:nvPr/>
          </p:nvSpPr>
          <p:spPr>
            <a:xfrm rot="16200000">
              <a:off x="401960" y="5269117"/>
              <a:ext cx="232917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a:solidFill>
                    <a:schemeClr val="bg1"/>
                  </a:solidFill>
                  <a:latin typeface="Aldhabi"/>
                  <a:cs typeface="Aldhabi"/>
                </a:rPr>
                <a:t>Transformer-Based Model</a:t>
              </a:r>
              <a:endParaRPr lang="en-US">
                <a:solidFill>
                  <a:schemeClr val="bg1"/>
                </a:solidFill>
              </a:endParaRPr>
            </a:p>
          </p:txBody>
        </p:sp>
      </p:grpSp>
    </p:spTree>
    <p:extLst>
      <p:ext uri="{BB962C8B-B14F-4D97-AF65-F5344CB8AC3E}">
        <p14:creationId xmlns:p14="http://schemas.microsoft.com/office/powerpoint/2010/main" val="2593158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1A4D0-C7CD-B9F4-2EE6-7BF293151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1CDE5-E2A1-1B14-D59B-FA46019B026D}"/>
              </a:ext>
            </a:extLst>
          </p:cNvPr>
          <p:cNvSpPr>
            <a:spLocks noGrp="1"/>
          </p:cNvSpPr>
          <p:nvPr>
            <p:ph type="title"/>
          </p:nvPr>
        </p:nvSpPr>
        <p:spPr>
          <a:xfrm>
            <a:off x="1295400" y="669925"/>
            <a:ext cx="4800600" cy="1325563"/>
          </a:xfrm>
        </p:spPr>
        <p:txBody>
          <a:bodyPr anchor="b">
            <a:normAutofit/>
          </a:bodyPr>
          <a:lstStyle/>
          <a:p>
            <a:r>
              <a:rPr lang="en-US" sz="3700">
                <a:solidFill>
                  <a:schemeClr val="bg1"/>
                </a:solidFill>
                <a:latin typeface="Copperplate Gothic Light"/>
              </a:rPr>
              <a:t>Summary &amp; future expansion</a:t>
            </a:r>
          </a:p>
        </p:txBody>
      </p:sp>
      <p:sp>
        <p:nvSpPr>
          <p:cNvPr id="3" name="Content Placeholder 2">
            <a:extLst>
              <a:ext uri="{FF2B5EF4-FFF2-40B4-BE49-F238E27FC236}">
                <a16:creationId xmlns:a16="http://schemas.microsoft.com/office/drawing/2014/main" id="{8DA8B4D9-FD4B-0FB7-2047-D719B5AAB192}"/>
              </a:ext>
            </a:extLst>
          </p:cNvPr>
          <p:cNvSpPr>
            <a:spLocks noGrp="1"/>
          </p:cNvSpPr>
          <p:nvPr>
            <p:ph idx="1"/>
          </p:nvPr>
        </p:nvSpPr>
        <p:spPr>
          <a:xfrm>
            <a:off x="1295400" y="2288833"/>
            <a:ext cx="4800600" cy="3711571"/>
          </a:xfrm>
        </p:spPr>
        <p:txBody>
          <a:bodyPr vert="horz" lIns="91440" tIns="45720" rIns="91440" bIns="45720" rtlCol="0">
            <a:normAutofit/>
          </a:bodyPr>
          <a:lstStyle/>
          <a:p>
            <a:pPr>
              <a:buFont typeface="Wingdings" pitchFamily="2" charset="2"/>
              <a:buChar char="v"/>
            </a:pPr>
            <a:r>
              <a:rPr lang="en-US" sz="2000">
                <a:solidFill>
                  <a:schemeClr val="bg1"/>
                </a:solidFill>
                <a:latin typeface="Aldhabi"/>
                <a:cs typeface="Aldhabi"/>
              </a:rPr>
              <a:t>WSTATT performs better than or just as well as STATT in all categories</a:t>
            </a:r>
          </a:p>
          <a:p>
            <a:pPr>
              <a:buFont typeface="Wingdings" pitchFamily="2" charset="2"/>
              <a:buChar char="v"/>
            </a:pPr>
            <a:r>
              <a:rPr lang="en-US" sz="2000">
                <a:solidFill>
                  <a:schemeClr val="bg1"/>
                </a:solidFill>
                <a:latin typeface="Aldhabi"/>
                <a:cs typeface="Aldhabi"/>
              </a:rPr>
              <a:t>Water variables are more important to WSTATT's predictions than sun variables</a:t>
            </a:r>
          </a:p>
          <a:p>
            <a:pPr>
              <a:buFont typeface="Wingdings" pitchFamily="2" charset="2"/>
              <a:buChar char="v"/>
            </a:pPr>
            <a:r>
              <a:rPr lang="en-US" sz="2000">
                <a:solidFill>
                  <a:schemeClr val="bg1"/>
                </a:solidFill>
                <a:latin typeface="Aldhabi"/>
                <a:cs typeface="Aldhabi"/>
              </a:rPr>
              <a:t>Our transformer-based model was able to produce accurate crop maps with fewer timestamps, although its performance levels with STATT remain slightly higher (more training required) as timestamps increase</a:t>
            </a:r>
          </a:p>
          <a:p>
            <a:pPr>
              <a:buFont typeface="Wingdings" pitchFamily="2" charset="2"/>
              <a:buChar char="v"/>
            </a:pPr>
            <a:r>
              <a:rPr lang="en-US" sz="2000">
                <a:solidFill>
                  <a:schemeClr val="bg1"/>
                </a:solidFill>
                <a:latin typeface="Aldhabi"/>
                <a:cs typeface="Aldhabi"/>
              </a:rPr>
              <a:t>Incorporate weather data into our transformer-based model</a:t>
            </a:r>
          </a:p>
        </p:txBody>
      </p:sp>
      <p:pic>
        <p:nvPicPr>
          <p:cNvPr id="10" name="Gráfico 9" descr="Cloud contorno">
            <a:extLst>
              <a:ext uri="{FF2B5EF4-FFF2-40B4-BE49-F238E27FC236}">
                <a16:creationId xmlns:a16="http://schemas.microsoft.com/office/drawing/2014/main" id="{784CF8E2-9DA3-9FB3-A146-F492BFDC13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65744" y="3306846"/>
            <a:ext cx="2784532" cy="2784532"/>
          </a:xfrm>
          <a:prstGeom prst="rect">
            <a:avLst/>
          </a:prstGeom>
        </p:spPr>
      </p:pic>
      <p:sp>
        <p:nvSpPr>
          <p:cNvPr id="4" name="Slide Number Placeholder 3">
            <a:extLst>
              <a:ext uri="{FF2B5EF4-FFF2-40B4-BE49-F238E27FC236}">
                <a16:creationId xmlns:a16="http://schemas.microsoft.com/office/drawing/2014/main" id="{A401E139-DB49-BE52-4EB9-DF960C5F8512}"/>
              </a:ext>
            </a:extLst>
          </p:cNvPr>
          <p:cNvSpPr>
            <a:spLocks noGrp="1"/>
          </p:cNvSpPr>
          <p:nvPr>
            <p:ph type="sldNum" sz="quarter" idx="12"/>
          </p:nvPr>
        </p:nvSpPr>
        <p:spPr>
          <a:xfrm>
            <a:off x="9303026" y="6499021"/>
            <a:ext cx="2050774" cy="365125"/>
          </a:xfrm>
        </p:spPr>
        <p:txBody>
          <a:bodyPr>
            <a:normAutofit/>
          </a:bodyPr>
          <a:lstStyle/>
          <a:p>
            <a:pPr>
              <a:spcAft>
                <a:spcPts val="600"/>
              </a:spcAft>
            </a:pPr>
            <a:fld id="{48F63A3B-78C7-47BE-AE5E-E10140E04643}" type="slidenum">
              <a:rPr lang="en-US">
                <a:solidFill>
                  <a:schemeClr val="tx1"/>
                </a:solidFill>
                <a:latin typeface="Abadi MT Condensed Light" panose="020B0306030101010103" pitchFamily="34" charset="77"/>
              </a:rPr>
              <a:pPr>
                <a:spcAft>
                  <a:spcPts val="600"/>
                </a:spcAft>
              </a:pPr>
              <a:t>38</a:t>
            </a:fld>
            <a:endParaRPr lang="en-US">
              <a:solidFill>
                <a:schemeClr val="tx1"/>
              </a:solidFill>
              <a:latin typeface="Abadi MT Condensed Light" panose="020B0306030101010103" pitchFamily="34" charset="77"/>
            </a:endParaRPr>
          </a:p>
        </p:txBody>
      </p:sp>
      <p:sp>
        <p:nvSpPr>
          <p:cNvPr id="5" name="Title 1">
            <a:extLst>
              <a:ext uri="{FF2B5EF4-FFF2-40B4-BE49-F238E27FC236}">
                <a16:creationId xmlns:a16="http://schemas.microsoft.com/office/drawing/2014/main" id="{50BCF12E-51CC-07A7-18B2-B2AC8D6A42F2}"/>
              </a:ext>
            </a:extLst>
          </p:cNvPr>
          <p:cNvSpPr txBox="1">
            <a:spLocks/>
          </p:cNvSpPr>
          <p:nvPr/>
        </p:nvSpPr>
        <p:spPr>
          <a:xfrm>
            <a:off x="1447800" y="822325"/>
            <a:ext cx="4800600"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700">
                <a:latin typeface="Copperplate Gothic Light"/>
              </a:rPr>
              <a:t>Summary &amp; future expansion</a:t>
            </a:r>
          </a:p>
        </p:txBody>
      </p:sp>
      <p:sp>
        <p:nvSpPr>
          <p:cNvPr id="6" name="Content Placeholder 2">
            <a:extLst>
              <a:ext uri="{FF2B5EF4-FFF2-40B4-BE49-F238E27FC236}">
                <a16:creationId xmlns:a16="http://schemas.microsoft.com/office/drawing/2014/main" id="{5BBE361E-B1DE-FF24-37C6-A3D31F098A91}"/>
              </a:ext>
            </a:extLst>
          </p:cNvPr>
          <p:cNvSpPr txBox="1">
            <a:spLocks/>
          </p:cNvSpPr>
          <p:nvPr/>
        </p:nvSpPr>
        <p:spPr>
          <a:xfrm>
            <a:off x="1447800" y="2441233"/>
            <a:ext cx="4800600" cy="37115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sz="2200">
                <a:latin typeface="Aldhabi"/>
                <a:cs typeface="Aldhabi"/>
              </a:rPr>
              <a:t>WSTATT performs better than or just as well as STATT in all categories</a:t>
            </a:r>
          </a:p>
          <a:p>
            <a:pPr>
              <a:buFont typeface="Wingdings" pitchFamily="2" charset="2"/>
              <a:buChar char="v"/>
            </a:pPr>
            <a:r>
              <a:rPr lang="en-US" sz="2200">
                <a:latin typeface="Aldhabi"/>
                <a:cs typeface="Aldhabi"/>
              </a:rPr>
              <a:t>Water variables are more important to WSTATT's predictions than sun variables</a:t>
            </a:r>
          </a:p>
          <a:p>
            <a:pPr>
              <a:buFont typeface="Wingdings" pitchFamily="2" charset="2"/>
              <a:buChar char="v"/>
            </a:pPr>
            <a:r>
              <a:rPr lang="en-US" sz="2200">
                <a:latin typeface="Aldhabi"/>
                <a:cs typeface="Aldhabi"/>
              </a:rPr>
              <a:t>Our transformer-based model was able to produce accurate crop maps with fewer timestamps, although its performance levels with STATT remain slightly higher (more training required) as timestamps increase</a:t>
            </a:r>
          </a:p>
          <a:p>
            <a:pPr>
              <a:buFont typeface="Wingdings" pitchFamily="2" charset="2"/>
              <a:buChar char="v"/>
            </a:pPr>
            <a:r>
              <a:rPr lang="en-US" sz="2200">
                <a:latin typeface="Aldhabi"/>
                <a:cs typeface="Aldhabi"/>
              </a:rPr>
              <a:t>Incorporate weather data into our transformer-based model</a:t>
            </a:r>
          </a:p>
        </p:txBody>
      </p:sp>
      <p:pic>
        <p:nvPicPr>
          <p:cNvPr id="9" name="Gráfico 8" descr="Cloud contorno">
            <a:extLst>
              <a:ext uri="{FF2B5EF4-FFF2-40B4-BE49-F238E27FC236}">
                <a16:creationId xmlns:a16="http://schemas.microsoft.com/office/drawing/2014/main" id="{CA2ED7E8-3E59-C158-C615-E173DEA4C6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66467" y="3571818"/>
            <a:ext cx="2784532" cy="2784532"/>
          </a:xfrm>
          <a:prstGeom prst="rect">
            <a:avLst/>
          </a:prstGeom>
        </p:spPr>
      </p:pic>
      <p:pic>
        <p:nvPicPr>
          <p:cNvPr id="11" name="Gráfico 10" descr="Sun contorno">
            <a:extLst>
              <a:ext uri="{FF2B5EF4-FFF2-40B4-BE49-F238E27FC236}">
                <a16:creationId xmlns:a16="http://schemas.microsoft.com/office/drawing/2014/main" id="{492B569B-A942-512B-AAA4-A52155F1B7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6433" y="379643"/>
            <a:ext cx="2784532" cy="2784532"/>
          </a:xfrm>
          <a:prstGeom prst="rect">
            <a:avLst/>
          </a:prstGeom>
        </p:spPr>
      </p:pic>
      <p:sp>
        <p:nvSpPr>
          <p:cNvPr id="12" name="Rectángulo 11">
            <a:extLst>
              <a:ext uri="{FF2B5EF4-FFF2-40B4-BE49-F238E27FC236}">
                <a16:creationId xmlns:a16="http://schemas.microsoft.com/office/drawing/2014/main" id="{C2509B9D-DBAC-71E5-F450-4B1A7D6D3093}"/>
              </a:ext>
            </a:extLst>
          </p:cNvPr>
          <p:cNvSpPr/>
          <p:nvPr/>
        </p:nvSpPr>
        <p:spPr>
          <a:xfrm>
            <a:off x="6400800" y="368710"/>
            <a:ext cx="4495799" cy="29201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3" name="Rectángulo 12">
            <a:extLst>
              <a:ext uri="{FF2B5EF4-FFF2-40B4-BE49-F238E27FC236}">
                <a16:creationId xmlns:a16="http://schemas.microsoft.com/office/drawing/2014/main" id="{623DF26F-5396-E34C-5358-1C980F691B46}"/>
              </a:ext>
            </a:extLst>
          </p:cNvPr>
          <p:cNvSpPr/>
          <p:nvPr/>
        </p:nvSpPr>
        <p:spPr>
          <a:xfrm>
            <a:off x="7510111" y="3441291"/>
            <a:ext cx="4495799" cy="305773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cxnSp>
        <p:nvCxnSpPr>
          <p:cNvPr id="16" name="Conector recto 15">
            <a:extLst>
              <a:ext uri="{FF2B5EF4-FFF2-40B4-BE49-F238E27FC236}">
                <a16:creationId xmlns:a16="http://schemas.microsoft.com/office/drawing/2014/main" id="{6894C7EA-6F95-F747-A6EA-E0DA1A5CF4AE}"/>
              </a:ext>
            </a:extLst>
          </p:cNvPr>
          <p:cNvCxnSpPr>
            <a:cxnSpLocks/>
          </p:cNvCxnSpPr>
          <p:nvPr/>
        </p:nvCxnSpPr>
        <p:spPr>
          <a:xfrm>
            <a:off x="1563329" y="2288833"/>
            <a:ext cx="45326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6321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Diversifying Midwest Farms: One Oat Crop at a Time">
            <a:extLst>
              <a:ext uri="{FF2B5EF4-FFF2-40B4-BE49-F238E27FC236}">
                <a16:creationId xmlns:a16="http://schemas.microsoft.com/office/drawing/2014/main" id="{4196F05D-7C4F-F3D1-650B-6298A2959F8A}"/>
              </a:ext>
            </a:extLst>
          </p:cNvPr>
          <p:cNvPicPr>
            <a:picLocks noChangeAspect="1"/>
          </p:cNvPicPr>
          <p:nvPr/>
        </p:nvPicPr>
        <p:blipFill>
          <a:blip r:embed="rId2">
            <a:alphaModFix amt="50000"/>
          </a:blip>
          <a:stretch>
            <a:fillRect/>
          </a:stretch>
        </p:blipFill>
        <p:spPr>
          <a:xfrm>
            <a:off x="0" y="-40094"/>
            <a:ext cx="12541989" cy="6898094"/>
          </a:xfrm>
          <a:prstGeom prst="rect">
            <a:avLst/>
          </a:prstGeom>
        </p:spPr>
      </p:pic>
      <p:sp>
        <p:nvSpPr>
          <p:cNvPr id="5" name="Title 1">
            <a:extLst>
              <a:ext uri="{FF2B5EF4-FFF2-40B4-BE49-F238E27FC236}">
                <a16:creationId xmlns:a16="http://schemas.microsoft.com/office/drawing/2014/main" id="{BA775CCA-C610-7656-256C-9B002E2A446D}"/>
              </a:ext>
            </a:extLst>
          </p:cNvPr>
          <p:cNvSpPr txBox="1">
            <a:spLocks/>
          </p:cNvSpPr>
          <p:nvPr/>
        </p:nvSpPr>
        <p:spPr>
          <a:xfrm>
            <a:off x="3348021" y="2766218"/>
            <a:ext cx="583692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rPr>
              <a:t>Learning Outcomes</a:t>
            </a:r>
          </a:p>
        </p:txBody>
      </p:sp>
      <p:sp>
        <p:nvSpPr>
          <p:cNvPr id="6" name="Slide Number Placeholder 3">
            <a:extLst>
              <a:ext uri="{FF2B5EF4-FFF2-40B4-BE49-F238E27FC236}">
                <a16:creationId xmlns:a16="http://schemas.microsoft.com/office/drawing/2014/main" id="{9C306C37-66A2-F642-2A01-908E947D9243}"/>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8F63A3B-78C7-47BE-AE5E-E10140E04643}" type="slidenum">
              <a:rPr lang="en-US">
                <a:solidFill>
                  <a:schemeClr val="tx1">
                    <a:tint val="75000"/>
                  </a:schemeClr>
                </a:solidFill>
                <a:latin typeface="Abadi MT Condensed Light" panose="020B0306030101010103" pitchFamily="34" charset="77"/>
              </a:rPr>
              <a:pPr>
                <a:spcAft>
                  <a:spcPts val="600"/>
                </a:spcAft>
              </a:pPr>
              <a:t>39</a:t>
            </a:fld>
            <a:endParaRPr lang="en-US">
              <a:solidFill>
                <a:schemeClr val="tx1">
                  <a:tint val="75000"/>
                </a:schemeClr>
              </a:solidFill>
              <a:latin typeface="Abadi MT Condensed Light" panose="020B0306030101010103" pitchFamily="34" charset="77"/>
            </a:endParaRPr>
          </a:p>
        </p:txBody>
      </p:sp>
    </p:spTree>
    <p:extLst>
      <p:ext uri="{BB962C8B-B14F-4D97-AF65-F5344CB8AC3E}">
        <p14:creationId xmlns:p14="http://schemas.microsoft.com/office/powerpoint/2010/main" val="488674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AD47C-0D14-4CAD-1D25-4F2260482272}"/>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07C8771E-4D4C-07B4-D3EA-2C86BA3A9EA3}"/>
              </a:ext>
            </a:extLst>
          </p:cNvPr>
          <p:cNvSpPr txBox="1"/>
          <p:nvPr/>
        </p:nvSpPr>
        <p:spPr>
          <a:xfrm>
            <a:off x="349563" y="1321505"/>
            <a:ext cx="3590966" cy="461665"/>
          </a:xfrm>
          <a:prstGeom prst="rect">
            <a:avLst/>
          </a:prstGeom>
          <a:noFill/>
        </p:spPr>
        <p:txBody>
          <a:bodyPr wrap="square">
            <a:spAutoFit/>
          </a:bodyPr>
          <a:lstStyle/>
          <a:p>
            <a:pPr algn="ctr">
              <a:spcBef>
                <a:spcPts val="0"/>
              </a:spcBef>
              <a:spcAft>
                <a:spcPts val="600"/>
              </a:spcAft>
            </a:pPr>
            <a:r>
              <a:rPr lang="en-US" sz="2400">
                <a:solidFill>
                  <a:schemeClr val="bg1"/>
                </a:solidFill>
                <a:latin typeface="Aldhabi"/>
                <a:cs typeface="Aldhabi"/>
              </a:rPr>
              <a:t>Carson</a:t>
            </a:r>
          </a:p>
        </p:txBody>
      </p:sp>
      <p:sp>
        <p:nvSpPr>
          <p:cNvPr id="7" name="CuadroTexto 6">
            <a:extLst>
              <a:ext uri="{FF2B5EF4-FFF2-40B4-BE49-F238E27FC236}">
                <a16:creationId xmlns:a16="http://schemas.microsoft.com/office/drawing/2014/main" id="{CE7EF57A-3DAF-22F4-2225-A28205D1E370}"/>
              </a:ext>
            </a:extLst>
          </p:cNvPr>
          <p:cNvSpPr txBox="1"/>
          <p:nvPr/>
        </p:nvSpPr>
        <p:spPr>
          <a:xfrm>
            <a:off x="3338434" y="2836356"/>
            <a:ext cx="6098582" cy="461665"/>
          </a:xfrm>
          <a:prstGeom prst="rect">
            <a:avLst/>
          </a:prstGeom>
          <a:noFill/>
        </p:spPr>
        <p:txBody>
          <a:bodyPr wrap="square">
            <a:spAutoFit/>
          </a:bodyPr>
          <a:lstStyle/>
          <a:p>
            <a:pPr algn="ctr">
              <a:spcBef>
                <a:spcPts val="0"/>
              </a:spcBef>
              <a:spcAft>
                <a:spcPts val="600"/>
              </a:spcAft>
            </a:pPr>
            <a:r>
              <a:rPr lang="en-US" sz="2400">
                <a:solidFill>
                  <a:schemeClr val="bg1"/>
                </a:solidFill>
                <a:latin typeface="Aldhabi"/>
                <a:cs typeface="Aldhabi"/>
              </a:rPr>
              <a:t>Place Holder</a:t>
            </a:r>
          </a:p>
        </p:txBody>
      </p:sp>
      <p:sp>
        <p:nvSpPr>
          <p:cNvPr id="5" name="Rectángulo redondeado 4">
            <a:extLst>
              <a:ext uri="{FF2B5EF4-FFF2-40B4-BE49-F238E27FC236}">
                <a16:creationId xmlns:a16="http://schemas.microsoft.com/office/drawing/2014/main" id="{9C8D9875-EBD8-B470-BA5E-BA6E067A0840}"/>
              </a:ext>
            </a:extLst>
          </p:cNvPr>
          <p:cNvSpPr/>
          <p:nvPr/>
        </p:nvSpPr>
        <p:spPr>
          <a:xfrm>
            <a:off x="2027767" y="1732548"/>
            <a:ext cx="7907866" cy="44759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4" name="Marcador de número de diapositiva 1">
            <a:extLst>
              <a:ext uri="{FF2B5EF4-FFF2-40B4-BE49-F238E27FC236}">
                <a16:creationId xmlns:a16="http://schemas.microsoft.com/office/drawing/2014/main" id="{CC3E8C1C-1E2A-FDE8-D3B1-C5B8B3310A88}"/>
              </a:ext>
            </a:extLst>
          </p:cNvPr>
          <p:cNvSpPr>
            <a:spLocks noGrp="1"/>
          </p:cNvSpPr>
          <p:nvPr>
            <p:ph type="sldNum" sz="quarter" idx="12"/>
          </p:nvPr>
        </p:nvSpPr>
        <p:spPr>
          <a:xfrm>
            <a:off x="8610600" y="6356350"/>
            <a:ext cx="2743200" cy="365125"/>
          </a:xfrm>
        </p:spPr>
        <p:txBody>
          <a:bodyPr/>
          <a:lstStyle/>
          <a:p>
            <a:fld id="{48F63A3B-78C7-47BE-AE5E-E10140E04643}" type="slidenum">
              <a:rPr lang="en-US" smtClean="0">
                <a:latin typeface="Abadi MT Condensed Light" panose="020B0306030101010103" pitchFamily="34" charset="77"/>
              </a:rPr>
              <a:t>40</a:t>
            </a:fld>
            <a:endParaRPr lang="en-US">
              <a:latin typeface="Abadi MT Condensed Light" panose="020B0306030101010103" pitchFamily="34" charset="77"/>
            </a:endParaRPr>
          </a:p>
        </p:txBody>
      </p:sp>
      <p:sp>
        <p:nvSpPr>
          <p:cNvPr id="2" name="Title 1">
            <a:extLst>
              <a:ext uri="{FF2B5EF4-FFF2-40B4-BE49-F238E27FC236}">
                <a16:creationId xmlns:a16="http://schemas.microsoft.com/office/drawing/2014/main" id="{729973A3-3DFA-DA70-1A93-34395E5DDB6A}"/>
              </a:ext>
            </a:extLst>
          </p:cNvPr>
          <p:cNvSpPr txBox="1">
            <a:spLocks/>
          </p:cNvSpPr>
          <p:nvPr/>
        </p:nvSpPr>
        <p:spPr>
          <a:xfrm>
            <a:off x="3197993" y="1050739"/>
            <a:ext cx="5796013"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rPr>
              <a:t>Learning Outcomes</a:t>
            </a:r>
          </a:p>
        </p:txBody>
      </p:sp>
      <p:sp>
        <p:nvSpPr>
          <p:cNvPr id="6" name="CuadroTexto 5">
            <a:extLst>
              <a:ext uri="{FF2B5EF4-FFF2-40B4-BE49-F238E27FC236}">
                <a16:creationId xmlns:a16="http://schemas.microsoft.com/office/drawing/2014/main" id="{57A7049F-49AC-360C-5B0C-02F12C276FAD}"/>
              </a:ext>
            </a:extLst>
          </p:cNvPr>
          <p:cNvSpPr txBox="1"/>
          <p:nvPr/>
        </p:nvSpPr>
        <p:spPr>
          <a:xfrm>
            <a:off x="4300516" y="2123848"/>
            <a:ext cx="3590966" cy="523220"/>
          </a:xfrm>
          <a:prstGeom prst="rect">
            <a:avLst/>
          </a:prstGeom>
          <a:noFill/>
        </p:spPr>
        <p:txBody>
          <a:bodyPr wrap="square">
            <a:spAutoFit/>
          </a:bodyPr>
          <a:lstStyle/>
          <a:p>
            <a:pPr algn="ctr">
              <a:spcBef>
                <a:spcPts val="0"/>
              </a:spcBef>
              <a:spcAft>
                <a:spcPts val="600"/>
              </a:spcAft>
            </a:pPr>
            <a:r>
              <a:rPr lang="en-US" sz="2800">
                <a:solidFill>
                  <a:schemeClr val="bg1"/>
                </a:solidFill>
                <a:latin typeface="Aldhabi"/>
                <a:cs typeface="Aldhabi"/>
              </a:rPr>
              <a:t>Carson</a:t>
            </a:r>
          </a:p>
        </p:txBody>
      </p:sp>
      <p:sp>
        <p:nvSpPr>
          <p:cNvPr id="8" name="CuadroTexto 7">
            <a:extLst>
              <a:ext uri="{FF2B5EF4-FFF2-40B4-BE49-F238E27FC236}">
                <a16:creationId xmlns:a16="http://schemas.microsoft.com/office/drawing/2014/main" id="{274B329C-0874-1CAD-CA5F-185BBD65DBBE}"/>
              </a:ext>
            </a:extLst>
          </p:cNvPr>
          <p:cNvSpPr txBox="1"/>
          <p:nvPr/>
        </p:nvSpPr>
        <p:spPr>
          <a:xfrm>
            <a:off x="3197993" y="2647068"/>
            <a:ext cx="5796013" cy="2539157"/>
          </a:xfrm>
          <a:prstGeom prst="rect">
            <a:avLst/>
          </a:prstGeom>
          <a:noFill/>
        </p:spPr>
        <p:txBody>
          <a:bodyPr wrap="square" lIns="91440" tIns="45720" rIns="91440" bIns="45720" anchor="t">
            <a:spAutoFit/>
          </a:bodyPr>
          <a:lstStyle/>
          <a:p>
            <a:pPr marL="342900" indent="-342900" algn="ctr">
              <a:spcAft>
                <a:spcPts val="600"/>
              </a:spcAft>
              <a:buFont typeface="Wingdings,sans-serif" pitchFamily="2" charset="2"/>
              <a:buChar char="v"/>
            </a:pPr>
            <a:r>
              <a:rPr lang="en-US" sz="2400">
                <a:solidFill>
                  <a:schemeClr val="bg1"/>
                </a:solidFill>
                <a:latin typeface="Aldhabi" pitchFamily="2" charset="-78"/>
                <a:cs typeface="Aldhabi" pitchFamily="2" charset="-78"/>
              </a:rPr>
              <a:t>How to use spatial data and create ML models that use it to make predictions</a:t>
            </a:r>
          </a:p>
          <a:p>
            <a:pPr marL="342900" indent="-342900" algn="ctr">
              <a:spcAft>
                <a:spcPts val="600"/>
              </a:spcAft>
              <a:buFont typeface="Wingdings" pitchFamily="2" charset="2"/>
              <a:buChar char="v"/>
            </a:pPr>
            <a:r>
              <a:rPr lang="en-US" sz="2400">
                <a:solidFill>
                  <a:schemeClr val="bg1"/>
                </a:solidFill>
                <a:latin typeface="Aldhabi" pitchFamily="2" charset="-78"/>
                <a:cs typeface="Aldhabi" pitchFamily="2" charset="-78"/>
              </a:rPr>
              <a:t>Various components of segmentation models (U-Net)</a:t>
            </a:r>
          </a:p>
          <a:p>
            <a:pPr marL="342900" indent="-342900" algn="ctr">
              <a:spcAft>
                <a:spcPts val="600"/>
              </a:spcAft>
              <a:buFont typeface="Wingdings" pitchFamily="2" charset="2"/>
              <a:buChar char="v"/>
            </a:pPr>
            <a:r>
              <a:rPr lang="en-US" sz="2400">
                <a:solidFill>
                  <a:schemeClr val="bg1"/>
                </a:solidFill>
                <a:latin typeface="Aldhabi" pitchFamily="2" charset="-78"/>
                <a:cs typeface="Aldhabi" pitchFamily="2" charset="-78"/>
              </a:rPr>
              <a:t>How to develop a good workflow for model training, validation, testing, and gathering results</a:t>
            </a:r>
          </a:p>
          <a:p>
            <a:pPr marL="342900" indent="-342900" algn="ctr">
              <a:spcAft>
                <a:spcPts val="600"/>
              </a:spcAft>
              <a:buFont typeface="Wingdings" pitchFamily="2" charset="2"/>
              <a:buChar char="v"/>
            </a:pPr>
            <a:r>
              <a:rPr lang="en-US" sz="2400">
                <a:solidFill>
                  <a:schemeClr val="bg1"/>
                </a:solidFill>
                <a:latin typeface="Aldhabi" pitchFamily="2" charset="-78"/>
                <a:cs typeface="Aldhabi" pitchFamily="2" charset="-78"/>
              </a:rPr>
              <a:t>The roadblocks in those processes</a:t>
            </a:r>
            <a:endParaRPr lang="es-US" sz="2400"/>
          </a:p>
        </p:txBody>
      </p:sp>
    </p:spTree>
    <p:extLst>
      <p:ext uri="{BB962C8B-B14F-4D97-AF65-F5344CB8AC3E}">
        <p14:creationId xmlns:p14="http://schemas.microsoft.com/office/powerpoint/2010/main" val="40666864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B8FB1-580C-5382-4209-20434D025B0A}"/>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4E4BD75E-0FE2-5F72-47CD-14FB85257ECF}"/>
              </a:ext>
            </a:extLst>
          </p:cNvPr>
          <p:cNvSpPr txBox="1"/>
          <p:nvPr/>
        </p:nvSpPr>
        <p:spPr>
          <a:xfrm>
            <a:off x="349563" y="1321505"/>
            <a:ext cx="3590966" cy="461665"/>
          </a:xfrm>
          <a:prstGeom prst="rect">
            <a:avLst/>
          </a:prstGeom>
          <a:noFill/>
        </p:spPr>
        <p:txBody>
          <a:bodyPr wrap="square">
            <a:spAutoFit/>
          </a:bodyPr>
          <a:lstStyle/>
          <a:p>
            <a:pPr algn="ctr">
              <a:spcBef>
                <a:spcPts val="0"/>
              </a:spcBef>
              <a:spcAft>
                <a:spcPts val="600"/>
              </a:spcAft>
            </a:pPr>
            <a:r>
              <a:rPr lang="en-US" sz="2400">
                <a:solidFill>
                  <a:schemeClr val="bg1"/>
                </a:solidFill>
                <a:latin typeface="Aldhabi"/>
                <a:cs typeface="Aldhabi"/>
              </a:rPr>
              <a:t>Carson</a:t>
            </a:r>
          </a:p>
        </p:txBody>
      </p:sp>
      <p:sp>
        <p:nvSpPr>
          <p:cNvPr id="7" name="CuadroTexto 6">
            <a:extLst>
              <a:ext uri="{FF2B5EF4-FFF2-40B4-BE49-F238E27FC236}">
                <a16:creationId xmlns:a16="http://schemas.microsoft.com/office/drawing/2014/main" id="{A871FB7E-6708-1511-499B-98DF8377E94B}"/>
              </a:ext>
            </a:extLst>
          </p:cNvPr>
          <p:cNvSpPr txBox="1"/>
          <p:nvPr/>
        </p:nvSpPr>
        <p:spPr>
          <a:xfrm>
            <a:off x="3338434" y="2836356"/>
            <a:ext cx="6098582" cy="461665"/>
          </a:xfrm>
          <a:prstGeom prst="rect">
            <a:avLst/>
          </a:prstGeom>
          <a:noFill/>
        </p:spPr>
        <p:txBody>
          <a:bodyPr wrap="square">
            <a:spAutoFit/>
          </a:bodyPr>
          <a:lstStyle/>
          <a:p>
            <a:pPr algn="ctr">
              <a:spcBef>
                <a:spcPts val="0"/>
              </a:spcBef>
              <a:spcAft>
                <a:spcPts val="600"/>
              </a:spcAft>
            </a:pPr>
            <a:r>
              <a:rPr lang="en-US" sz="2400">
                <a:solidFill>
                  <a:schemeClr val="bg1"/>
                </a:solidFill>
                <a:latin typeface="Aldhabi"/>
                <a:cs typeface="Aldhabi"/>
              </a:rPr>
              <a:t>Place Holder</a:t>
            </a:r>
          </a:p>
        </p:txBody>
      </p:sp>
      <p:sp>
        <p:nvSpPr>
          <p:cNvPr id="5" name="Rectángulo redondeado 4">
            <a:extLst>
              <a:ext uri="{FF2B5EF4-FFF2-40B4-BE49-F238E27FC236}">
                <a16:creationId xmlns:a16="http://schemas.microsoft.com/office/drawing/2014/main" id="{8ABD2AFB-AF58-AAE3-7AAF-BD67224123F7}"/>
              </a:ext>
            </a:extLst>
          </p:cNvPr>
          <p:cNvSpPr/>
          <p:nvPr/>
        </p:nvSpPr>
        <p:spPr>
          <a:xfrm>
            <a:off x="2027766" y="1783170"/>
            <a:ext cx="7907866" cy="44759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Marcador de número de diapositiva 1">
            <a:extLst>
              <a:ext uri="{FF2B5EF4-FFF2-40B4-BE49-F238E27FC236}">
                <a16:creationId xmlns:a16="http://schemas.microsoft.com/office/drawing/2014/main" id="{C2BF9500-E441-2EB3-D448-2EE29A20A421}"/>
              </a:ext>
            </a:extLst>
          </p:cNvPr>
          <p:cNvSpPr>
            <a:spLocks noGrp="1"/>
          </p:cNvSpPr>
          <p:nvPr>
            <p:ph type="sldNum" sz="quarter" idx="12"/>
          </p:nvPr>
        </p:nvSpPr>
        <p:spPr>
          <a:xfrm>
            <a:off x="8610600" y="6356350"/>
            <a:ext cx="2743200" cy="365125"/>
          </a:xfrm>
        </p:spPr>
        <p:txBody>
          <a:bodyPr/>
          <a:lstStyle/>
          <a:p>
            <a:fld id="{48F63A3B-78C7-47BE-AE5E-E10140E04643}" type="slidenum">
              <a:rPr lang="en-US" smtClean="0">
                <a:latin typeface="Abadi MT Condensed Light" panose="020B0306030101010103" pitchFamily="34" charset="77"/>
              </a:rPr>
              <a:t>41</a:t>
            </a:fld>
            <a:endParaRPr lang="en-US">
              <a:latin typeface="Abadi MT Condensed Light" panose="020B0306030101010103" pitchFamily="34" charset="77"/>
            </a:endParaRPr>
          </a:p>
        </p:txBody>
      </p:sp>
      <p:sp>
        <p:nvSpPr>
          <p:cNvPr id="6" name="CuadroTexto 5">
            <a:extLst>
              <a:ext uri="{FF2B5EF4-FFF2-40B4-BE49-F238E27FC236}">
                <a16:creationId xmlns:a16="http://schemas.microsoft.com/office/drawing/2014/main" id="{039F9EFC-2082-C32F-C752-D3C4518D1B7E}"/>
              </a:ext>
            </a:extLst>
          </p:cNvPr>
          <p:cNvSpPr txBox="1"/>
          <p:nvPr/>
        </p:nvSpPr>
        <p:spPr>
          <a:xfrm>
            <a:off x="3218245" y="2457626"/>
            <a:ext cx="5526908" cy="492443"/>
          </a:xfrm>
          <a:prstGeom prst="rect">
            <a:avLst/>
          </a:prstGeom>
          <a:noFill/>
        </p:spPr>
        <p:txBody>
          <a:bodyPr wrap="square" lIns="91440" tIns="45720" rIns="91440" bIns="45720" anchor="t">
            <a:spAutoFit/>
          </a:bodyPr>
          <a:lstStyle/>
          <a:p>
            <a:endParaRPr lang="es-US" sz="2600">
              <a:latin typeface="Aldhabi" pitchFamily="2" charset="-78"/>
              <a:cs typeface="Aldhabi" pitchFamily="2" charset="-78"/>
            </a:endParaRPr>
          </a:p>
        </p:txBody>
      </p:sp>
      <p:sp>
        <p:nvSpPr>
          <p:cNvPr id="8" name="Title 1">
            <a:extLst>
              <a:ext uri="{FF2B5EF4-FFF2-40B4-BE49-F238E27FC236}">
                <a16:creationId xmlns:a16="http://schemas.microsoft.com/office/drawing/2014/main" id="{C86335E5-9719-7F87-D46B-C5EEEFE5ACF7}"/>
              </a:ext>
            </a:extLst>
          </p:cNvPr>
          <p:cNvSpPr txBox="1">
            <a:spLocks/>
          </p:cNvSpPr>
          <p:nvPr/>
        </p:nvSpPr>
        <p:spPr>
          <a:xfrm>
            <a:off x="3197993" y="1050739"/>
            <a:ext cx="5796013"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rPr>
              <a:t>Learning Outcomes</a:t>
            </a:r>
          </a:p>
        </p:txBody>
      </p:sp>
      <p:sp>
        <p:nvSpPr>
          <p:cNvPr id="13" name="CuadroTexto 12">
            <a:extLst>
              <a:ext uri="{FF2B5EF4-FFF2-40B4-BE49-F238E27FC236}">
                <a16:creationId xmlns:a16="http://schemas.microsoft.com/office/drawing/2014/main" id="{D235A136-140C-21DD-C5CF-EF47EFC4DB79}"/>
              </a:ext>
            </a:extLst>
          </p:cNvPr>
          <p:cNvSpPr txBox="1"/>
          <p:nvPr/>
        </p:nvSpPr>
        <p:spPr>
          <a:xfrm>
            <a:off x="4300516" y="2123848"/>
            <a:ext cx="3590966" cy="523220"/>
          </a:xfrm>
          <a:prstGeom prst="rect">
            <a:avLst/>
          </a:prstGeom>
          <a:noFill/>
        </p:spPr>
        <p:txBody>
          <a:bodyPr wrap="square">
            <a:spAutoFit/>
          </a:bodyPr>
          <a:lstStyle/>
          <a:p>
            <a:pPr algn="ctr">
              <a:spcBef>
                <a:spcPts val="0"/>
              </a:spcBef>
              <a:spcAft>
                <a:spcPts val="600"/>
              </a:spcAft>
            </a:pPr>
            <a:r>
              <a:rPr lang="en-US" sz="2800">
                <a:solidFill>
                  <a:schemeClr val="bg1"/>
                </a:solidFill>
                <a:latin typeface="Aldhabi"/>
                <a:cs typeface="Aldhabi"/>
              </a:rPr>
              <a:t>Jerry</a:t>
            </a:r>
          </a:p>
        </p:txBody>
      </p:sp>
      <p:sp>
        <p:nvSpPr>
          <p:cNvPr id="14" name="CuadroTexto 13">
            <a:extLst>
              <a:ext uri="{FF2B5EF4-FFF2-40B4-BE49-F238E27FC236}">
                <a16:creationId xmlns:a16="http://schemas.microsoft.com/office/drawing/2014/main" id="{B027B83D-01DC-3246-424D-512451AD3E6A}"/>
              </a:ext>
            </a:extLst>
          </p:cNvPr>
          <p:cNvSpPr txBox="1"/>
          <p:nvPr/>
        </p:nvSpPr>
        <p:spPr>
          <a:xfrm>
            <a:off x="3197992" y="3231085"/>
            <a:ext cx="5796013" cy="1354217"/>
          </a:xfrm>
          <a:prstGeom prst="rect">
            <a:avLst/>
          </a:prstGeom>
          <a:noFill/>
        </p:spPr>
        <p:txBody>
          <a:bodyPr wrap="square" lIns="91440" tIns="45720" rIns="91440" bIns="45720" anchor="t">
            <a:spAutoFit/>
          </a:bodyPr>
          <a:lstStyle/>
          <a:p>
            <a:pPr marL="342900" indent="-342900" algn="ctr">
              <a:spcBef>
                <a:spcPts val="0"/>
              </a:spcBef>
              <a:spcAft>
                <a:spcPts val="600"/>
              </a:spcAft>
              <a:buFont typeface="Wingdings" pitchFamily="2" charset="2"/>
              <a:buChar char="v"/>
            </a:pPr>
            <a:r>
              <a:rPr lang="en-US" sz="2400">
                <a:solidFill>
                  <a:schemeClr val="bg1"/>
                </a:solidFill>
                <a:latin typeface="Aldhabi" pitchFamily="2" charset="-78"/>
                <a:cs typeface="Aldhabi" pitchFamily="2" charset="-78"/>
              </a:rPr>
              <a:t>How machine learning is utilized in agriculture. </a:t>
            </a:r>
          </a:p>
          <a:p>
            <a:pPr marL="342900" indent="-342900" algn="ctr">
              <a:spcBef>
                <a:spcPts val="0"/>
              </a:spcBef>
              <a:spcAft>
                <a:spcPts val="600"/>
              </a:spcAft>
              <a:buFont typeface="Wingdings" pitchFamily="2" charset="2"/>
              <a:buChar char="v"/>
            </a:pPr>
            <a:r>
              <a:rPr lang="en-US" sz="2400">
                <a:solidFill>
                  <a:schemeClr val="bg1"/>
                </a:solidFill>
                <a:latin typeface="Aldhabi" pitchFamily="2" charset="-78"/>
                <a:cs typeface="Aldhabi" pitchFamily="2" charset="-78"/>
              </a:rPr>
              <a:t>How using different labeled data can affect the model results.</a:t>
            </a:r>
          </a:p>
          <a:p>
            <a:pPr marL="342900" indent="-342900" algn="ctr">
              <a:spcBef>
                <a:spcPts val="0"/>
              </a:spcBef>
              <a:spcAft>
                <a:spcPts val="600"/>
              </a:spcAft>
              <a:buFont typeface="Wingdings" pitchFamily="2" charset="2"/>
              <a:buChar char="v"/>
            </a:pPr>
            <a:r>
              <a:rPr lang="en-US" sz="2400">
                <a:solidFill>
                  <a:schemeClr val="bg1"/>
                </a:solidFill>
                <a:latin typeface="Aldhabi" pitchFamily="2" charset="-78"/>
                <a:cs typeface="Aldhabi" pitchFamily="2" charset="-78"/>
              </a:rPr>
              <a:t>The general workflow of model training, validation, and testing. </a:t>
            </a:r>
          </a:p>
        </p:txBody>
      </p:sp>
    </p:spTree>
    <p:extLst>
      <p:ext uri="{BB962C8B-B14F-4D97-AF65-F5344CB8AC3E}">
        <p14:creationId xmlns:p14="http://schemas.microsoft.com/office/powerpoint/2010/main" val="41954351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915A2-9D60-AC23-E1C8-659BF4CEAA2C}"/>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0546FED4-04BA-2990-A1E0-DAA34BD4277A}"/>
              </a:ext>
            </a:extLst>
          </p:cNvPr>
          <p:cNvSpPr txBox="1"/>
          <p:nvPr/>
        </p:nvSpPr>
        <p:spPr>
          <a:xfrm>
            <a:off x="349563" y="1321505"/>
            <a:ext cx="3590966" cy="461665"/>
          </a:xfrm>
          <a:prstGeom prst="rect">
            <a:avLst/>
          </a:prstGeom>
          <a:noFill/>
        </p:spPr>
        <p:txBody>
          <a:bodyPr wrap="square">
            <a:spAutoFit/>
          </a:bodyPr>
          <a:lstStyle/>
          <a:p>
            <a:pPr algn="ctr">
              <a:spcBef>
                <a:spcPts val="0"/>
              </a:spcBef>
              <a:spcAft>
                <a:spcPts val="600"/>
              </a:spcAft>
            </a:pPr>
            <a:r>
              <a:rPr lang="en-US" sz="2400">
                <a:solidFill>
                  <a:schemeClr val="bg1"/>
                </a:solidFill>
                <a:latin typeface="Aldhabi"/>
                <a:cs typeface="Aldhabi"/>
              </a:rPr>
              <a:t>Carson</a:t>
            </a:r>
          </a:p>
        </p:txBody>
      </p:sp>
      <p:sp>
        <p:nvSpPr>
          <p:cNvPr id="7" name="CuadroTexto 6">
            <a:extLst>
              <a:ext uri="{FF2B5EF4-FFF2-40B4-BE49-F238E27FC236}">
                <a16:creationId xmlns:a16="http://schemas.microsoft.com/office/drawing/2014/main" id="{C9A6DF55-6923-C738-D77B-E2F45FCB12BC}"/>
              </a:ext>
            </a:extLst>
          </p:cNvPr>
          <p:cNvSpPr txBox="1"/>
          <p:nvPr/>
        </p:nvSpPr>
        <p:spPr>
          <a:xfrm>
            <a:off x="3338434" y="2836356"/>
            <a:ext cx="6098582" cy="461665"/>
          </a:xfrm>
          <a:prstGeom prst="rect">
            <a:avLst/>
          </a:prstGeom>
          <a:noFill/>
        </p:spPr>
        <p:txBody>
          <a:bodyPr wrap="square">
            <a:spAutoFit/>
          </a:bodyPr>
          <a:lstStyle/>
          <a:p>
            <a:pPr algn="ctr">
              <a:spcBef>
                <a:spcPts val="0"/>
              </a:spcBef>
              <a:spcAft>
                <a:spcPts val="600"/>
              </a:spcAft>
            </a:pPr>
            <a:r>
              <a:rPr lang="en-US" sz="2400">
                <a:solidFill>
                  <a:schemeClr val="bg1"/>
                </a:solidFill>
                <a:latin typeface="Aldhabi"/>
                <a:cs typeface="Aldhabi"/>
              </a:rPr>
              <a:t>Place Holder</a:t>
            </a:r>
          </a:p>
        </p:txBody>
      </p:sp>
      <p:sp>
        <p:nvSpPr>
          <p:cNvPr id="5" name="Rectángulo redondeado 4">
            <a:extLst>
              <a:ext uri="{FF2B5EF4-FFF2-40B4-BE49-F238E27FC236}">
                <a16:creationId xmlns:a16="http://schemas.microsoft.com/office/drawing/2014/main" id="{73D7C768-CCD8-5481-EA6F-766F7B91D4FF}"/>
              </a:ext>
            </a:extLst>
          </p:cNvPr>
          <p:cNvSpPr/>
          <p:nvPr/>
        </p:nvSpPr>
        <p:spPr>
          <a:xfrm>
            <a:off x="2027767" y="1732548"/>
            <a:ext cx="7907866" cy="447593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3" name="Marcador de número de diapositiva 1">
            <a:extLst>
              <a:ext uri="{FF2B5EF4-FFF2-40B4-BE49-F238E27FC236}">
                <a16:creationId xmlns:a16="http://schemas.microsoft.com/office/drawing/2014/main" id="{08D01635-2DA3-1B4A-B4A0-CF4466ECAB43}"/>
              </a:ext>
            </a:extLst>
          </p:cNvPr>
          <p:cNvSpPr>
            <a:spLocks noGrp="1"/>
          </p:cNvSpPr>
          <p:nvPr>
            <p:ph type="sldNum" sz="quarter" idx="12"/>
          </p:nvPr>
        </p:nvSpPr>
        <p:spPr>
          <a:xfrm>
            <a:off x="8610600" y="6356350"/>
            <a:ext cx="2743200" cy="365125"/>
          </a:xfrm>
        </p:spPr>
        <p:txBody>
          <a:bodyPr/>
          <a:lstStyle/>
          <a:p>
            <a:fld id="{48F63A3B-78C7-47BE-AE5E-E10140E04643}" type="slidenum">
              <a:rPr lang="en-US" smtClean="0">
                <a:latin typeface="Abadi MT Condensed Light" panose="020B0306030101010103" pitchFamily="34" charset="77"/>
              </a:rPr>
              <a:t>42</a:t>
            </a:fld>
            <a:endParaRPr lang="en-US">
              <a:latin typeface="Abadi MT Condensed Light" panose="020B0306030101010103" pitchFamily="34" charset="77"/>
            </a:endParaRPr>
          </a:p>
        </p:txBody>
      </p:sp>
      <p:sp>
        <p:nvSpPr>
          <p:cNvPr id="9" name="CuadroTexto 8">
            <a:extLst>
              <a:ext uri="{FF2B5EF4-FFF2-40B4-BE49-F238E27FC236}">
                <a16:creationId xmlns:a16="http://schemas.microsoft.com/office/drawing/2014/main" id="{86D84D92-C301-0DA6-D6BB-8A2E168765F3}"/>
              </a:ext>
            </a:extLst>
          </p:cNvPr>
          <p:cNvSpPr txBox="1"/>
          <p:nvPr/>
        </p:nvSpPr>
        <p:spPr>
          <a:xfrm>
            <a:off x="3197993" y="2647068"/>
            <a:ext cx="5796013" cy="2846933"/>
          </a:xfrm>
          <a:prstGeom prst="rect">
            <a:avLst/>
          </a:prstGeom>
          <a:noFill/>
        </p:spPr>
        <p:txBody>
          <a:bodyPr wrap="square" lIns="91440" tIns="45720" rIns="91440" bIns="45720" anchor="t">
            <a:spAutoFit/>
          </a:bodyPr>
          <a:lstStyle/>
          <a:p>
            <a:pPr marL="342900" indent="-342900" algn="ctr">
              <a:spcBef>
                <a:spcPts val="0"/>
              </a:spcBef>
              <a:spcAft>
                <a:spcPts val="600"/>
              </a:spcAft>
              <a:buFont typeface="Wingdings" pitchFamily="2" charset="2"/>
              <a:buChar char="v"/>
            </a:pPr>
            <a:r>
              <a:rPr lang="en-US" sz="2200">
                <a:solidFill>
                  <a:schemeClr val="bg1"/>
                </a:solidFill>
                <a:latin typeface="Aldhabi"/>
                <a:cs typeface="Aldhabi"/>
              </a:rPr>
              <a:t>Training deep learning models is far more time-intensive than expected</a:t>
            </a:r>
          </a:p>
          <a:p>
            <a:pPr marL="342900" indent="-342900" algn="ctr">
              <a:spcBef>
                <a:spcPts val="0"/>
              </a:spcBef>
              <a:spcAft>
                <a:spcPts val="600"/>
              </a:spcAft>
              <a:buFont typeface="Wingdings" pitchFamily="2" charset="2"/>
              <a:buChar char="v"/>
            </a:pPr>
            <a:r>
              <a:rPr lang="en-US" sz="2200">
                <a:solidFill>
                  <a:schemeClr val="bg1"/>
                </a:solidFill>
                <a:latin typeface="Aldhabi"/>
                <a:cs typeface="Aldhabi"/>
              </a:rPr>
              <a:t>Label quality has a significant impact on model performance</a:t>
            </a:r>
          </a:p>
          <a:p>
            <a:pPr marL="342900" indent="-342900" algn="ctr">
              <a:spcBef>
                <a:spcPts val="0"/>
              </a:spcBef>
              <a:spcAft>
                <a:spcPts val="600"/>
              </a:spcAft>
              <a:buFont typeface="Wingdings" pitchFamily="2" charset="2"/>
              <a:buChar char="v"/>
            </a:pPr>
            <a:r>
              <a:rPr lang="en-US" sz="2200">
                <a:solidFill>
                  <a:schemeClr val="bg1"/>
                </a:solidFill>
                <a:latin typeface="Aldhabi"/>
                <a:cs typeface="Aldhabi"/>
              </a:rPr>
              <a:t>Weather features influence both training behavior and model performance</a:t>
            </a:r>
          </a:p>
          <a:p>
            <a:pPr marL="342900" indent="-342900" algn="ctr">
              <a:spcBef>
                <a:spcPts val="0"/>
              </a:spcBef>
              <a:spcAft>
                <a:spcPts val="600"/>
              </a:spcAft>
              <a:buFont typeface="Wingdings" pitchFamily="2" charset="2"/>
              <a:buChar char="v"/>
            </a:pPr>
            <a:r>
              <a:rPr lang="en-US" sz="2200">
                <a:solidFill>
                  <a:schemeClr val="bg1"/>
                </a:solidFill>
                <a:latin typeface="Aldhabi"/>
                <a:cs typeface="Aldhabi"/>
              </a:rPr>
              <a:t>Visualization is essential for diagnosing model performance</a:t>
            </a:r>
          </a:p>
          <a:p>
            <a:pPr marL="342900" indent="-342900" algn="ctr">
              <a:spcBef>
                <a:spcPts val="0"/>
              </a:spcBef>
              <a:spcAft>
                <a:spcPts val="600"/>
              </a:spcAft>
              <a:buFont typeface="Wingdings" pitchFamily="2" charset="2"/>
              <a:buChar char="v"/>
            </a:pPr>
            <a:r>
              <a:rPr lang="en-US" sz="2200">
                <a:solidFill>
                  <a:schemeClr val="bg1"/>
                </a:solidFill>
                <a:latin typeface="Aldhabi"/>
                <a:cs typeface="Aldhabi"/>
              </a:rPr>
              <a:t>Small implementation bugs can produce misleading results</a:t>
            </a:r>
          </a:p>
          <a:p>
            <a:pPr marL="342900" indent="-342900" algn="ctr">
              <a:spcBef>
                <a:spcPts val="0"/>
              </a:spcBef>
              <a:spcAft>
                <a:spcPts val="600"/>
              </a:spcAft>
              <a:buFont typeface="Wingdings" pitchFamily="2" charset="2"/>
              <a:buChar char="v"/>
            </a:pPr>
            <a:r>
              <a:rPr lang="en-US" sz="2200">
                <a:solidFill>
                  <a:schemeClr val="bg1"/>
                </a:solidFill>
                <a:latin typeface="Aldhabi"/>
                <a:cs typeface="Aldhabi"/>
              </a:rPr>
              <a:t>Learning new tools improves communication</a:t>
            </a:r>
            <a:endParaRPr lang="es-US" sz="2200"/>
          </a:p>
        </p:txBody>
      </p:sp>
      <p:sp>
        <p:nvSpPr>
          <p:cNvPr id="10" name="Title 1">
            <a:extLst>
              <a:ext uri="{FF2B5EF4-FFF2-40B4-BE49-F238E27FC236}">
                <a16:creationId xmlns:a16="http://schemas.microsoft.com/office/drawing/2014/main" id="{C5A2999F-11A4-8478-8A9F-165A4280596C}"/>
              </a:ext>
            </a:extLst>
          </p:cNvPr>
          <p:cNvSpPr txBox="1">
            <a:spLocks/>
          </p:cNvSpPr>
          <p:nvPr/>
        </p:nvSpPr>
        <p:spPr>
          <a:xfrm>
            <a:off x="3197993" y="1050739"/>
            <a:ext cx="5796013"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opperplate Gothic Light"/>
              </a:rPr>
              <a:t>Learning Outcomes</a:t>
            </a:r>
          </a:p>
        </p:txBody>
      </p:sp>
      <p:sp>
        <p:nvSpPr>
          <p:cNvPr id="11" name="CuadroTexto 10">
            <a:extLst>
              <a:ext uri="{FF2B5EF4-FFF2-40B4-BE49-F238E27FC236}">
                <a16:creationId xmlns:a16="http://schemas.microsoft.com/office/drawing/2014/main" id="{004DE4CA-A827-8D09-E946-AAFE7A89D373}"/>
              </a:ext>
            </a:extLst>
          </p:cNvPr>
          <p:cNvSpPr txBox="1"/>
          <p:nvPr/>
        </p:nvSpPr>
        <p:spPr>
          <a:xfrm>
            <a:off x="4300516" y="2123848"/>
            <a:ext cx="3590966" cy="523220"/>
          </a:xfrm>
          <a:prstGeom prst="rect">
            <a:avLst/>
          </a:prstGeom>
          <a:noFill/>
        </p:spPr>
        <p:txBody>
          <a:bodyPr wrap="square">
            <a:spAutoFit/>
          </a:bodyPr>
          <a:lstStyle/>
          <a:p>
            <a:pPr algn="ctr">
              <a:spcBef>
                <a:spcPts val="0"/>
              </a:spcBef>
              <a:spcAft>
                <a:spcPts val="600"/>
              </a:spcAft>
            </a:pPr>
            <a:r>
              <a:rPr lang="en-US" sz="2800">
                <a:solidFill>
                  <a:schemeClr val="bg1"/>
                </a:solidFill>
                <a:latin typeface="Aldhabi"/>
                <a:cs typeface="Aldhabi"/>
              </a:rPr>
              <a:t>Cindy</a:t>
            </a:r>
          </a:p>
        </p:txBody>
      </p:sp>
    </p:spTree>
    <p:extLst>
      <p:ext uri="{BB962C8B-B14F-4D97-AF65-F5344CB8AC3E}">
        <p14:creationId xmlns:p14="http://schemas.microsoft.com/office/powerpoint/2010/main" val="32704392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descr="Crop Images – Browse 8,004,272 Stock Photos, Vectors, and Video | Adobe  Stock">
            <a:extLst>
              <a:ext uri="{FF2B5EF4-FFF2-40B4-BE49-F238E27FC236}">
                <a16:creationId xmlns:a16="http://schemas.microsoft.com/office/drawing/2014/main" id="{93339D94-6640-D60C-910E-B66C6335A96C}"/>
              </a:ext>
            </a:extLst>
          </p:cNvPr>
          <p:cNvPicPr>
            <a:picLocks noChangeAspect="1"/>
          </p:cNvPicPr>
          <p:nvPr/>
        </p:nvPicPr>
        <p:blipFill>
          <a:blip r:embed="rId2">
            <a:alphaModFix amt="50000"/>
          </a:blip>
          <a:srcRect t="15746"/>
          <a:stretch>
            <a:fillRect/>
          </a:stretch>
        </p:blipFill>
        <p:spPr>
          <a:xfrm>
            <a:off x="20" y="1282"/>
            <a:ext cx="12344380" cy="6856718"/>
          </a:xfrm>
          <a:prstGeom prst="rect">
            <a:avLst/>
          </a:prstGeom>
        </p:spPr>
      </p:pic>
      <p:sp>
        <p:nvSpPr>
          <p:cNvPr id="2" name="Marcador de número de diapositiva 1">
            <a:extLst>
              <a:ext uri="{FF2B5EF4-FFF2-40B4-BE49-F238E27FC236}">
                <a16:creationId xmlns:a16="http://schemas.microsoft.com/office/drawing/2014/main" id="{071946E3-08F0-11E2-ED8A-9D317DDF170A}"/>
              </a:ext>
            </a:extLst>
          </p:cNvPr>
          <p:cNvSpPr>
            <a:spLocks noGrp="1"/>
          </p:cNvSpPr>
          <p:nvPr>
            <p:ph type="sldNum" sz="quarter" idx="12"/>
          </p:nvPr>
        </p:nvSpPr>
        <p:spPr>
          <a:xfrm>
            <a:off x="8610600" y="6356350"/>
            <a:ext cx="2743200" cy="365125"/>
          </a:xfrm>
        </p:spPr>
        <p:txBody>
          <a:bodyPr>
            <a:normAutofit/>
          </a:bodyPr>
          <a:lstStyle/>
          <a:p>
            <a:pPr>
              <a:spcAft>
                <a:spcPts val="600"/>
              </a:spcAft>
            </a:pPr>
            <a:fld id="{48F63A3B-78C7-47BE-AE5E-E10140E04643}" type="slidenum">
              <a:rPr lang="en-US">
                <a:solidFill>
                  <a:srgbClr val="FFFFFF"/>
                </a:solidFill>
                <a:latin typeface="Abadi MT Condensed Light" panose="020B0306030101010103" pitchFamily="34" charset="77"/>
              </a:rPr>
              <a:pPr>
                <a:spcAft>
                  <a:spcPts val="600"/>
                </a:spcAft>
              </a:pPr>
              <a:t>43</a:t>
            </a:fld>
            <a:endParaRPr lang="en-US">
              <a:solidFill>
                <a:srgbClr val="FFFFFF"/>
              </a:solidFill>
              <a:latin typeface="Abadi MT Condensed Light" panose="020B0306030101010103" pitchFamily="34" charset="77"/>
            </a:endParaRPr>
          </a:p>
        </p:txBody>
      </p:sp>
      <p:sp>
        <p:nvSpPr>
          <p:cNvPr id="5" name="Title 1">
            <a:extLst>
              <a:ext uri="{FF2B5EF4-FFF2-40B4-BE49-F238E27FC236}">
                <a16:creationId xmlns:a16="http://schemas.microsoft.com/office/drawing/2014/main" id="{84C6EF86-381F-0EE2-CF95-E7584C89DD2D}"/>
              </a:ext>
            </a:extLst>
          </p:cNvPr>
          <p:cNvSpPr txBox="1">
            <a:spLocks/>
          </p:cNvSpPr>
          <p:nvPr/>
        </p:nvSpPr>
        <p:spPr>
          <a:xfrm>
            <a:off x="684276" y="329254"/>
            <a:ext cx="9144000" cy="23876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000">
                <a:latin typeface="Copperplate Gothic Light"/>
              </a:rPr>
              <a:t>Q&amp;A</a:t>
            </a:r>
          </a:p>
        </p:txBody>
      </p:sp>
      <p:sp>
        <p:nvSpPr>
          <p:cNvPr id="6" name="Subtitle 2">
            <a:extLst>
              <a:ext uri="{FF2B5EF4-FFF2-40B4-BE49-F238E27FC236}">
                <a16:creationId xmlns:a16="http://schemas.microsoft.com/office/drawing/2014/main" id="{23AE4397-2068-68D9-22B1-C6D8899A68EC}"/>
              </a:ext>
            </a:extLst>
          </p:cNvPr>
          <p:cNvSpPr txBox="1">
            <a:spLocks/>
          </p:cNvSpPr>
          <p:nvPr/>
        </p:nvSpPr>
        <p:spPr>
          <a:xfrm>
            <a:off x="1367028" y="1389064"/>
            <a:ext cx="9144000" cy="16557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latin typeface="Aldhabi"/>
                <a:cs typeface="Aldhabi"/>
              </a:rPr>
              <a:t>Thank you</a:t>
            </a:r>
          </a:p>
        </p:txBody>
      </p:sp>
    </p:spTree>
    <p:extLst>
      <p:ext uri="{BB962C8B-B14F-4D97-AF65-F5344CB8AC3E}">
        <p14:creationId xmlns:p14="http://schemas.microsoft.com/office/powerpoint/2010/main" val="185090495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Application>Microsoft Office PowerPoint</Application>
  <PresentationFormat>Widescreen</PresentationFormat>
  <Slides>43</Slides>
  <Notes>34</Notes>
  <HiddenSlides>0</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Experimental Design</vt:lpstr>
      <vt:lpstr>Results &amp; Analysis – Original STATT &amp; WSTATT Test</vt:lpstr>
      <vt:lpstr>PowerPoint Presentation</vt:lpstr>
      <vt:lpstr>PowerPoint Presentation</vt:lpstr>
      <vt:lpstr>PowerPoint Presentation</vt:lpstr>
      <vt:lpstr>Crop vs. Sun Variables: Possible Explanation</vt:lpstr>
      <vt:lpstr>PowerPoint Presentation</vt:lpstr>
      <vt:lpstr>Can we build a good model with fewer timestamps?</vt:lpstr>
      <vt:lpstr>Transformer Model Pipeline</vt:lpstr>
      <vt:lpstr>Temporal Pooling with Multi-Head Attention (MHA)</vt:lpstr>
      <vt:lpstr>PowerPoint Presentation</vt:lpstr>
      <vt:lpstr>PowerPoint Presentation</vt:lpstr>
      <vt:lpstr>Why Is This?</vt:lpstr>
      <vt:lpstr>How Predictions Change 6 vs. 24 Timestamps</vt:lpstr>
      <vt:lpstr>Summary &amp; future expansion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2026-07-23T19:20:51Z</dcterms:created>
  <dcterms:modified xsi:type="dcterms:W3CDTF">2026-07-31T18:29:11Z</dcterms:modified>
</cp:coreProperties>
</file>